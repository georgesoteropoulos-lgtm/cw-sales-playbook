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82" r:id="rId5"/>
    <p:sldMasterId id="214748368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6858000" cx="12192000"/>
  <p:notesSz cx="6858000" cy="9144000"/>
  <p:embeddedFontLst>
    <p:embeddedFont>
      <p:font typeface="Roboto"/>
      <p:regular r:id="rId27"/>
      <p:bold r:id="rId28"/>
      <p:italic r:id="rId29"/>
      <p:boldItalic r:id="rId30"/>
    </p:embeddedFont>
    <p:embeddedFont>
      <p:font typeface="Inter"/>
      <p:regular r:id="rId31"/>
      <p:bold r:id="rId32"/>
      <p:italic r:id="rId33"/>
      <p:boldItalic r:id="rId34"/>
    </p:embeddedFont>
    <p:embeddedFont>
      <p:font typeface="Montserrat"/>
      <p:regular r:id="rId35"/>
      <p:bold r:id="rId36"/>
      <p:italic r:id="rId37"/>
      <p:boldItalic r:id="rId38"/>
    </p:embeddedFont>
    <p:embeddedFont>
      <p:font typeface="Inter ExtraBold"/>
      <p:bold r:id="rId39"/>
      <p:boldItalic r:id="rId40"/>
    </p:embeddedFont>
    <p:embeddedFont>
      <p:font typeface="Inter Medium"/>
      <p:regular r:id="rId41"/>
      <p:bold r:id="rId42"/>
      <p:italic r:id="rId43"/>
      <p:boldItalic r:id="rId44"/>
    </p:embeddedFont>
    <p:embeddedFont>
      <p:font typeface="DM Sans"/>
      <p:regular r:id="rId45"/>
      <p:bold r:id="rId46"/>
      <p:italic r:id="rId47"/>
      <p:boldItalic r:id="rId48"/>
    </p:embeddedFont>
    <p:embeddedFont>
      <p:font typeface="Open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3" roundtripDataSignature="AMtx7mj+ydWXab6WiIKtPUdTZXHTmxs4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A33195-2EA9-41C1-9042-46E80A93015A}">
  <a:tblStyle styleId="{ECA33195-2EA9-41C1-9042-46E80A93015A}"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9EBFB"/>
          </a:solidFill>
        </a:fill>
      </a:tcStyle>
    </a:wholeTbl>
    <a:band1H>
      <a:tcTxStyle/>
      <a:tcStyle>
        <a:fill>
          <a:solidFill>
            <a:srgbClr val="F3D4F7"/>
          </a:solidFill>
        </a:fill>
      </a:tcStyle>
    </a:band1H>
    <a:band2H>
      <a:tcTxStyle/>
    </a:band2H>
    <a:band1V>
      <a:tcTxStyle/>
      <a:tcStyle>
        <a:fill>
          <a:solidFill>
            <a:srgbClr val="F3D4F7"/>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InterExtraBold-boldItalic.fntdata"/><Relationship Id="rId42" Type="http://schemas.openxmlformats.org/officeDocument/2006/relationships/font" Target="fonts/InterMedium-bold.fntdata"/><Relationship Id="rId41" Type="http://schemas.openxmlformats.org/officeDocument/2006/relationships/font" Target="fonts/InterMedium-regular.fntdata"/><Relationship Id="rId44" Type="http://schemas.openxmlformats.org/officeDocument/2006/relationships/font" Target="fonts/InterMedium-boldItalic.fntdata"/><Relationship Id="rId43" Type="http://schemas.openxmlformats.org/officeDocument/2006/relationships/font" Target="fonts/InterMedium-italic.fntdata"/><Relationship Id="rId46" Type="http://schemas.openxmlformats.org/officeDocument/2006/relationships/font" Target="fonts/DMSans-bold.fntdata"/><Relationship Id="rId45" Type="http://schemas.openxmlformats.org/officeDocument/2006/relationships/font" Target="fonts/DMSans-regular.fntdata"/><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DMSans-boldItalic.fntdata"/><Relationship Id="rId47" Type="http://schemas.openxmlformats.org/officeDocument/2006/relationships/font" Target="fonts/DMSans-italic.fntdata"/><Relationship Id="rId49" Type="http://schemas.openxmlformats.org/officeDocument/2006/relationships/font" Target="fonts/OpenSans-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Inter-regular.fntdata"/><Relationship Id="rId30" Type="http://schemas.openxmlformats.org/officeDocument/2006/relationships/font" Target="fonts/Roboto-boldItalic.fntdata"/><Relationship Id="rId33" Type="http://schemas.openxmlformats.org/officeDocument/2006/relationships/font" Target="fonts/Inter-italic.fntdata"/><Relationship Id="rId32" Type="http://schemas.openxmlformats.org/officeDocument/2006/relationships/font" Target="fonts/Inter-bold.fntdata"/><Relationship Id="rId35" Type="http://schemas.openxmlformats.org/officeDocument/2006/relationships/font" Target="fonts/Montserrat-regular.fntdata"/><Relationship Id="rId34" Type="http://schemas.openxmlformats.org/officeDocument/2006/relationships/font" Target="fonts/Inter-boldItalic.fntdata"/><Relationship Id="rId37" Type="http://schemas.openxmlformats.org/officeDocument/2006/relationships/font" Target="fonts/Montserrat-italic.fntdata"/><Relationship Id="rId36" Type="http://schemas.openxmlformats.org/officeDocument/2006/relationships/font" Target="fonts/Montserrat-bold.fntdata"/><Relationship Id="rId39" Type="http://schemas.openxmlformats.org/officeDocument/2006/relationships/font" Target="fonts/InterExtraBold-bold.fntdata"/><Relationship Id="rId38" Type="http://schemas.openxmlformats.org/officeDocument/2006/relationships/font" Target="fonts/Montserrat-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Roboto-bold.fntdata"/><Relationship Id="rId27" Type="http://schemas.openxmlformats.org/officeDocument/2006/relationships/font" Target="fonts/Roboto-regular.fntdata"/><Relationship Id="rId29" Type="http://schemas.openxmlformats.org/officeDocument/2006/relationships/font" Target="fonts/Roboto-italic.fntdata"/><Relationship Id="rId51" Type="http://schemas.openxmlformats.org/officeDocument/2006/relationships/font" Target="fonts/OpenSans-italic.fntdata"/><Relationship Id="rId50" Type="http://schemas.openxmlformats.org/officeDocument/2006/relationships/font" Target="fonts/OpenSans-bold.fntdata"/><Relationship Id="rId53" Type="http://customschemas.google.com/relationships/presentationmetadata" Target="metadata"/><Relationship Id="rId52" Type="http://schemas.openxmlformats.org/officeDocument/2006/relationships/font" Target="fonts/OpenSans-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Thank you for joining me as I give a high level overview of The Growth Team at Cover Whale</a:t>
            </a:r>
            <a:endParaRPr/>
          </a:p>
        </p:txBody>
      </p:sp>
      <p:sp>
        <p:nvSpPr>
          <p:cNvPr id="492" name="Google Shape;49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Throughout the presentation we will talk about Who is Cover Whale, what functions, responsibilities, and goals the Growth Team align to, what exactly makes a partner at cover whale, what are the essential responsibilities and job duties for two of The growth teams most critical positions the business development manager and the business development associate, as lastly speak a bit around some important metrics and KPI’s our department prioritizes.</a:t>
            </a:r>
            <a:endParaRPr/>
          </a:p>
        </p:txBody>
      </p:sp>
      <p:sp>
        <p:nvSpPr>
          <p:cNvPr id="500" name="Google Shape;500;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notes"/>
          <p:cNvSpPr txBox="1"/>
          <p:nvPr>
            <p:ph idx="1" type="body"/>
          </p:nvPr>
        </p:nvSpPr>
        <p:spPr>
          <a:xfrm>
            <a:off x="685800" y="4400550"/>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understand what we sell, it’s important to understand who we are.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506" name="Google Shape;5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notes"/>
          <p:cNvSpPr txBox="1"/>
          <p:nvPr>
            <p:ph idx="1" type="body"/>
          </p:nvPr>
        </p:nvSpPr>
        <p:spPr>
          <a:xfrm>
            <a:off x="685800" y="4400550"/>
            <a:ext cx="54864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are better for truckers - Our policyholders have a proven track record for safety thanks to our industry-leading telematics and real-time safety coaching, helping them get more done, and helping everyone get home safely.​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and better for agents: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We work with select insurance agents who are dedicated to finding and securing the best-fit, best-priced insurance coverage for their trucking clients.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524" name="Google Shape;52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5:notes"/>
          <p:cNvSpPr txBox="1"/>
          <p:nvPr>
            <p:ph idx="1" type="body"/>
          </p:nvPr>
        </p:nvSpPr>
        <p:spPr>
          <a:xfrm>
            <a:off x="685800" y="4400550"/>
            <a:ext cx="5486400" cy="360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Agents working with Cover Whale are more productive because we offer the most agent-friendly quoting platform in the trucking insurance industry, providing instant policy quotes and same-day binding.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540" name="Google Shape;5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We ensure clients receive the best in trucking insurance coverage with our extensive range of options, including auto liability, motor truck cargo insurance, UIIA/intermodal insurance, and hotshots insurance.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we specifically target trucking clients that have 1-25 units</a:t>
            </a:r>
            <a:endParaRPr/>
          </a:p>
        </p:txBody>
      </p:sp>
      <p:sp>
        <p:nvSpPr>
          <p:cNvPr id="578" name="Google Shape;578;p6:notes"/>
          <p:cNvSpPr/>
          <p:nvPr>
            <p:ph idx="2" type="sldImg"/>
          </p:nvPr>
        </p:nvSpPr>
        <p:spPr>
          <a:xfrm>
            <a:off x="1143225" y="685800"/>
            <a:ext cx="45723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Now that you know who we are and what we sell, its time to introduce you to the Growth team and our role in the company.</a:t>
            </a:r>
            <a:endParaRPr/>
          </a:p>
        </p:txBody>
      </p:sp>
      <p:sp>
        <p:nvSpPr>
          <p:cNvPr id="589" name="Google Shape;58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2000"/>
              <a:buFont typeface="Arial"/>
              <a:buNone/>
            </a:pPr>
            <a:r>
              <a:rPr lang="en-US" sz="1000">
                <a:latin typeface="Arial"/>
                <a:ea typeface="Arial"/>
                <a:cs typeface="Arial"/>
                <a:sym typeface="Arial"/>
              </a:rPr>
              <a:t>The Growth team is comprised of several different business units and starts at the very top lead by our CRO and head of distribution  who oversees and manages our different verticals in which the team align.</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rPr lang="en-US" sz="1000">
                <a:latin typeface="Arial"/>
                <a:ea typeface="Arial"/>
                <a:cs typeface="Arial"/>
                <a:sym typeface="Arial"/>
              </a:rPr>
              <a:t>we take time to research and vet agents and agencies in different partner channels to understand the trucking space and add the personal touch and relationship aspect to pair with our technological innovation.</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rPr lang="en-US" sz="1000">
                <a:latin typeface="Arial"/>
                <a:ea typeface="Arial"/>
                <a:cs typeface="Arial"/>
                <a:sym typeface="Arial"/>
              </a:rPr>
              <a:t>The largest channel we sell to is our retail partners which is broken down into regions and we also provide our online platform to wholesalers as well as having an increased focus and vertical for our largest national partners.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p:txBody>
      </p:sp>
      <p:sp>
        <p:nvSpPr>
          <p:cNvPr id="595" name="Google Shape;59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2000"/>
              <a:buFont typeface="Arial"/>
              <a:buNone/>
            </a:pPr>
            <a:r>
              <a:rPr lang="en-US" sz="1000">
                <a:latin typeface="Arial"/>
                <a:ea typeface="Arial"/>
                <a:cs typeface="Arial"/>
                <a:sym typeface="Arial"/>
              </a:rPr>
              <a:t>The Growth team is comprised of several different business units and starts at the very top lead by our CRO and head of distribution  who oversees and manages our different verticals in which the team align.</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rPr lang="en-US" sz="1000">
                <a:latin typeface="Arial"/>
                <a:ea typeface="Arial"/>
                <a:cs typeface="Arial"/>
                <a:sym typeface="Arial"/>
              </a:rPr>
              <a:t>we take time to research and vet agents and agencies in different partner channels to understand the trucking space and add the personal touch and relationship aspect to pair with our technological innovation.</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rPr lang="en-US" sz="1000">
                <a:latin typeface="Arial"/>
                <a:ea typeface="Arial"/>
                <a:cs typeface="Arial"/>
                <a:sym typeface="Arial"/>
              </a:rPr>
              <a:t>The largest channel we sell to is our retail partners which is broken down into regions and we also provide our online platform to wholesalers as well as having an increased focus and vertical for our largest national partners.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p:txBody>
      </p:sp>
      <p:sp>
        <p:nvSpPr>
          <p:cNvPr id="625" name="Google Shape;62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2000"/>
              <a:buFont typeface="Arial"/>
              <a:buNone/>
            </a:pPr>
            <a:r>
              <a:rPr lang="en-US" sz="1000">
                <a:latin typeface="Arial"/>
                <a:ea typeface="Arial"/>
                <a:cs typeface="Arial"/>
                <a:sym typeface="Arial"/>
              </a:rPr>
              <a:t>The Growth team is comprised of several different business units and starts at the very top lead by our CRO and head of distribution  who oversees and manages our different verticals in which the team align.</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rPr lang="en-US" sz="1000">
                <a:latin typeface="Arial"/>
                <a:ea typeface="Arial"/>
                <a:cs typeface="Arial"/>
                <a:sym typeface="Arial"/>
              </a:rPr>
              <a:t>we take time to research and vet agents and agencies in different partner channels to understand the trucking space and add the personal touch and relationship aspect to pair with our technological innovation.</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rPr lang="en-US" sz="1000">
                <a:latin typeface="Arial"/>
                <a:ea typeface="Arial"/>
                <a:cs typeface="Arial"/>
                <a:sym typeface="Arial"/>
              </a:rPr>
              <a:t>The largest channel we sell to is our retail partners which is broken down into regions and we also provide our online platform to wholesalers as well as having an increased focus and vertical for our largest national partners.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a:p>
            <a:pPr indent="0" lvl="0" marL="0" rtl="0" algn="l">
              <a:lnSpc>
                <a:spcPct val="120000"/>
              </a:lnSpc>
              <a:spcBef>
                <a:spcPts val="0"/>
              </a:spcBef>
              <a:spcAft>
                <a:spcPts val="0"/>
              </a:spcAft>
              <a:buClr>
                <a:schemeClr val="dk1"/>
              </a:buClr>
              <a:buSzPts val="2000"/>
              <a:buFont typeface="Arial"/>
              <a:buNone/>
            </a:pPr>
            <a:r>
              <a:t/>
            </a:r>
            <a:endParaRPr sz="1000">
              <a:latin typeface="Arial"/>
              <a:ea typeface="Arial"/>
              <a:cs typeface="Arial"/>
              <a:sym typeface="Arial"/>
            </a:endParaRPr>
          </a:p>
        </p:txBody>
      </p:sp>
      <p:sp>
        <p:nvSpPr>
          <p:cNvPr id="654" name="Google Shape;65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1800"/>
              </a:spcBef>
              <a:spcAft>
                <a:spcPts val="0"/>
              </a:spcAft>
              <a:buClr>
                <a:schemeClr val="lt1"/>
              </a:buClr>
              <a:buSzPts val="1600"/>
              <a:buFont typeface="Arial"/>
              <a:buChar char="•"/>
            </a:pPr>
            <a:r>
              <a:rPr lang="en-US"/>
              <a:t>The primary goal of the Growth team at its core is to get our partners to sell more insurance premium and bind trucking policies.</a:t>
            </a:r>
            <a:endParaRPr/>
          </a:p>
          <a:p>
            <a:pPr indent="0" lvl="0" marL="0" rtl="0" algn="l">
              <a:lnSpc>
                <a:spcPct val="100000"/>
              </a:lnSpc>
              <a:spcBef>
                <a:spcPts val="1800"/>
              </a:spcBef>
              <a:spcAft>
                <a:spcPts val="0"/>
              </a:spcAft>
              <a:buSzPts val="1400"/>
              <a:buNone/>
            </a:pPr>
            <a:r>
              <a:rPr lang="en-US"/>
              <a:t>Some of the overarching goals we strive for in our partners are shown here.</a:t>
            </a:r>
            <a:endParaRPr/>
          </a:p>
          <a:p>
            <a:pPr indent="0" lvl="0" marL="0" rtl="0" algn="l">
              <a:lnSpc>
                <a:spcPct val="100000"/>
              </a:lnSpc>
              <a:spcBef>
                <a:spcPts val="1800"/>
              </a:spcBef>
              <a:spcAft>
                <a:spcPts val="0"/>
              </a:spcAft>
              <a:buSzPts val="1400"/>
              <a:buNone/>
            </a:pPr>
            <a:r>
              <a:rPr lang="en-US"/>
              <a:t>We looks for, premium growth within their trucking book to be 30% year over year, their retention rate to be above 60%, and also look at the number of trucking quotes and % of binds.</a:t>
            </a:r>
            <a:endParaRPr/>
          </a:p>
          <a:p>
            <a:pPr indent="0" lvl="0" marL="0" rtl="0" algn="l">
              <a:lnSpc>
                <a:spcPct val="100000"/>
              </a:lnSpc>
              <a:spcBef>
                <a:spcPts val="1800"/>
              </a:spcBef>
              <a:spcAft>
                <a:spcPts val="0"/>
              </a:spcAft>
              <a:buSzPts val="1400"/>
              <a:buNone/>
            </a:pPr>
            <a:r>
              <a:t/>
            </a:r>
            <a:endParaRPr/>
          </a:p>
        </p:txBody>
      </p:sp>
      <p:sp>
        <p:nvSpPr>
          <p:cNvPr id="661" name="Google Shape;661;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order to understand the growth teams goals it is important to have a baseline for what our partners look like.</a:t>
            </a:r>
            <a:endParaRPr/>
          </a:p>
        </p:txBody>
      </p:sp>
      <p:sp>
        <p:nvSpPr>
          <p:cNvPr id="673" name="Google Shape;6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Our whole goal is to have partners write premium with us and in order to prioritize our time in engaging and interacting with partners its essential that we Tier them based off production and upside..  Tier 1’s require the most attention and make up the majority of our premium where the lower tiers bring in less premium at the time.  We revisit tiering after each year as agencies can move up and down based off performance.</a:t>
            </a:r>
            <a:endParaRPr/>
          </a:p>
        </p:txBody>
      </p:sp>
      <p:sp>
        <p:nvSpPr>
          <p:cNvPr id="680" name="Google Shape;680;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Now that you know a bit obout our partner makeup, lets talk about two individual roles on the growth team that are critical to our teams success…the business development manager and the business development associate.</a:t>
            </a:r>
            <a:endParaRPr/>
          </a:p>
        </p:txBody>
      </p:sp>
      <p:sp>
        <p:nvSpPr>
          <p:cNvPr id="687" name="Google Shape;68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latin typeface="Inter"/>
                <a:ea typeface="Inter"/>
                <a:cs typeface="Inter"/>
                <a:sym typeface="Inter"/>
              </a:rPr>
              <a:t>The intent is for this role to be the “tip of the spear” for our business development efforts by getting new agencies and new users at existing agencies to be productive members of our distribution network as quickly as possible.</a:t>
            </a:r>
            <a:endParaRPr/>
          </a:p>
        </p:txBody>
      </p:sp>
      <p:sp>
        <p:nvSpPr>
          <p:cNvPr id="694" name="Google Shape;694;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sz="1000">
              <a:latin typeface="Inter"/>
              <a:ea typeface="Inter"/>
              <a:cs typeface="Inter"/>
              <a:sym typeface="Inter"/>
            </a:endParaRPr>
          </a:p>
          <a:p>
            <a:pPr indent="0" lvl="0" marL="0" rtl="0" algn="just">
              <a:lnSpc>
                <a:spcPct val="107916"/>
              </a:lnSpc>
              <a:spcBef>
                <a:spcPts val="0"/>
              </a:spcBef>
              <a:spcAft>
                <a:spcPts val="800"/>
              </a:spcAft>
              <a:buClr>
                <a:schemeClr val="dk1"/>
              </a:buClr>
              <a:buSzPts val="1100"/>
              <a:buFont typeface="Arial"/>
              <a:buNone/>
            </a:pPr>
            <a:r>
              <a:rPr i="1" lang="en-US" sz="1000">
                <a:latin typeface="Inter"/>
                <a:ea typeface="Inter"/>
                <a:cs typeface="Inter"/>
                <a:sym typeface="Inter"/>
              </a:rPr>
              <a:t>To be the face of the organization with our distribution partners by improving perceptions and increasing the adoption of our organization, products, and capabilities. This person will live our values (friendly, helpful, and solution-oriented) with the ultimate goal of bringing in more opportunities for us to write business.</a:t>
            </a:r>
            <a:endParaRPr/>
          </a:p>
        </p:txBody>
      </p:sp>
      <p:sp>
        <p:nvSpPr>
          <p:cNvPr id="702" name="Google Shape;702;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old saying goes, if you can’t inspect it, you can’t respect it.  The growth team is extremely data oriented and this glimpse is just a preview of what or metrics and reporting looks like.</a:t>
            </a:r>
            <a:endParaRPr/>
          </a:p>
        </p:txBody>
      </p:sp>
      <p:sp>
        <p:nvSpPr>
          <p:cNvPr id="709" name="Google Shape;70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anazlye each individual parter to see what cobverages they are placing with us, in what states, and what their policy cancellations look like for some examples.  These numbers are critical to know as we look at ways to support their agency, and help them achieve their growth goals.</a:t>
            </a:r>
            <a:endParaRPr/>
          </a:p>
        </p:txBody>
      </p:sp>
      <p:sp>
        <p:nvSpPr>
          <p:cNvPr id="716" name="Google Shape;716;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Similar to the way we look at our individual partners, we also track our teams goals.  From how much premium is written in each vertical, to the size of the policies written.  The more transparency and data our team has at its disposal, the better equipped we are to forecast and scale for the future.</a:t>
            </a:r>
            <a:endParaRPr/>
          </a:p>
        </p:txBody>
      </p:sp>
      <p:sp>
        <p:nvSpPr>
          <p:cNvPr id="725" name="Google Shape;725;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3.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7.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7.png"/><Relationship Id="rId4"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5.png"/><Relationship Id="rId4" Type="http://schemas.openxmlformats.org/officeDocument/2006/relationships/image" Target="../media/image2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7.png"/><Relationship Id="rId4" Type="http://schemas.openxmlformats.org/officeDocument/2006/relationships/image" Target="../media/image1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jp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gradFill>
          <a:gsLst>
            <a:gs pos="0">
              <a:srgbClr val="5C2074"/>
            </a:gs>
            <a:gs pos="25000">
              <a:srgbClr val="5C2074"/>
            </a:gs>
            <a:gs pos="80000">
              <a:srgbClr val="32123F"/>
            </a:gs>
            <a:gs pos="100000">
              <a:srgbClr val="32123F"/>
            </a:gs>
          </a:gsLst>
          <a:lin ang="2700000" scaled="0"/>
        </a:gradFill>
      </p:bgPr>
    </p:bg>
    <p:spTree>
      <p:nvGrpSpPr>
        <p:cNvPr id="13" name="Shape 13"/>
        <p:cNvGrpSpPr/>
        <p:nvPr/>
      </p:nvGrpSpPr>
      <p:grpSpPr>
        <a:xfrm>
          <a:off x="0" y="0"/>
          <a:ext cx="0" cy="0"/>
          <a:chOff x="0" y="0"/>
          <a:chExt cx="0" cy="0"/>
        </a:xfrm>
      </p:grpSpPr>
      <p:pic>
        <p:nvPicPr>
          <p:cNvPr descr="Shape&#10;&#10;Description automatically generated with medium confidence" id="14" name="Google Shape;14;p23"/>
          <p:cNvPicPr preferRelativeResize="0"/>
          <p:nvPr/>
        </p:nvPicPr>
        <p:blipFill rotWithShape="1">
          <a:blip r:embed="rId2">
            <a:alphaModFix amt="25000"/>
          </a:blip>
          <a:srcRect b="0" l="0" r="0" t="0"/>
          <a:stretch/>
        </p:blipFill>
        <p:spPr>
          <a:xfrm>
            <a:off x="0" y="0"/>
            <a:ext cx="12192000" cy="6858000"/>
          </a:xfrm>
          <a:prstGeom prst="rect">
            <a:avLst/>
          </a:prstGeom>
          <a:noFill/>
          <a:ln>
            <a:noFill/>
          </a:ln>
        </p:spPr>
      </p:pic>
      <p:sp>
        <p:nvSpPr>
          <p:cNvPr id="15" name="Google Shape;15;p23"/>
          <p:cNvSpPr txBox="1"/>
          <p:nvPr>
            <p:ph type="ctrTitle"/>
          </p:nvPr>
        </p:nvSpPr>
        <p:spPr>
          <a:xfrm>
            <a:off x="707572" y="1208315"/>
            <a:ext cx="4887685" cy="2717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5000"/>
              <a:buFont typeface="Arial"/>
              <a:buNone/>
              <a:defRPr b="1" sz="50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3"/>
          <p:cNvSpPr txBox="1"/>
          <p:nvPr>
            <p:ph idx="1" type="subTitle"/>
          </p:nvPr>
        </p:nvSpPr>
        <p:spPr>
          <a:xfrm>
            <a:off x="707572" y="4113666"/>
            <a:ext cx="4887685" cy="1448934"/>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SzPts val="2400"/>
              <a:buNone/>
              <a:defRPr sz="2400">
                <a:solidFill>
                  <a:schemeClr val="accent6"/>
                </a:solidFill>
              </a:defRPr>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7" name="Google Shape;17;p23"/>
          <p:cNvPicPr preferRelativeResize="0"/>
          <p:nvPr/>
        </p:nvPicPr>
        <p:blipFill rotWithShape="1">
          <a:blip r:embed="rId3">
            <a:alphaModFix/>
          </a:blip>
          <a:srcRect b="0" l="0" r="0" t="0"/>
          <a:stretch/>
        </p:blipFill>
        <p:spPr>
          <a:xfrm>
            <a:off x="707572" y="706665"/>
            <a:ext cx="3124200" cy="495300"/>
          </a:xfrm>
          <a:prstGeom prst="rect">
            <a:avLst/>
          </a:prstGeom>
          <a:noFill/>
          <a:ln>
            <a:noFill/>
          </a:ln>
        </p:spPr>
      </p:pic>
      <p:pic>
        <p:nvPicPr>
          <p:cNvPr id="18" name="Google Shape;18;p23"/>
          <p:cNvPicPr preferRelativeResize="0"/>
          <p:nvPr/>
        </p:nvPicPr>
        <p:blipFill rotWithShape="1">
          <a:blip r:embed="rId4">
            <a:alphaModFix/>
          </a:blip>
          <a:srcRect b="0" l="0" r="0" t="0"/>
          <a:stretch/>
        </p:blipFill>
        <p:spPr>
          <a:xfrm>
            <a:off x="6385821" y="982567"/>
            <a:ext cx="5305434" cy="5144663"/>
          </a:xfrm>
          <a:prstGeom prst="rect">
            <a:avLst/>
          </a:prstGeom>
          <a:noFill/>
          <a:ln>
            <a:noFill/>
          </a:ln>
        </p:spPr>
      </p:pic>
      <p:sp>
        <p:nvSpPr>
          <p:cNvPr id="19" name="Google Shape;19;p23"/>
          <p:cNvSpPr/>
          <p:nvPr>
            <p:ph idx="2" type="pic"/>
          </p:nvPr>
        </p:nvSpPr>
        <p:spPr>
          <a:xfrm>
            <a:off x="6086372" y="455312"/>
            <a:ext cx="4749448" cy="4778180"/>
          </a:xfrm>
          <a:prstGeom prst="rect">
            <a:avLst/>
          </a:prstGeom>
          <a:solidFill>
            <a:schemeClr val="lt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spTree>
      <p:nvGrpSpPr>
        <p:cNvPr id="20" name="Shape 20"/>
        <p:cNvGrpSpPr/>
        <p:nvPr/>
      </p:nvGrpSpPr>
      <p:grpSpPr>
        <a:xfrm>
          <a:off x="0" y="0"/>
          <a:ext cx="0" cy="0"/>
          <a:chOff x="0" y="0"/>
          <a:chExt cx="0" cy="0"/>
        </a:xfrm>
      </p:grpSpPr>
      <p:sp>
        <p:nvSpPr>
          <p:cNvPr id="21" name="Google Shape;21;p24"/>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24"/>
          <p:cNvSpPr/>
          <p:nvPr/>
        </p:nvSpPr>
        <p:spPr>
          <a:xfrm>
            <a:off x="0" y="0"/>
            <a:ext cx="6096000" cy="6858000"/>
          </a:xfrm>
          <a:prstGeom prst="rect">
            <a:avLst/>
          </a:prstGeom>
          <a:gradFill>
            <a:gsLst>
              <a:gs pos="0">
                <a:srgbClr val="5C2074"/>
              </a:gs>
              <a:gs pos="100000">
                <a:srgbClr val="32123F"/>
              </a:gs>
            </a:gsLst>
            <a:lin ang="5400012" scaled="0"/>
          </a:gradFill>
          <a:ln>
            <a:noFill/>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Inter"/>
              <a:ea typeface="Inter"/>
              <a:cs typeface="Inter"/>
              <a:sym typeface="Inter"/>
            </a:endParaRPr>
          </a:p>
        </p:txBody>
      </p:sp>
      <p:pic>
        <p:nvPicPr>
          <p:cNvPr descr="A picture containing logo&#10;&#10;Description automatically generated" id="23" name="Google Shape;23;p24"/>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24" name="Google Shape;24;p24"/>
          <p:cNvSpPr txBox="1"/>
          <p:nvPr>
            <p:ph idx="1" type="body"/>
          </p:nvPr>
        </p:nvSpPr>
        <p:spPr>
          <a:xfrm>
            <a:off x="209550" y="143448"/>
            <a:ext cx="5629200" cy="591000"/>
          </a:xfrm>
          <a:prstGeom prst="rect">
            <a:avLst/>
          </a:prstGeom>
          <a:noFill/>
          <a:ln>
            <a:noFill/>
          </a:ln>
        </p:spPr>
        <p:txBody>
          <a:bodyPr anchorCtr="0" anchor="ctr" bIns="45700" lIns="45700" spcFirstLastPara="1" rIns="45700" wrap="square" tIns="45700">
            <a:noAutofit/>
          </a:bodyPr>
          <a:lstStyle>
            <a:lvl1pPr indent="-406400" lvl="0" marL="457200" marR="0" algn="l">
              <a:lnSpc>
                <a:spcPct val="90000"/>
              </a:lnSpc>
              <a:spcBef>
                <a:spcPts val="1000"/>
              </a:spcBef>
              <a:spcAft>
                <a:spcPts val="0"/>
              </a:spcAft>
              <a:buClr>
                <a:schemeClr val="lt1"/>
              </a:buClr>
              <a:buSzPts val="2800"/>
              <a:buFont typeface="Arial"/>
              <a:buChar char="•"/>
              <a:defRPr b="1" i="0" sz="2800" u="none" cap="none" strike="noStrike">
                <a:solidFill>
                  <a:schemeClr val="lt1"/>
                </a:solidFill>
                <a:latin typeface="Inter"/>
                <a:ea typeface="Inter"/>
                <a:cs typeface="Inter"/>
                <a:sym typeface="Inter"/>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25" name="Google Shape;25;p24"/>
          <p:cNvSpPr txBox="1"/>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chemeClr val="accent1"/>
                </a:solidFill>
                <a:latin typeface="Arial"/>
                <a:ea typeface="Arial"/>
                <a:cs typeface="Arial"/>
                <a:sym typeface="Arial"/>
              </a:rPr>
              <a:t>‹#›</a:t>
            </a:fld>
            <a:endParaRPr b="0" i="0" sz="1400" u="none" cap="none" strike="noStrike">
              <a:solidFill>
                <a:schemeClr val="accen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type="title">
  <p:cSld name="TITLE">
    <p:spTree>
      <p:nvGrpSpPr>
        <p:cNvPr id="26" name="Shape 26"/>
        <p:cNvGrpSpPr/>
        <p:nvPr/>
      </p:nvGrpSpPr>
      <p:grpSpPr>
        <a:xfrm>
          <a:off x="0" y="0"/>
          <a:ext cx="0" cy="0"/>
          <a:chOff x="0" y="0"/>
          <a:chExt cx="0" cy="0"/>
        </a:xfrm>
      </p:grpSpPr>
      <p:sp>
        <p:nvSpPr>
          <p:cNvPr id="27" name="Google Shape;27;p25"/>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0" name="Google Shape;30;p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White">
  <p:cSld name="Section - White">
    <p:bg>
      <p:bgPr>
        <a:gradFill>
          <a:gsLst>
            <a:gs pos="0">
              <a:schemeClr val="lt1"/>
            </a:gs>
            <a:gs pos="25000">
              <a:schemeClr val="lt1"/>
            </a:gs>
            <a:gs pos="80000">
              <a:schemeClr val="lt2"/>
            </a:gs>
            <a:gs pos="100000">
              <a:schemeClr val="lt2"/>
            </a:gs>
          </a:gsLst>
          <a:lin ang="2700000" scaled="0"/>
        </a:gradFill>
      </p:bgPr>
    </p:bg>
    <p:spTree>
      <p:nvGrpSpPr>
        <p:cNvPr id="32" name="Shape 32"/>
        <p:cNvGrpSpPr/>
        <p:nvPr/>
      </p:nvGrpSpPr>
      <p:grpSpPr>
        <a:xfrm>
          <a:off x="0" y="0"/>
          <a:ext cx="0" cy="0"/>
          <a:chOff x="0" y="0"/>
          <a:chExt cx="0" cy="0"/>
        </a:xfrm>
      </p:grpSpPr>
      <p:pic>
        <p:nvPicPr>
          <p:cNvPr descr="Shape&#10;&#10;Description automatically generated with medium confidence" id="33" name="Google Shape;33;p26"/>
          <p:cNvPicPr preferRelativeResize="0"/>
          <p:nvPr/>
        </p:nvPicPr>
        <p:blipFill rotWithShape="1">
          <a:blip r:embed="rId2">
            <a:alphaModFix amt="5000"/>
          </a:blip>
          <a:srcRect b="0" l="0" r="0" t="0"/>
          <a:stretch/>
        </p:blipFill>
        <p:spPr>
          <a:xfrm>
            <a:off x="0" y="0"/>
            <a:ext cx="12192000" cy="6858000"/>
          </a:xfrm>
          <a:prstGeom prst="rect">
            <a:avLst/>
          </a:prstGeom>
          <a:noFill/>
          <a:ln>
            <a:noFill/>
          </a:ln>
        </p:spPr>
      </p:pic>
      <p:sp>
        <p:nvSpPr>
          <p:cNvPr id="34" name="Google Shape;34;p26"/>
          <p:cNvSpPr txBox="1"/>
          <p:nvPr>
            <p:ph type="ctrTitle"/>
          </p:nvPr>
        </p:nvSpPr>
        <p:spPr>
          <a:xfrm>
            <a:off x="707572" y="2698449"/>
            <a:ext cx="4588327" cy="300740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441357"/>
              </a:buClr>
              <a:buSzPts val="4000"/>
              <a:buFont typeface="Arial"/>
              <a:buNone/>
              <a:defRPr b="1" sz="4000" cap="none">
                <a:solidFill>
                  <a:srgbClr val="44135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5" name="Google Shape;35;p26"/>
          <p:cNvPicPr preferRelativeResize="0"/>
          <p:nvPr/>
        </p:nvPicPr>
        <p:blipFill rotWithShape="1">
          <a:blip r:embed="rId3">
            <a:alphaModFix/>
          </a:blip>
          <a:srcRect b="0" l="0" r="0" t="0"/>
          <a:stretch/>
        </p:blipFill>
        <p:spPr>
          <a:xfrm>
            <a:off x="3695675" y="-325422"/>
            <a:ext cx="3974156" cy="7280244"/>
          </a:xfrm>
          <a:prstGeom prst="rect">
            <a:avLst/>
          </a:prstGeom>
          <a:noFill/>
          <a:ln>
            <a:noFill/>
          </a:ln>
        </p:spPr>
      </p:pic>
      <p:sp>
        <p:nvSpPr>
          <p:cNvPr id="36" name="Google Shape;36;p26"/>
          <p:cNvSpPr/>
          <p:nvPr/>
        </p:nvSpPr>
        <p:spPr>
          <a:xfrm rot="-2332554">
            <a:off x="3292972" y="291774"/>
            <a:ext cx="829733" cy="829733"/>
          </a:xfrm>
          <a:prstGeom prst="ellipse">
            <a:avLst/>
          </a:prstGeom>
          <a:gradFill>
            <a:gsLst>
              <a:gs pos="0">
                <a:srgbClr val="E070EA"/>
              </a:gs>
              <a:gs pos="100000">
                <a:srgbClr val="6567D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 name="Google Shape;37;p26"/>
          <p:cNvSpPr/>
          <p:nvPr/>
        </p:nvSpPr>
        <p:spPr>
          <a:xfrm rot="-3098978">
            <a:off x="4169180" y="2089369"/>
            <a:ext cx="298232" cy="298232"/>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8" name="Google Shape;38;p26"/>
          <p:cNvSpPr/>
          <p:nvPr>
            <p:ph idx="2" type="pic"/>
          </p:nvPr>
        </p:nvSpPr>
        <p:spPr>
          <a:xfrm>
            <a:off x="6281074" y="-29140"/>
            <a:ext cx="5900906" cy="6910562"/>
          </a:xfrm>
          <a:prstGeom prst="rect">
            <a:avLst/>
          </a:prstGeom>
          <a:solidFill>
            <a:schemeClr val="lt2"/>
          </a:solidFill>
          <a:ln>
            <a:noFill/>
          </a:ln>
        </p:spPr>
      </p:sp>
      <p:pic>
        <p:nvPicPr>
          <p:cNvPr id="39" name="Google Shape;39;p26"/>
          <p:cNvPicPr preferRelativeResize="0"/>
          <p:nvPr/>
        </p:nvPicPr>
        <p:blipFill rotWithShape="1">
          <a:blip r:embed="rId4">
            <a:alphaModFix/>
          </a:blip>
          <a:srcRect b="0" l="0" r="0" t="0"/>
          <a:stretch/>
        </p:blipFill>
        <p:spPr>
          <a:xfrm>
            <a:off x="713604" y="6161228"/>
            <a:ext cx="470535" cy="482917"/>
          </a:xfrm>
          <a:prstGeom prst="rect">
            <a:avLst/>
          </a:prstGeom>
          <a:noFill/>
          <a:ln>
            <a:noFill/>
          </a:ln>
        </p:spPr>
      </p:pic>
      <p:sp>
        <p:nvSpPr>
          <p:cNvPr id="40" name="Google Shape;40;p26"/>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C2074"/>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6"/>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urple 1">
  <p:cSld name="Content - Purple">
    <p:bg>
      <p:bgPr>
        <a:gradFill>
          <a:gsLst>
            <a:gs pos="0">
              <a:srgbClr val="5C2074"/>
            </a:gs>
            <a:gs pos="25000">
              <a:srgbClr val="5C2074"/>
            </a:gs>
            <a:gs pos="90000">
              <a:srgbClr val="32123F"/>
            </a:gs>
            <a:gs pos="100000">
              <a:srgbClr val="32123F"/>
            </a:gs>
          </a:gsLst>
          <a:lin ang="5400012" scaled="0"/>
        </a:gradFill>
      </p:bgPr>
    </p:bg>
    <p:spTree>
      <p:nvGrpSpPr>
        <p:cNvPr id="42" name="Shape 42"/>
        <p:cNvGrpSpPr/>
        <p:nvPr/>
      </p:nvGrpSpPr>
      <p:grpSpPr>
        <a:xfrm>
          <a:off x="0" y="0"/>
          <a:ext cx="0" cy="0"/>
          <a:chOff x="0" y="0"/>
          <a:chExt cx="0" cy="0"/>
        </a:xfrm>
      </p:grpSpPr>
      <p:pic>
        <p:nvPicPr>
          <p:cNvPr descr="Shape&#10;&#10;Description automatically generated with medium confidence" id="43" name="Google Shape;43;p27"/>
          <p:cNvPicPr preferRelativeResize="0"/>
          <p:nvPr/>
        </p:nvPicPr>
        <p:blipFill rotWithShape="1">
          <a:blip r:embed="rId2">
            <a:alphaModFix amt="25000"/>
          </a:blip>
          <a:srcRect b="0" l="0" r="0" t="0"/>
          <a:stretch/>
        </p:blipFill>
        <p:spPr>
          <a:xfrm>
            <a:off x="0" y="0"/>
            <a:ext cx="12192001" cy="6857999"/>
          </a:xfrm>
          <a:prstGeom prst="rect">
            <a:avLst/>
          </a:prstGeom>
          <a:noFill/>
          <a:ln>
            <a:noFill/>
          </a:ln>
        </p:spPr>
      </p:pic>
      <p:sp>
        <p:nvSpPr>
          <p:cNvPr id="44" name="Google Shape;44;p27"/>
          <p:cNvSpPr txBox="1"/>
          <p:nvPr>
            <p:ph type="title"/>
          </p:nvPr>
        </p:nvSpPr>
        <p:spPr>
          <a:xfrm>
            <a:off x="641350" y="395289"/>
            <a:ext cx="10515600" cy="9954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Font typeface="Inter"/>
              <a:buNone/>
              <a:defRPr b="1"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7"/>
          <p:cNvSpPr txBox="1"/>
          <p:nvPr>
            <p:ph idx="1" type="body"/>
          </p:nvPr>
        </p:nvSpPr>
        <p:spPr>
          <a:xfrm>
            <a:off x="641350" y="1390651"/>
            <a:ext cx="10515600" cy="39030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400"/>
              <a:buNone/>
              <a:defRPr sz="1400">
                <a:solidFill>
                  <a:schemeClr val="accent6"/>
                </a:solidFil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
        <p:nvSpPr>
          <p:cNvPr id="46" name="Google Shape;46;p27"/>
          <p:cNvSpPr txBox="1"/>
          <p:nvPr>
            <p:ph idx="11" type="ftr"/>
          </p:nvPr>
        </p:nvSpPr>
        <p:spPr>
          <a:xfrm>
            <a:off x="1447800" y="6199340"/>
            <a:ext cx="6572400" cy="4068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7" name="Google Shape;47;p27"/>
          <p:cNvPicPr preferRelativeResize="0"/>
          <p:nvPr/>
        </p:nvPicPr>
        <p:blipFill rotWithShape="1">
          <a:blip r:embed="rId3">
            <a:alphaModFix/>
          </a:blip>
          <a:srcRect b="0" l="0" r="0" t="0"/>
          <a:stretch/>
        </p:blipFill>
        <p:spPr>
          <a:xfrm>
            <a:off x="707572" y="6155037"/>
            <a:ext cx="482600" cy="495300"/>
          </a:xfrm>
          <a:prstGeom prst="rect">
            <a:avLst/>
          </a:prstGeom>
          <a:noFill/>
          <a:ln>
            <a:noFill/>
          </a:ln>
        </p:spPr>
      </p:pic>
      <p:sp>
        <p:nvSpPr>
          <p:cNvPr id="48" name="Google Shape;48;p27"/>
          <p:cNvSpPr txBox="1"/>
          <p:nvPr/>
        </p:nvSpPr>
        <p:spPr>
          <a:xfrm>
            <a:off x="11008154" y="6264187"/>
            <a:ext cx="922500" cy="2769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Inter"/>
                <a:ea typeface="Inter"/>
                <a:cs typeface="Inter"/>
                <a:sym typeface="Inter"/>
              </a:rPr>
              <a:t>‹#›</a:t>
            </a:fld>
            <a:endParaRPr b="0" i="0" sz="1200" u="none" cap="none" strike="noStrike">
              <a:solidFill>
                <a:schemeClr val="lt2"/>
              </a:solidFill>
              <a:latin typeface="Inter"/>
              <a:ea typeface="Inter"/>
              <a:cs typeface="Inter"/>
              <a:sym typeface="Inte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Large Text Opt 2 - Purple">
  <p:cSld name="Title w/ Large Text Opt 2 - Purple">
    <p:bg>
      <p:bgPr>
        <a:gradFill>
          <a:gsLst>
            <a:gs pos="0">
              <a:srgbClr val="5C2074"/>
            </a:gs>
            <a:gs pos="25000">
              <a:srgbClr val="5C2074"/>
            </a:gs>
            <a:gs pos="90000">
              <a:srgbClr val="32123F"/>
            </a:gs>
            <a:gs pos="100000">
              <a:srgbClr val="32123F"/>
            </a:gs>
          </a:gsLst>
          <a:lin ang="5400000" scaled="0"/>
        </a:gradFill>
      </p:bgPr>
    </p:bg>
    <p:spTree>
      <p:nvGrpSpPr>
        <p:cNvPr id="49" name="Shape 49"/>
        <p:cNvGrpSpPr/>
        <p:nvPr/>
      </p:nvGrpSpPr>
      <p:grpSpPr>
        <a:xfrm>
          <a:off x="0" y="0"/>
          <a:ext cx="0" cy="0"/>
          <a:chOff x="0" y="0"/>
          <a:chExt cx="0" cy="0"/>
        </a:xfrm>
      </p:grpSpPr>
      <p:pic>
        <p:nvPicPr>
          <p:cNvPr descr="Shape&#10;&#10;Description automatically generated with medium confidence" id="50" name="Google Shape;50;p30"/>
          <p:cNvPicPr preferRelativeResize="0"/>
          <p:nvPr/>
        </p:nvPicPr>
        <p:blipFill rotWithShape="1">
          <a:blip r:embed="rId2">
            <a:alphaModFix amt="25000"/>
          </a:blip>
          <a:srcRect b="0" l="0" r="0" t="0"/>
          <a:stretch/>
        </p:blipFill>
        <p:spPr>
          <a:xfrm>
            <a:off x="0" y="0"/>
            <a:ext cx="12192000" cy="6858000"/>
          </a:xfrm>
          <a:prstGeom prst="rect">
            <a:avLst/>
          </a:prstGeom>
          <a:noFill/>
          <a:ln>
            <a:noFill/>
          </a:ln>
        </p:spPr>
      </p:pic>
      <p:sp>
        <p:nvSpPr>
          <p:cNvPr id="51" name="Google Shape;51;p30"/>
          <p:cNvSpPr txBox="1"/>
          <p:nvPr>
            <p:ph type="title"/>
          </p:nvPr>
        </p:nvSpPr>
        <p:spPr>
          <a:xfrm>
            <a:off x="3253582" y="1665431"/>
            <a:ext cx="5684836" cy="978729"/>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Clr>
                <a:schemeClr val="lt1"/>
              </a:buClr>
              <a:buSzPts val="3200"/>
              <a:buFont typeface="Arial"/>
              <a:buNone/>
              <a:defRPr b="1"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 type="body"/>
          </p:nvPr>
        </p:nvSpPr>
        <p:spPr>
          <a:xfrm>
            <a:off x="3253582" y="2573820"/>
            <a:ext cx="5684836" cy="427746"/>
          </a:xfrm>
          <a:prstGeom prst="rect">
            <a:avLst/>
          </a:prstGeom>
          <a:noFill/>
          <a:ln>
            <a:noFill/>
          </a:ln>
        </p:spPr>
        <p:txBody>
          <a:bodyPr anchorCtr="0" anchor="t" bIns="45700" lIns="91425" spcFirstLastPara="1" rIns="91425" wrap="square" tIns="45700">
            <a:spAutoFit/>
          </a:bodyPr>
          <a:lstStyle>
            <a:lvl1pPr indent="-228600" lvl="0" marL="457200" algn="l">
              <a:lnSpc>
                <a:spcPct val="120000"/>
              </a:lnSpc>
              <a:spcBef>
                <a:spcPts val="1000"/>
              </a:spcBef>
              <a:spcAft>
                <a:spcPts val="0"/>
              </a:spcAft>
              <a:buSzPts val="2000"/>
              <a:buNone/>
              <a:defRPr sz="2000">
                <a:solidFill>
                  <a:schemeClr val="accent6"/>
                </a:solidFil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
        <p:nvSpPr>
          <p:cNvPr id="53" name="Google Shape;53;p30"/>
          <p:cNvSpPr/>
          <p:nvPr/>
        </p:nvSpPr>
        <p:spPr>
          <a:xfrm rot="-2700000">
            <a:off x="1043667" y="461049"/>
            <a:ext cx="457711" cy="457711"/>
          </a:xfrm>
          <a:prstGeom prst="ellipse">
            <a:avLst/>
          </a:prstGeom>
          <a:gradFill>
            <a:gsLst>
              <a:gs pos="0">
                <a:srgbClr val="E070EA"/>
              </a:gs>
              <a:gs pos="100000">
                <a:srgbClr val="6567D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 name="Google Shape;54;p30"/>
          <p:cNvSpPr/>
          <p:nvPr/>
        </p:nvSpPr>
        <p:spPr>
          <a:xfrm>
            <a:off x="10237745" y="-1264350"/>
            <a:ext cx="3908510" cy="3908510"/>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5" name="Google Shape;55;p30"/>
          <p:cNvSpPr/>
          <p:nvPr/>
        </p:nvSpPr>
        <p:spPr>
          <a:xfrm rot="-2700000">
            <a:off x="10363730" y="1551114"/>
            <a:ext cx="337718" cy="337718"/>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6" name="Google Shape;56;p30"/>
          <p:cNvSpPr/>
          <p:nvPr/>
        </p:nvSpPr>
        <p:spPr>
          <a:xfrm>
            <a:off x="-723409" y="3218688"/>
            <a:ext cx="2095017" cy="2095017"/>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7" name="Google Shape;57;p30"/>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8" name="Google Shape;58;p30"/>
          <p:cNvPicPr preferRelativeResize="0"/>
          <p:nvPr/>
        </p:nvPicPr>
        <p:blipFill rotWithShape="1">
          <a:blip r:embed="rId3">
            <a:alphaModFix/>
          </a:blip>
          <a:srcRect b="0" l="0" r="0" t="0"/>
          <a:stretch/>
        </p:blipFill>
        <p:spPr>
          <a:xfrm>
            <a:off x="707572" y="6155037"/>
            <a:ext cx="482600" cy="495300"/>
          </a:xfrm>
          <a:prstGeom prst="rect">
            <a:avLst/>
          </a:prstGeom>
          <a:noFill/>
          <a:ln>
            <a:noFill/>
          </a:ln>
        </p:spPr>
      </p:pic>
      <p:sp>
        <p:nvSpPr>
          <p:cNvPr id="59" name="Google Shape;59;p30"/>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300"/>
                                        <p:tgtEl>
                                          <p:spTgt spid="56"/>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53"/>
                                        </p:tgtEl>
                                        <p:attrNameLst>
                                          <p:attrName>style.visibility</p:attrName>
                                        </p:attrNameLst>
                                      </p:cBhvr>
                                      <p:to>
                                        <p:strVal val="visible"/>
                                      </p:to>
                                    </p:set>
                                    <p:animEffect filter="fade" transition="in">
                                      <p:cBhvr>
                                        <p:cTn dur="300"/>
                                        <p:tgtEl>
                                          <p:spTgt spid="53"/>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300"/>
                                        <p:tgtEl>
                                          <p:spTgt spid="54"/>
                                        </p:tgtEl>
                                      </p:cBhvr>
                                    </p:animEffect>
                                  </p:childTnLst>
                                </p:cTn>
                              </p:par>
                            </p:childTnLst>
                          </p:cTn>
                        </p:par>
                        <p:par>
                          <p:cTn fill="hold">
                            <p:stCondLst>
                              <p:cond delay="900"/>
                            </p:stCondLst>
                            <p:childTnLst>
                              <p:par>
                                <p:cTn fill="hold" nodeType="after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300"/>
                                        <p:tgtEl>
                                          <p:spTgt spid="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RG gradient ring">
  <p:cSld name="Title w/ Large Text Opt 2 - White_1">
    <p:bg>
      <p:bgPr>
        <a:gradFill>
          <a:gsLst>
            <a:gs pos="0">
              <a:schemeClr val="lt1"/>
            </a:gs>
            <a:gs pos="25000">
              <a:schemeClr val="lt1"/>
            </a:gs>
            <a:gs pos="80000">
              <a:schemeClr val="lt2"/>
            </a:gs>
            <a:gs pos="100000">
              <a:schemeClr val="lt2"/>
            </a:gs>
          </a:gsLst>
          <a:lin ang="0" scaled="0"/>
        </a:gradFill>
      </p:bgPr>
    </p:bg>
    <p:spTree>
      <p:nvGrpSpPr>
        <p:cNvPr id="60" name="Shape 60"/>
        <p:cNvGrpSpPr/>
        <p:nvPr/>
      </p:nvGrpSpPr>
      <p:grpSpPr>
        <a:xfrm>
          <a:off x="0" y="0"/>
          <a:ext cx="0" cy="0"/>
          <a:chOff x="0" y="0"/>
          <a:chExt cx="0" cy="0"/>
        </a:xfrm>
      </p:grpSpPr>
      <p:pic>
        <p:nvPicPr>
          <p:cNvPr id="61" name="Google Shape;61;p33"/>
          <p:cNvPicPr preferRelativeResize="0"/>
          <p:nvPr/>
        </p:nvPicPr>
        <p:blipFill rotWithShape="1">
          <a:blip r:embed="rId2">
            <a:alphaModFix/>
          </a:blip>
          <a:srcRect b="0" l="0" r="0" t="0"/>
          <a:stretch/>
        </p:blipFill>
        <p:spPr>
          <a:xfrm rot="-2143391">
            <a:off x="9397425" y="3907232"/>
            <a:ext cx="7715597" cy="7432693"/>
          </a:xfrm>
          <a:prstGeom prst="rect">
            <a:avLst/>
          </a:prstGeom>
          <a:noFill/>
          <a:ln>
            <a:noFill/>
          </a:ln>
        </p:spPr>
      </p:pic>
      <p:pic>
        <p:nvPicPr>
          <p:cNvPr id="62" name="Google Shape;62;p33"/>
          <p:cNvPicPr preferRelativeResize="0"/>
          <p:nvPr/>
        </p:nvPicPr>
        <p:blipFill rotWithShape="1">
          <a:blip r:embed="rId3">
            <a:alphaModFix/>
          </a:blip>
          <a:srcRect b="0" l="0" r="0" t="0"/>
          <a:stretch/>
        </p:blipFill>
        <p:spPr>
          <a:xfrm>
            <a:off x="460476" y="6279472"/>
            <a:ext cx="370184" cy="379900"/>
          </a:xfrm>
          <a:prstGeom prst="rect">
            <a:avLst/>
          </a:prstGeom>
          <a:noFill/>
          <a:ln>
            <a:noFill/>
          </a:ln>
        </p:spPr>
      </p:pic>
      <p:sp>
        <p:nvSpPr>
          <p:cNvPr id="63" name="Google Shape;63;p33"/>
          <p:cNvSpPr txBox="1"/>
          <p:nvPr/>
        </p:nvSpPr>
        <p:spPr>
          <a:xfrm>
            <a:off x="11008154" y="6346287"/>
            <a:ext cx="922500" cy="2463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C2074"/>
                </a:solidFill>
                <a:latin typeface="Arial"/>
                <a:ea typeface="Arial"/>
                <a:cs typeface="Arial"/>
                <a:sym typeface="Arial"/>
              </a:rPr>
              <a:t>‹#›</a:t>
            </a:fld>
            <a:endParaRPr b="0" i="0" sz="1000" u="none" cap="none" strike="noStrike">
              <a:solidFill>
                <a:srgbClr val="5C2074"/>
              </a:solidFill>
              <a:latin typeface="Arial"/>
              <a:ea typeface="Arial"/>
              <a:cs typeface="Arial"/>
              <a:sym typeface="Arial"/>
            </a:endParaRPr>
          </a:p>
        </p:txBody>
      </p:sp>
      <p:sp>
        <p:nvSpPr>
          <p:cNvPr id="64" name="Google Shape;64;p33"/>
          <p:cNvSpPr txBox="1"/>
          <p:nvPr>
            <p:ph type="title"/>
          </p:nvPr>
        </p:nvSpPr>
        <p:spPr>
          <a:xfrm>
            <a:off x="460475" y="454900"/>
            <a:ext cx="6167400" cy="647400"/>
          </a:xfrm>
          <a:prstGeom prst="rect">
            <a:avLst/>
          </a:prstGeom>
          <a:noFill/>
          <a:ln>
            <a:noFill/>
          </a:ln>
        </p:spPr>
        <p:txBody>
          <a:bodyPr anchorCtr="0" anchor="b" bIns="45700" lIns="91425" spcFirstLastPara="1" rIns="91425" wrap="square" tIns="45700">
            <a:spAutoFit/>
          </a:bodyPr>
          <a:lstStyle>
            <a:lvl1pPr lvl="0" algn="l">
              <a:lnSpc>
                <a:spcPct val="115000"/>
              </a:lnSpc>
              <a:spcBef>
                <a:spcPts val="0"/>
              </a:spcBef>
              <a:spcAft>
                <a:spcPts val="0"/>
              </a:spcAft>
              <a:buClr>
                <a:schemeClr val="dk1"/>
              </a:buClr>
              <a:buSzPts val="3000"/>
              <a:buFont typeface="Inter"/>
              <a:buNone/>
              <a:defRPr b="1" sz="3000" cap="none">
                <a:solidFill>
                  <a:schemeClr val="dk1"/>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5" name="Google Shape;65;p33"/>
          <p:cNvSpPr txBox="1"/>
          <p:nvPr/>
        </p:nvSpPr>
        <p:spPr>
          <a:xfrm>
            <a:off x="1840675" y="5106400"/>
            <a:ext cx="3819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3"/>
          <p:cNvSpPr txBox="1"/>
          <p:nvPr>
            <p:ph idx="1" type="subTitle"/>
          </p:nvPr>
        </p:nvSpPr>
        <p:spPr>
          <a:xfrm>
            <a:off x="460475" y="1026100"/>
            <a:ext cx="5473200" cy="647400"/>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SzPts val="1500"/>
              <a:buFont typeface="Inter Medium"/>
              <a:buNone/>
              <a:defRPr sz="1500">
                <a:latin typeface="Inter Medium"/>
                <a:ea typeface="Inter Medium"/>
                <a:cs typeface="Inter Medium"/>
                <a:sym typeface="Inter Medium"/>
              </a:defRPr>
            </a:lvl1pPr>
            <a:lvl2pPr lvl="1" algn="l">
              <a:lnSpc>
                <a:spcPct val="110000"/>
              </a:lnSpc>
              <a:spcBef>
                <a:spcPts val="500"/>
              </a:spcBef>
              <a:spcAft>
                <a:spcPts val="0"/>
              </a:spcAft>
              <a:buSzPts val="1400"/>
              <a:buNone/>
              <a:defRPr/>
            </a:lvl2pPr>
            <a:lvl3pPr lvl="2" algn="l">
              <a:lnSpc>
                <a:spcPct val="110000"/>
              </a:lnSpc>
              <a:spcBef>
                <a:spcPts val="500"/>
              </a:spcBef>
              <a:spcAft>
                <a:spcPts val="0"/>
              </a:spcAft>
              <a:buSzPts val="1400"/>
              <a:buNone/>
              <a:defRPr/>
            </a:lvl3pPr>
            <a:lvl4pPr lvl="3" algn="l">
              <a:lnSpc>
                <a:spcPct val="110000"/>
              </a:lnSpc>
              <a:spcBef>
                <a:spcPts val="500"/>
              </a:spcBef>
              <a:spcAft>
                <a:spcPts val="0"/>
              </a:spcAft>
              <a:buSzPts val="1400"/>
              <a:buNone/>
              <a:defRPr/>
            </a:lvl4pPr>
            <a:lvl5pPr lvl="4" algn="l">
              <a:lnSpc>
                <a:spcPct val="110000"/>
              </a:lnSpc>
              <a:spcBef>
                <a:spcPts val="500"/>
              </a:spcBef>
              <a:spcAft>
                <a:spcPts val="0"/>
              </a:spcAft>
              <a:buSzPts val="14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circle &amp; ring">
  <p:cSld name="Chart - White_1">
    <p:bg>
      <p:bgPr>
        <a:gradFill>
          <a:gsLst>
            <a:gs pos="0">
              <a:schemeClr val="lt1"/>
            </a:gs>
            <a:gs pos="70000">
              <a:schemeClr val="lt1"/>
            </a:gs>
            <a:gs pos="100000">
              <a:schemeClr val="lt2"/>
            </a:gs>
          </a:gsLst>
          <a:lin ang="5400700" scaled="0"/>
        </a:gradFill>
      </p:bgPr>
    </p:bg>
    <p:spTree>
      <p:nvGrpSpPr>
        <p:cNvPr id="67" name="Shape 67"/>
        <p:cNvGrpSpPr/>
        <p:nvPr/>
      </p:nvGrpSpPr>
      <p:grpSpPr>
        <a:xfrm>
          <a:off x="0" y="0"/>
          <a:ext cx="0" cy="0"/>
          <a:chOff x="0" y="0"/>
          <a:chExt cx="0" cy="0"/>
        </a:xfrm>
      </p:grpSpPr>
      <p:sp>
        <p:nvSpPr>
          <p:cNvPr id="68" name="Google Shape;68;p34"/>
          <p:cNvSpPr txBox="1"/>
          <p:nvPr>
            <p:ph type="title"/>
          </p:nvPr>
        </p:nvSpPr>
        <p:spPr>
          <a:xfrm>
            <a:off x="456625" y="459400"/>
            <a:ext cx="6373200" cy="633300"/>
          </a:xfrm>
          <a:prstGeom prst="rect">
            <a:avLst/>
          </a:prstGeom>
          <a:noFill/>
          <a:ln>
            <a:noFill/>
          </a:ln>
        </p:spPr>
        <p:txBody>
          <a:bodyPr anchorCtr="0" anchor="t" bIns="45700" lIns="91425" spcFirstLastPara="1" rIns="91425" wrap="square" tIns="45700">
            <a:normAutofit/>
          </a:bodyPr>
          <a:lstStyle>
            <a:lvl1pPr lvl="0" algn="l">
              <a:lnSpc>
                <a:spcPct val="115000"/>
              </a:lnSpc>
              <a:spcBef>
                <a:spcPts val="0"/>
              </a:spcBef>
              <a:spcAft>
                <a:spcPts val="0"/>
              </a:spcAft>
              <a:buSzPts val="3000"/>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69" name="Google Shape;69;p34"/>
          <p:cNvPicPr preferRelativeResize="0"/>
          <p:nvPr/>
        </p:nvPicPr>
        <p:blipFill rotWithShape="1">
          <a:blip r:embed="rId2">
            <a:alphaModFix/>
          </a:blip>
          <a:srcRect b="0" l="0" r="0" t="0"/>
          <a:stretch/>
        </p:blipFill>
        <p:spPr>
          <a:xfrm rot="-2330548">
            <a:off x="6545580" y="-2097143"/>
            <a:ext cx="2692109" cy="2692109"/>
          </a:xfrm>
          <a:prstGeom prst="rect">
            <a:avLst/>
          </a:prstGeom>
          <a:noFill/>
          <a:ln>
            <a:noFill/>
          </a:ln>
        </p:spPr>
      </p:pic>
      <p:pic>
        <p:nvPicPr>
          <p:cNvPr id="70" name="Google Shape;70;p34"/>
          <p:cNvPicPr preferRelativeResize="0"/>
          <p:nvPr/>
        </p:nvPicPr>
        <p:blipFill rotWithShape="1">
          <a:blip r:embed="rId3">
            <a:alphaModFix/>
          </a:blip>
          <a:srcRect b="0" l="0" r="0" t="0"/>
          <a:stretch/>
        </p:blipFill>
        <p:spPr>
          <a:xfrm>
            <a:off x="2584449" y="6264175"/>
            <a:ext cx="3539749" cy="3409950"/>
          </a:xfrm>
          <a:prstGeom prst="rect">
            <a:avLst/>
          </a:prstGeom>
          <a:noFill/>
          <a:ln>
            <a:noFill/>
          </a:ln>
        </p:spPr>
      </p:pic>
      <p:sp>
        <p:nvSpPr>
          <p:cNvPr id="71" name="Google Shape;71;p34"/>
          <p:cNvSpPr txBox="1"/>
          <p:nvPr>
            <p:ph idx="1" type="subTitle"/>
          </p:nvPr>
        </p:nvSpPr>
        <p:spPr>
          <a:xfrm>
            <a:off x="460475" y="1026100"/>
            <a:ext cx="5473200" cy="647400"/>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SzPts val="1500"/>
              <a:buFont typeface="Inter Medium"/>
              <a:buNone/>
              <a:defRPr sz="1500">
                <a:latin typeface="Inter Medium"/>
                <a:ea typeface="Inter Medium"/>
                <a:cs typeface="Inter Medium"/>
                <a:sym typeface="Inter Medium"/>
              </a:defRPr>
            </a:lvl1pPr>
            <a:lvl2pPr lvl="1" algn="l">
              <a:lnSpc>
                <a:spcPct val="110000"/>
              </a:lnSpc>
              <a:spcBef>
                <a:spcPts val="500"/>
              </a:spcBef>
              <a:spcAft>
                <a:spcPts val="0"/>
              </a:spcAft>
              <a:buSzPts val="1400"/>
              <a:buNone/>
              <a:defRPr/>
            </a:lvl2pPr>
            <a:lvl3pPr lvl="2" algn="l">
              <a:lnSpc>
                <a:spcPct val="110000"/>
              </a:lnSpc>
              <a:spcBef>
                <a:spcPts val="500"/>
              </a:spcBef>
              <a:spcAft>
                <a:spcPts val="0"/>
              </a:spcAft>
              <a:buSzPts val="1400"/>
              <a:buNone/>
              <a:defRPr/>
            </a:lvl3pPr>
            <a:lvl4pPr lvl="3" algn="l">
              <a:lnSpc>
                <a:spcPct val="110000"/>
              </a:lnSpc>
              <a:spcBef>
                <a:spcPts val="500"/>
              </a:spcBef>
              <a:spcAft>
                <a:spcPts val="0"/>
              </a:spcAft>
              <a:buSzPts val="1400"/>
              <a:buNone/>
              <a:defRPr/>
            </a:lvl4pPr>
            <a:lvl5pPr lvl="4" algn="l">
              <a:lnSpc>
                <a:spcPct val="110000"/>
              </a:lnSpc>
              <a:spcBef>
                <a:spcPts val="500"/>
              </a:spcBef>
              <a:spcAft>
                <a:spcPts val="0"/>
              </a:spcAft>
              <a:buSzPts val="14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72" name="Google Shape;72;p34"/>
          <p:cNvPicPr preferRelativeResize="0"/>
          <p:nvPr/>
        </p:nvPicPr>
        <p:blipFill rotWithShape="1">
          <a:blip r:embed="rId4">
            <a:alphaModFix/>
          </a:blip>
          <a:srcRect b="0" l="0" r="0" t="0"/>
          <a:stretch/>
        </p:blipFill>
        <p:spPr>
          <a:xfrm>
            <a:off x="460476" y="6279472"/>
            <a:ext cx="370184" cy="379900"/>
          </a:xfrm>
          <a:prstGeom prst="rect">
            <a:avLst/>
          </a:prstGeom>
          <a:noFill/>
          <a:ln>
            <a:noFill/>
          </a:ln>
        </p:spPr>
      </p:pic>
      <p:sp>
        <p:nvSpPr>
          <p:cNvPr id="73" name="Google Shape;73;p34"/>
          <p:cNvSpPr txBox="1"/>
          <p:nvPr/>
        </p:nvSpPr>
        <p:spPr>
          <a:xfrm>
            <a:off x="11008154" y="6346287"/>
            <a:ext cx="922500" cy="2463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C2074"/>
                </a:solidFill>
                <a:latin typeface="Arial"/>
                <a:ea typeface="Arial"/>
                <a:cs typeface="Arial"/>
                <a:sym typeface="Arial"/>
              </a:rPr>
              <a:t>‹#›</a:t>
            </a:fld>
            <a:endParaRPr b="0" i="0" sz="1000" u="none" cap="none" strike="noStrike">
              <a:solidFill>
                <a:srgbClr val="5C2074"/>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Large Text Opt 2 - White">
  <p:cSld name="Title w/ Large Text Opt 2 - White">
    <p:bg>
      <p:bgPr>
        <a:gradFill>
          <a:gsLst>
            <a:gs pos="0">
              <a:schemeClr val="lt1"/>
            </a:gs>
            <a:gs pos="70000">
              <a:schemeClr val="lt1"/>
            </a:gs>
            <a:gs pos="100000">
              <a:schemeClr val="lt2"/>
            </a:gs>
          </a:gsLst>
          <a:lin ang="5400000" scaled="0"/>
        </a:gradFill>
      </p:bgPr>
    </p:bg>
    <p:spTree>
      <p:nvGrpSpPr>
        <p:cNvPr id="74" name="Shape 74"/>
        <p:cNvGrpSpPr/>
        <p:nvPr/>
      </p:nvGrpSpPr>
      <p:grpSpPr>
        <a:xfrm>
          <a:off x="0" y="0"/>
          <a:ext cx="0" cy="0"/>
          <a:chOff x="0" y="0"/>
          <a:chExt cx="0" cy="0"/>
        </a:xfrm>
      </p:grpSpPr>
      <p:pic>
        <p:nvPicPr>
          <p:cNvPr descr="Shape&#10;&#10;Description automatically generated with medium confidence" id="75" name="Google Shape;75;p35"/>
          <p:cNvPicPr preferRelativeResize="0"/>
          <p:nvPr/>
        </p:nvPicPr>
        <p:blipFill rotWithShape="1">
          <a:blip r:embed="rId2">
            <a:alphaModFix amt="5000"/>
          </a:blip>
          <a:srcRect b="0" l="0" r="0" t="0"/>
          <a:stretch/>
        </p:blipFill>
        <p:spPr>
          <a:xfrm>
            <a:off x="0" y="0"/>
            <a:ext cx="12192000" cy="6858000"/>
          </a:xfrm>
          <a:prstGeom prst="rect">
            <a:avLst/>
          </a:prstGeom>
          <a:noFill/>
          <a:ln>
            <a:noFill/>
          </a:ln>
        </p:spPr>
      </p:pic>
      <p:sp>
        <p:nvSpPr>
          <p:cNvPr id="76" name="Google Shape;76;p35"/>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C2074"/>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5"/>
          <p:cNvSpPr/>
          <p:nvPr/>
        </p:nvSpPr>
        <p:spPr>
          <a:xfrm rot="-2700000">
            <a:off x="1043667" y="461049"/>
            <a:ext cx="457711" cy="457711"/>
          </a:xfrm>
          <a:prstGeom prst="ellipse">
            <a:avLst/>
          </a:prstGeom>
          <a:gradFill>
            <a:gsLst>
              <a:gs pos="0">
                <a:srgbClr val="E070EA"/>
              </a:gs>
              <a:gs pos="100000">
                <a:srgbClr val="6567D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 name="Google Shape;78;p35"/>
          <p:cNvSpPr/>
          <p:nvPr/>
        </p:nvSpPr>
        <p:spPr>
          <a:xfrm>
            <a:off x="-723409" y="3218688"/>
            <a:ext cx="2095017" cy="2095017"/>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9" name="Google Shape;79;p35"/>
          <p:cNvSpPr/>
          <p:nvPr/>
        </p:nvSpPr>
        <p:spPr>
          <a:xfrm>
            <a:off x="10237745" y="-1264350"/>
            <a:ext cx="3908510" cy="3908510"/>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0" name="Google Shape;80;p35"/>
          <p:cNvSpPr/>
          <p:nvPr/>
        </p:nvSpPr>
        <p:spPr>
          <a:xfrm rot="-2700000">
            <a:off x="10363730" y="1551114"/>
            <a:ext cx="337718" cy="337718"/>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1" name="Google Shape;81;p35"/>
          <p:cNvPicPr preferRelativeResize="0"/>
          <p:nvPr/>
        </p:nvPicPr>
        <p:blipFill rotWithShape="1">
          <a:blip r:embed="rId3">
            <a:alphaModFix/>
          </a:blip>
          <a:srcRect b="0" l="0" r="0" t="0"/>
          <a:stretch/>
        </p:blipFill>
        <p:spPr>
          <a:xfrm>
            <a:off x="713604" y="6161228"/>
            <a:ext cx="470535" cy="482917"/>
          </a:xfrm>
          <a:prstGeom prst="rect">
            <a:avLst/>
          </a:prstGeom>
          <a:noFill/>
          <a:ln>
            <a:noFill/>
          </a:ln>
        </p:spPr>
      </p:pic>
      <p:sp>
        <p:nvSpPr>
          <p:cNvPr id="82" name="Google Shape;82;p35"/>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5C2074"/>
                </a:solidFill>
                <a:latin typeface="Arial"/>
                <a:ea typeface="Arial"/>
                <a:cs typeface="Arial"/>
                <a:sym typeface="Arial"/>
              </a:rPr>
              <a:t>‹#›</a:t>
            </a:fld>
            <a:endParaRPr b="0" i="0" sz="1200" u="none" cap="none" strike="noStrike">
              <a:solidFill>
                <a:srgbClr val="5C2074"/>
              </a:solidFill>
              <a:latin typeface="Arial"/>
              <a:ea typeface="Arial"/>
              <a:cs typeface="Arial"/>
              <a:sym typeface="Arial"/>
            </a:endParaRPr>
          </a:p>
        </p:txBody>
      </p:sp>
      <p:sp>
        <p:nvSpPr>
          <p:cNvPr id="83" name="Google Shape;83;p35"/>
          <p:cNvSpPr txBox="1"/>
          <p:nvPr>
            <p:ph type="title"/>
          </p:nvPr>
        </p:nvSpPr>
        <p:spPr>
          <a:xfrm>
            <a:off x="3253582" y="1665431"/>
            <a:ext cx="5684836" cy="978729"/>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Clr>
                <a:schemeClr val="dk1"/>
              </a:buClr>
              <a:buSzPts val="3200"/>
              <a:buFont typeface="Arial"/>
              <a:buNone/>
              <a:defRPr b="1"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5"/>
          <p:cNvSpPr txBox="1"/>
          <p:nvPr>
            <p:ph idx="1" type="body"/>
          </p:nvPr>
        </p:nvSpPr>
        <p:spPr>
          <a:xfrm>
            <a:off x="3253582" y="2573820"/>
            <a:ext cx="5684836" cy="427746"/>
          </a:xfrm>
          <a:prstGeom prst="rect">
            <a:avLst/>
          </a:prstGeom>
          <a:noFill/>
          <a:ln>
            <a:noFill/>
          </a:ln>
        </p:spPr>
        <p:txBody>
          <a:bodyPr anchorCtr="0" anchor="t" bIns="45700" lIns="91425" spcFirstLastPara="1" rIns="91425" wrap="square" tIns="45700">
            <a:spAutoFit/>
          </a:bodyPr>
          <a:lstStyle>
            <a:lvl1pPr indent="-228600" lvl="0" marL="457200" algn="l">
              <a:lnSpc>
                <a:spcPct val="120000"/>
              </a:lnSpc>
              <a:spcBef>
                <a:spcPts val="1000"/>
              </a:spcBef>
              <a:spcAft>
                <a:spcPts val="0"/>
              </a:spcAft>
              <a:buSzPts val="2000"/>
              <a:buNone/>
              <a:defRPr sz="2000">
                <a:solidFill>
                  <a:schemeClr val="dk2"/>
                </a:solidFil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300"/>
                                        <p:tgtEl>
                                          <p:spTgt spid="78"/>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300"/>
                                        <p:tgtEl>
                                          <p:spTgt spid="77"/>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300"/>
                                        <p:tgtEl>
                                          <p:spTgt spid="79"/>
                                        </p:tgtEl>
                                      </p:cBhvr>
                                    </p:animEffect>
                                  </p:childTnLst>
                                </p:cTn>
                              </p:par>
                            </p:childTnLst>
                          </p:cTn>
                        </p:par>
                        <p:par>
                          <p:cTn fill="hold">
                            <p:stCondLst>
                              <p:cond delay="900"/>
                            </p:stCondLst>
                            <p:childTnLst>
                              <p:par>
                                <p:cTn fill="hold" nodeType="after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300"/>
                                        <p:tgtEl>
                                          <p:spTgt spid="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1">
  <p:cSld name="7_Title Slide_1">
    <p:spTree>
      <p:nvGrpSpPr>
        <p:cNvPr id="85" name="Shape 85"/>
        <p:cNvGrpSpPr/>
        <p:nvPr/>
      </p:nvGrpSpPr>
      <p:grpSpPr>
        <a:xfrm>
          <a:off x="0" y="0"/>
          <a:ext cx="0" cy="0"/>
          <a:chOff x="0" y="0"/>
          <a:chExt cx="0" cy="0"/>
        </a:xfrm>
      </p:grpSpPr>
      <p:sp>
        <p:nvSpPr>
          <p:cNvPr id="86" name="Google Shape;86;p36"/>
          <p:cNvSpPr/>
          <p:nvPr/>
        </p:nvSpPr>
        <p:spPr>
          <a:xfrm rot="-5400000">
            <a:off x="4704929" y="-4703868"/>
            <a:ext cx="2780239" cy="12190095"/>
          </a:xfrm>
          <a:custGeom>
            <a:rect b="b" l="l" r="r" t="t"/>
            <a:pathLst>
              <a:path extrusionOk="0" h="6858000" w="6391355">
                <a:moveTo>
                  <a:pt x="1050758" y="0"/>
                </a:moveTo>
                <a:lnTo>
                  <a:pt x="6391355" y="0"/>
                </a:lnTo>
                <a:lnTo>
                  <a:pt x="6391355" y="6858000"/>
                </a:lnTo>
                <a:lnTo>
                  <a:pt x="816654" y="6858000"/>
                </a:lnTo>
                <a:lnTo>
                  <a:pt x="669666" y="6571010"/>
                </a:lnTo>
                <a:cubicBezTo>
                  <a:pt x="240503" y="5680351"/>
                  <a:pt x="0" y="4681677"/>
                  <a:pt x="0" y="3626830"/>
                </a:cubicBezTo>
                <a:cubicBezTo>
                  <a:pt x="0" y="2337573"/>
                  <a:pt x="359270" y="1132228"/>
                  <a:pt x="983156" y="105449"/>
                </a:cubicBezTo>
                <a:lnTo>
                  <a:pt x="1050758" y="0"/>
                </a:lnTo>
                <a:close/>
              </a:path>
            </a:pathLst>
          </a:custGeom>
          <a:gradFill>
            <a:gsLst>
              <a:gs pos="0">
                <a:srgbClr val="5C2074"/>
              </a:gs>
              <a:gs pos="100000">
                <a:srgbClr val="48195A"/>
              </a:gs>
            </a:gsLst>
            <a:lin ang="10800025" scaled="0"/>
          </a:gradFill>
          <a:ln>
            <a:noFill/>
          </a:ln>
          <a:effectLst>
            <a:outerShdw blurRad="50800" rotWithShape="0" algn="tr" dir="8100000"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chemeClr val="dk1"/>
              </a:buClr>
              <a:buSzPts val="2800"/>
              <a:buFont typeface="Open Sans"/>
              <a:buNone/>
            </a:pPr>
            <a:r>
              <a:t/>
            </a:r>
            <a:endParaRPr b="0" i="0" sz="2800" u="none" cap="none" strike="noStrike">
              <a:solidFill>
                <a:srgbClr val="FFFFFF"/>
              </a:solidFill>
              <a:latin typeface="Roboto"/>
              <a:ea typeface="Roboto"/>
              <a:cs typeface="Roboto"/>
              <a:sym typeface="Roboto"/>
            </a:endParaRPr>
          </a:p>
        </p:txBody>
      </p:sp>
      <p:pic>
        <p:nvPicPr>
          <p:cNvPr descr="A picture containing logo&#10;&#10;Description automatically generated" id="87" name="Google Shape;87;p36"/>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88" name="Google Shape;88;p36"/>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36"/>
          <p:cNvSpPr txBox="1"/>
          <p:nvPr>
            <p:ph idx="11" type="ftr"/>
          </p:nvPr>
        </p:nvSpPr>
        <p:spPr>
          <a:xfrm>
            <a:off x="2228075" y="6390900"/>
            <a:ext cx="7158000" cy="425700"/>
          </a:xfrm>
          <a:prstGeom prst="rect">
            <a:avLst/>
          </a:prstGeom>
          <a:noFill/>
          <a:ln>
            <a:noFill/>
          </a:ln>
        </p:spPr>
        <p:txBody>
          <a:bodyPr anchorCtr="0" anchor="t" bIns="34275" lIns="68575" spcFirstLastPara="1" rIns="68575" wrap="square" tIns="34275">
            <a:noAutofit/>
          </a:bodyPr>
          <a:lstStyle>
            <a:lvl1pPr lvl="0" marR="0" algn="l">
              <a:lnSpc>
                <a:spcPct val="100000"/>
              </a:lnSpc>
              <a:spcBef>
                <a:spcPts val="0"/>
              </a:spcBef>
              <a:spcAft>
                <a:spcPts val="0"/>
              </a:spcAft>
              <a:buClr>
                <a:schemeClr val="dk1"/>
              </a:buClr>
              <a:buSzPts val="1100"/>
              <a:buFont typeface="Inter"/>
              <a:buNone/>
              <a:defRPr b="0" i="0" sz="800" u="none" cap="none" strike="noStrike">
                <a:solidFill>
                  <a:schemeClr val="dk1"/>
                </a:solidFill>
                <a:latin typeface="Inter"/>
                <a:ea typeface="Inter"/>
                <a:cs typeface="Inter"/>
                <a:sym typeface="Inter"/>
              </a:defRPr>
            </a:lvl1pPr>
            <a:lvl2pPr lvl="1"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2pPr>
            <a:lvl3pPr lvl="2"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3pPr>
            <a:lvl4pPr lvl="3"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4pPr>
            <a:lvl5pPr lvl="4"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5pPr>
            <a:lvl6pPr lvl="5"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6pPr>
            <a:lvl7pPr lvl="6"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7pPr>
            <a:lvl8pPr lvl="7"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8pPr>
            <a:lvl9pPr lvl="8"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9pPr>
          </a:lstStyle>
          <a:p/>
        </p:txBody>
      </p:sp>
      <p:sp>
        <p:nvSpPr>
          <p:cNvPr id="90" name="Google Shape;90;p36"/>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algn="l">
              <a:lnSpc>
                <a:spcPct val="90000"/>
              </a:lnSpc>
              <a:spcBef>
                <a:spcPts val="1000"/>
              </a:spcBef>
              <a:spcAft>
                <a:spcPts val="0"/>
              </a:spcAft>
              <a:buClr>
                <a:schemeClr val="lt1"/>
              </a:buClr>
              <a:buSzPts val="2800"/>
              <a:buFont typeface="Arial"/>
              <a:buNone/>
              <a:defRPr b="1" i="0" sz="2800" u="none" cap="none" strike="noStrike">
                <a:solidFill>
                  <a:schemeClr val="lt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91" name="Google Shape;91;p36"/>
          <p:cNvSpPr txBox="1"/>
          <p:nvPr/>
        </p:nvSpPr>
        <p:spPr>
          <a:xfrm>
            <a:off x="10210153" y="6543412"/>
            <a:ext cx="1408500" cy="215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BFBFBF"/>
                </a:solidFill>
                <a:latin typeface="Arial"/>
                <a:ea typeface="Arial"/>
                <a:cs typeface="Arial"/>
                <a:sym typeface="Arial"/>
              </a:rPr>
              <a:t>Private and confidential.</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plit - Purple &amp; White">
  <p:cSld name="Content Split - Purple &amp; White">
    <p:bg>
      <p:bgPr>
        <a:gradFill>
          <a:gsLst>
            <a:gs pos="0">
              <a:schemeClr val="lt1"/>
            </a:gs>
            <a:gs pos="70000">
              <a:schemeClr val="lt1"/>
            </a:gs>
            <a:gs pos="100000">
              <a:schemeClr val="lt2"/>
            </a:gs>
          </a:gsLst>
          <a:lin ang="5400000" scaled="0"/>
        </a:gradFill>
      </p:bgPr>
    </p:bg>
    <p:spTree>
      <p:nvGrpSpPr>
        <p:cNvPr id="92" name="Shape 92"/>
        <p:cNvGrpSpPr/>
        <p:nvPr/>
      </p:nvGrpSpPr>
      <p:grpSpPr>
        <a:xfrm>
          <a:off x="0" y="0"/>
          <a:ext cx="0" cy="0"/>
          <a:chOff x="0" y="0"/>
          <a:chExt cx="0" cy="0"/>
        </a:xfrm>
      </p:grpSpPr>
      <p:pic>
        <p:nvPicPr>
          <p:cNvPr descr="Shape&#10;&#10;Description automatically generated with medium confidence" id="93" name="Google Shape;93;p37"/>
          <p:cNvPicPr preferRelativeResize="0"/>
          <p:nvPr/>
        </p:nvPicPr>
        <p:blipFill rotWithShape="1">
          <a:blip r:embed="rId2">
            <a:alphaModFix amt="5000"/>
          </a:blip>
          <a:srcRect b="0" l="0" r="0" t="0"/>
          <a:stretch/>
        </p:blipFill>
        <p:spPr>
          <a:xfrm>
            <a:off x="0" y="0"/>
            <a:ext cx="12192000" cy="6858000"/>
          </a:xfrm>
          <a:prstGeom prst="rect">
            <a:avLst/>
          </a:prstGeom>
          <a:noFill/>
          <a:ln>
            <a:noFill/>
          </a:ln>
        </p:spPr>
      </p:pic>
      <p:sp>
        <p:nvSpPr>
          <p:cNvPr id="94" name="Google Shape;94;p37"/>
          <p:cNvSpPr/>
          <p:nvPr/>
        </p:nvSpPr>
        <p:spPr>
          <a:xfrm>
            <a:off x="0" y="0"/>
            <a:ext cx="12192000" cy="3040366"/>
          </a:xfrm>
          <a:prstGeom prst="rect">
            <a:avLst/>
          </a:prstGeom>
          <a:gradFill>
            <a:gsLst>
              <a:gs pos="0">
                <a:srgbClr val="5C2074"/>
              </a:gs>
              <a:gs pos="66000">
                <a:srgbClr val="5C2074"/>
              </a:gs>
              <a:gs pos="100000">
                <a:srgbClr val="32123F"/>
              </a:gs>
            </a:gsLst>
            <a:lin ang="16200000" scaled="0"/>
          </a:gradFill>
          <a:ln cap="flat" cmpd="sng" w="12700">
            <a:solidFill>
              <a:srgbClr val="A251A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 name="Google Shape;95;p37"/>
          <p:cNvSpPr/>
          <p:nvPr/>
        </p:nvSpPr>
        <p:spPr>
          <a:xfrm>
            <a:off x="-1" y="1930086"/>
            <a:ext cx="12192001" cy="2542161"/>
          </a:xfrm>
          <a:custGeom>
            <a:rect b="b" l="l" r="r" t="t"/>
            <a:pathLst>
              <a:path extrusionOk="0" h="2612917" w="12531341">
                <a:moveTo>
                  <a:pt x="6260589" y="0"/>
                </a:moveTo>
                <a:cubicBezTo>
                  <a:pt x="8254787" y="0"/>
                  <a:pt x="10189988" y="252596"/>
                  <a:pt x="12035942" y="727538"/>
                </a:cubicBezTo>
                <a:lnTo>
                  <a:pt x="12531341" y="861595"/>
                </a:lnTo>
                <a:lnTo>
                  <a:pt x="12531341" y="2612917"/>
                </a:lnTo>
                <a:lnTo>
                  <a:pt x="0" y="2612917"/>
                </a:lnTo>
                <a:lnTo>
                  <a:pt x="0" y="858845"/>
                </a:lnTo>
                <a:lnTo>
                  <a:pt x="485235" y="727538"/>
                </a:lnTo>
                <a:cubicBezTo>
                  <a:pt x="2331189" y="252596"/>
                  <a:pt x="4266391" y="0"/>
                  <a:pt x="6260589"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 name="Google Shape;96;p37"/>
          <p:cNvSpPr txBox="1"/>
          <p:nvPr>
            <p:ph type="title"/>
          </p:nvPr>
        </p:nvSpPr>
        <p:spPr>
          <a:xfrm>
            <a:off x="2107441" y="1081029"/>
            <a:ext cx="7977117" cy="535531"/>
          </a:xfrm>
          <a:prstGeom prst="rect">
            <a:avLst/>
          </a:prstGeom>
          <a:noFill/>
          <a:ln>
            <a:noFill/>
          </a:ln>
        </p:spPr>
        <p:txBody>
          <a:bodyPr anchorCtr="0" anchor="b" bIns="45700" lIns="91425" spcFirstLastPara="1" rIns="91425" wrap="square" tIns="45700">
            <a:spAutoFit/>
          </a:bodyPr>
          <a:lstStyle>
            <a:lvl1pPr lvl="0" algn="ctr">
              <a:lnSpc>
                <a:spcPct val="90000"/>
              </a:lnSpc>
              <a:spcBef>
                <a:spcPts val="0"/>
              </a:spcBef>
              <a:spcAft>
                <a:spcPts val="0"/>
              </a:spcAft>
              <a:buClr>
                <a:schemeClr val="lt1"/>
              </a:buClr>
              <a:buSzPts val="3200"/>
              <a:buFont typeface="Arial"/>
              <a:buNone/>
              <a:defRPr b="1"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7"/>
          <p:cNvSpPr txBox="1"/>
          <p:nvPr>
            <p:ph idx="1" type="body"/>
          </p:nvPr>
        </p:nvSpPr>
        <p:spPr>
          <a:xfrm>
            <a:off x="2107440" y="2573820"/>
            <a:ext cx="7977117" cy="427681"/>
          </a:xfrm>
          <a:prstGeom prst="rect">
            <a:avLst/>
          </a:prstGeom>
          <a:noFill/>
          <a:ln>
            <a:noFill/>
          </a:ln>
        </p:spPr>
        <p:txBody>
          <a:bodyPr anchorCtr="0" anchor="t" bIns="45700" lIns="91425" spcFirstLastPara="1" rIns="91425" wrap="square" tIns="45700">
            <a:spAutoFit/>
          </a:bodyPr>
          <a:lstStyle>
            <a:lvl1pPr indent="-228600" lvl="0" marL="457200" algn="l">
              <a:lnSpc>
                <a:spcPct val="120000"/>
              </a:lnSpc>
              <a:spcBef>
                <a:spcPts val="1000"/>
              </a:spcBef>
              <a:spcAft>
                <a:spcPts val="0"/>
              </a:spcAft>
              <a:buSzPts val="2000"/>
              <a:buNone/>
              <a:defRPr sz="2000">
                <a:solidFill>
                  <a:srgbClr val="5C2074"/>
                </a:solidFil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
        <p:nvSpPr>
          <p:cNvPr id="98" name="Google Shape;98;p37"/>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C2074"/>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99" name="Google Shape;99;p37"/>
          <p:cNvPicPr preferRelativeResize="0"/>
          <p:nvPr/>
        </p:nvPicPr>
        <p:blipFill rotWithShape="1">
          <a:blip r:embed="rId3">
            <a:alphaModFix/>
          </a:blip>
          <a:srcRect b="0" l="0" r="0" t="0"/>
          <a:stretch/>
        </p:blipFill>
        <p:spPr>
          <a:xfrm>
            <a:off x="713604" y="6161228"/>
            <a:ext cx="470535" cy="482917"/>
          </a:xfrm>
          <a:prstGeom prst="rect">
            <a:avLst/>
          </a:prstGeom>
          <a:noFill/>
          <a:ln>
            <a:noFill/>
          </a:ln>
        </p:spPr>
      </p:pic>
      <p:sp>
        <p:nvSpPr>
          <p:cNvPr id="100" name="Google Shape;100;p37"/>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5C2074"/>
                </a:solidFill>
                <a:latin typeface="Arial"/>
                <a:ea typeface="Arial"/>
                <a:cs typeface="Arial"/>
                <a:sym typeface="Arial"/>
              </a:rPr>
              <a:t>‹#›</a:t>
            </a:fld>
            <a:endParaRPr b="0" i="0" sz="1200" u="none" cap="none" strike="noStrike">
              <a:solidFill>
                <a:srgbClr val="5C2074"/>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tep 1 Pyramid">
  <p:cSld name="1_Step 1 Pyramid">
    <p:spTree>
      <p:nvGrpSpPr>
        <p:cNvPr id="101" name="Shape 101"/>
        <p:cNvGrpSpPr/>
        <p:nvPr/>
      </p:nvGrpSpPr>
      <p:grpSpPr>
        <a:xfrm>
          <a:off x="0" y="0"/>
          <a:ext cx="0" cy="0"/>
          <a:chOff x="0" y="0"/>
          <a:chExt cx="0" cy="0"/>
        </a:xfrm>
      </p:grpSpPr>
      <p:sp>
        <p:nvSpPr>
          <p:cNvPr id="102" name="Google Shape;102;p38"/>
          <p:cNvSpPr txBox="1"/>
          <p:nvPr>
            <p:ph type="title"/>
          </p:nvPr>
        </p:nvSpPr>
        <p:spPr>
          <a:xfrm>
            <a:off x="609600" y="274638"/>
            <a:ext cx="10972800" cy="944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 Purple">
  <p:cSld name="Chart - Purple">
    <p:bg>
      <p:bgPr>
        <a:gradFill>
          <a:gsLst>
            <a:gs pos="0">
              <a:srgbClr val="5C2074"/>
            </a:gs>
            <a:gs pos="25000">
              <a:srgbClr val="5C2074"/>
            </a:gs>
            <a:gs pos="90000">
              <a:srgbClr val="32123F"/>
            </a:gs>
            <a:gs pos="100000">
              <a:srgbClr val="32123F"/>
            </a:gs>
          </a:gsLst>
          <a:lin ang="5400000" scaled="0"/>
        </a:gradFill>
      </p:bgPr>
    </p:bg>
    <p:spTree>
      <p:nvGrpSpPr>
        <p:cNvPr id="103" name="Shape 103"/>
        <p:cNvGrpSpPr/>
        <p:nvPr/>
      </p:nvGrpSpPr>
      <p:grpSpPr>
        <a:xfrm>
          <a:off x="0" y="0"/>
          <a:ext cx="0" cy="0"/>
          <a:chOff x="0" y="0"/>
          <a:chExt cx="0" cy="0"/>
        </a:xfrm>
      </p:grpSpPr>
      <p:pic>
        <p:nvPicPr>
          <p:cNvPr descr="Shape&#10;&#10;Description automatically generated with medium confidence" id="104" name="Google Shape;104;p39"/>
          <p:cNvPicPr preferRelativeResize="0"/>
          <p:nvPr/>
        </p:nvPicPr>
        <p:blipFill rotWithShape="1">
          <a:blip r:embed="rId2">
            <a:alphaModFix amt="15000"/>
          </a:blip>
          <a:srcRect b="0" l="0" r="0" t="0"/>
          <a:stretch/>
        </p:blipFill>
        <p:spPr>
          <a:xfrm>
            <a:off x="0" y="0"/>
            <a:ext cx="12192000" cy="6858000"/>
          </a:xfrm>
          <a:prstGeom prst="rect">
            <a:avLst/>
          </a:prstGeom>
          <a:noFill/>
          <a:ln>
            <a:noFill/>
          </a:ln>
        </p:spPr>
      </p:pic>
      <p:sp>
        <p:nvSpPr>
          <p:cNvPr id="105" name="Google Shape;105;p39"/>
          <p:cNvSpPr/>
          <p:nvPr>
            <p:ph idx="2" type="chart"/>
          </p:nvPr>
        </p:nvSpPr>
        <p:spPr>
          <a:xfrm>
            <a:off x="2216150" y="616502"/>
            <a:ext cx="7772400" cy="5008563"/>
          </a:xfrm>
          <a:prstGeom prst="rect">
            <a:avLst/>
          </a:prstGeom>
          <a:noFill/>
          <a:ln>
            <a:noFill/>
          </a:ln>
        </p:spPr>
        <p:txBody>
          <a:bodyPr anchorCtr="0" anchor="t" bIns="45700" lIns="91425" spcFirstLastPara="1" rIns="91425" wrap="square" tIns="45700">
            <a:noAutofit/>
          </a:bodyPr>
          <a:lstStyle>
            <a:lvl1pPr lvl="0" marR="0" rtl="0" algn="l">
              <a:lnSpc>
                <a:spcPct val="110000"/>
              </a:lnSpc>
              <a:spcBef>
                <a:spcPts val="1000"/>
              </a:spcBef>
              <a:spcAft>
                <a:spcPts val="0"/>
              </a:spcAft>
              <a:buClr>
                <a:srgbClr val="E070EA"/>
              </a:buClr>
              <a:buSzPts val="1400"/>
              <a:buFont typeface="Arial"/>
              <a:buChar char="•"/>
              <a:defRPr b="0" i="0" sz="1400" u="none" cap="none" strike="noStrike">
                <a:solidFill>
                  <a:schemeClr val="accent6"/>
                </a:solidFill>
                <a:latin typeface="Arial"/>
                <a:ea typeface="Arial"/>
                <a:cs typeface="Arial"/>
                <a:sym typeface="Arial"/>
              </a:defRPr>
            </a:lvl1pPr>
            <a:lvl2pPr lvl="1"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2pPr>
            <a:lvl3pPr lvl="2"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3pPr>
            <a:lvl4pPr lvl="3"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4pPr>
            <a:lvl5pPr lvl="4"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6" name="Google Shape;106;p39"/>
          <p:cNvSpPr/>
          <p:nvPr/>
        </p:nvSpPr>
        <p:spPr>
          <a:xfrm>
            <a:off x="-2460710" y="-2097727"/>
            <a:ext cx="3908510" cy="3908510"/>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 name="Google Shape;107;p39"/>
          <p:cNvSpPr/>
          <p:nvPr/>
        </p:nvSpPr>
        <p:spPr>
          <a:xfrm>
            <a:off x="9514389" y="-921808"/>
            <a:ext cx="1401501" cy="1401501"/>
          </a:xfrm>
          <a:prstGeom prst="ellipse">
            <a:avLst/>
          </a:prstGeom>
          <a:noFill/>
          <a:ln cap="flat" cmpd="sng" w="50800">
            <a:solidFill>
              <a:srgbClr val="E070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8" name="Google Shape;108;p39"/>
          <p:cNvSpPr/>
          <p:nvPr/>
        </p:nvSpPr>
        <p:spPr>
          <a:xfrm>
            <a:off x="950388" y="802820"/>
            <a:ext cx="312517" cy="312517"/>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9" name="Google Shape;109;p39"/>
          <p:cNvSpPr/>
          <p:nvPr/>
        </p:nvSpPr>
        <p:spPr>
          <a:xfrm>
            <a:off x="10486662" y="3721393"/>
            <a:ext cx="2477947" cy="2477947"/>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0" name="Google Shape;110;p39"/>
          <p:cNvSpPr/>
          <p:nvPr/>
        </p:nvSpPr>
        <p:spPr>
          <a:xfrm rot="-2700000">
            <a:off x="12015784" y="2703987"/>
            <a:ext cx="600620" cy="600620"/>
          </a:xfrm>
          <a:prstGeom prst="ellipse">
            <a:avLst/>
          </a:prstGeom>
          <a:gradFill>
            <a:gsLst>
              <a:gs pos="0">
                <a:srgbClr val="E070EA"/>
              </a:gs>
              <a:gs pos="100000">
                <a:srgbClr val="6567D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1" name="Google Shape;111;p39"/>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12" name="Google Shape;112;p39"/>
          <p:cNvPicPr preferRelativeResize="0"/>
          <p:nvPr/>
        </p:nvPicPr>
        <p:blipFill rotWithShape="1">
          <a:blip r:embed="rId3">
            <a:alphaModFix/>
          </a:blip>
          <a:srcRect b="0" l="0" r="0" t="0"/>
          <a:stretch/>
        </p:blipFill>
        <p:spPr>
          <a:xfrm>
            <a:off x="707572" y="6155037"/>
            <a:ext cx="482600" cy="495300"/>
          </a:xfrm>
          <a:prstGeom prst="rect">
            <a:avLst/>
          </a:prstGeom>
          <a:noFill/>
          <a:ln>
            <a:noFill/>
          </a:ln>
        </p:spPr>
      </p:pic>
      <p:sp>
        <p:nvSpPr>
          <p:cNvPr id="113" name="Google Shape;113;p39"/>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300"/>
                                        <p:tgtEl>
                                          <p:spTgt spid="106"/>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300"/>
                                        <p:tgtEl>
                                          <p:spTgt spid="108"/>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300"/>
                                        <p:tgtEl>
                                          <p:spTgt spid="107"/>
                                        </p:tgtEl>
                                      </p:cBhvr>
                                    </p:animEffect>
                                  </p:childTnLst>
                                </p:cTn>
                              </p:par>
                            </p:childTnLst>
                          </p:cTn>
                        </p:par>
                        <p:par>
                          <p:cTn fill="hold">
                            <p:stCondLst>
                              <p:cond delay="900"/>
                            </p:stCondLst>
                            <p:childTnLst>
                              <p:par>
                                <p:cTn fill="hold" nodeType="after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300"/>
                                        <p:tgtEl>
                                          <p:spTgt spid="110"/>
                                        </p:tgtEl>
                                      </p:cBhvr>
                                    </p:animEffect>
                                  </p:childTnLst>
                                </p:cTn>
                              </p:par>
                            </p:childTnLst>
                          </p:cTn>
                        </p:par>
                        <p:par>
                          <p:cTn fill="hold">
                            <p:stCondLst>
                              <p:cond delay="1200"/>
                            </p:stCondLst>
                            <p:childTnLst>
                              <p:par>
                                <p:cTn fill="hold" nodeType="after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3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Large Text Opt 1 - Purple">
  <p:cSld name="Title w/ Large Text Opt 1 - Purple">
    <p:bg>
      <p:bgPr>
        <a:gradFill>
          <a:gsLst>
            <a:gs pos="0">
              <a:srgbClr val="5C2074"/>
            </a:gs>
            <a:gs pos="25000">
              <a:srgbClr val="5C2074"/>
            </a:gs>
            <a:gs pos="90000">
              <a:srgbClr val="32123F"/>
            </a:gs>
            <a:gs pos="100000">
              <a:srgbClr val="32123F"/>
            </a:gs>
          </a:gsLst>
          <a:lin ang="5400000" scaled="0"/>
        </a:gradFill>
      </p:bgPr>
    </p:bg>
    <p:spTree>
      <p:nvGrpSpPr>
        <p:cNvPr id="114" name="Shape 114"/>
        <p:cNvGrpSpPr/>
        <p:nvPr/>
      </p:nvGrpSpPr>
      <p:grpSpPr>
        <a:xfrm>
          <a:off x="0" y="0"/>
          <a:ext cx="0" cy="0"/>
          <a:chOff x="0" y="0"/>
          <a:chExt cx="0" cy="0"/>
        </a:xfrm>
      </p:grpSpPr>
      <p:pic>
        <p:nvPicPr>
          <p:cNvPr descr="Shape&#10;&#10;Description automatically generated with medium confidence" id="115" name="Google Shape;115;p40"/>
          <p:cNvPicPr preferRelativeResize="0"/>
          <p:nvPr/>
        </p:nvPicPr>
        <p:blipFill rotWithShape="1">
          <a:blip r:embed="rId2">
            <a:alphaModFix amt="25000"/>
          </a:blip>
          <a:srcRect b="0" l="0" r="0" t="0"/>
          <a:stretch/>
        </p:blipFill>
        <p:spPr>
          <a:xfrm>
            <a:off x="0" y="0"/>
            <a:ext cx="12192000" cy="6858000"/>
          </a:xfrm>
          <a:prstGeom prst="rect">
            <a:avLst/>
          </a:prstGeom>
          <a:noFill/>
          <a:ln>
            <a:noFill/>
          </a:ln>
        </p:spPr>
      </p:pic>
      <p:sp>
        <p:nvSpPr>
          <p:cNvPr id="116" name="Google Shape;116;p40"/>
          <p:cNvSpPr/>
          <p:nvPr/>
        </p:nvSpPr>
        <p:spPr>
          <a:xfrm>
            <a:off x="11485867" y="3218688"/>
            <a:ext cx="2095017" cy="2095017"/>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 name="Google Shape;117;p40"/>
          <p:cNvSpPr/>
          <p:nvPr/>
        </p:nvSpPr>
        <p:spPr>
          <a:xfrm>
            <a:off x="-1954255" y="-1264350"/>
            <a:ext cx="3908510" cy="3908510"/>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 name="Google Shape;118;p40"/>
          <p:cNvSpPr/>
          <p:nvPr/>
        </p:nvSpPr>
        <p:spPr>
          <a:xfrm rot="-2700000">
            <a:off x="10876823" y="3498944"/>
            <a:ext cx="337718" cy="337718"/>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 name="Google Shape;119;p40"/>
          <p:cNvSpPr/>
          <p:nvPr/>
        </p:nvSpPr>
        <p:spPr>
          <a:xfrm rot="-2700000">
            <a:off x="1043667" y="2668614"/>
            <a:ext cx="457711" cy="457711"/>
          </a:xfrm>
          <a:prstGeom prst="ellipse">
            <a:avLst/>
          </a:prstGeom>
          <a:gradFill>
            <a:gsLst>
              <a:gs pos="0">
                <a:srgbClr val="E070EA"/>
              </a:gs>
              <a:gs pos="100000">
                <a:srgbClr val="6567D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0" name="Google Shape;120;p40"/>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21" name="Google Shape;121;p40"/>
          <p:cNvPicPr preferRelativeResize="0"/>
          <p:nvPr/>
        </p:nvPicPr>
        <p:blipFill rotWithShape="1">
          <a:blip r:embed="rId3">
            <a:alphaModFix/>
          </a:blip>
          <a:srcRect b="0" l="0" r="0" t="0"/>
          <a:stretch/>
        </p:blipFill>
        <p:spPr>
          <a:xfrm>
            <a:off x="707572" y="6155037"/>
            <a:ext cx="482600" cy="495300"/>
          </a:xfrm>
          <a:prstGeom prst="rect">
            <a:avLst/>
          </a:prstGeom>
          <a:noFill/>
          <a:ln>
            <a:noFill/>
          </a:ln>
        </p:spPr>
      </p:pic>
      <p:sp>
        <p:nvSpPr>
          <p:cNvPr id="122" name="Google Shape;122;p40"/>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
        <p:nvSpPr>
          <p:cNvPr id="123" name="Google Shape;123;p40"/>
          <p:cNvSpPr txBox="1"/>
          <p:nvPr>
            <p:ph type="title"/>
          </p:nvPr>
        </p:nvSpPr>
        <p:spPr>
          <a:xfrm>
            <a:off x="3253582" y="1665431"/>
            <a:ext cx="5684836" cy="978729"/>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Clr>
                <a:schemeClr val="lt1"/>
              </a:buClr>
              <a:buSzPts val="3200"/>
              <a:buFont typeface="Arial"/>
              <a:buNone/>
              <a:defRPr b="1"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0"/>
          <p:cNvSpPr txBox="1"/>
          <p:nvPr>
            <p:ph idx="1" type="body"/>
          </p:nvPr>
        </p:nvSpPr>
        <p:spPr>
          <a:xfrm>
            <a:off x="3253582" y="2573820"/>
            <a:ext cx="5684836" cy="427746"/>
          </a:xfrm>
          <a:prstGeom prst="rect">
            <a:avLst/>
          </a:prstGeom>
          <a:noFill/>
          <a:ln>
            <a:noFill/>
          </a:ln>
        </p:spPr>
        <p:txBody>
          <a:bodyPr anchorCtr="0" anchor="t" bIns="45700" lIns="91425" spcFirstLastPara="1" rIns="91425" wrap="square" tIns="45700">
            <a:spAutoFit/>
          </a:bodyPr>
          <a:lstStyle>
            <a:lvl1pPr indent="-228600" lvl="0" marL="457200" algn="l">
              <a:lnSpc>
                <a:spcPct val="120000"/>
              </a:lnSpc>
              <a:spcBef>
                <a:spcPts val="1000"/>
              </a:spcBef>
              <a:spcAft>
                <a:spcPts val="0"/>
              </a:spcAft>
              <a:buSzPts val="2000"/>
              <a:buNone/>
              <a:defRPr sz="2000">
                <a:solidFill>
                  <a:schemeClr val="accent6"/>
                </a:solidFil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300"/>
                                        <p:tgtEl>
                                          <p:spTgt spid="117"/>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300"/>
                                        <p:tgtEl>
                                          <p:spTgt spid="119"/>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300"/>
                                        <p:tgtEl>
                                          <p:spTgt spid="118"/>
                                        </p:tgtEl>
                                      </p:cBhvr>
                                    </p:animEffect>
                                  </p:childTnLst>
                                </p:cTn>
                              </p:par>
                            </p:childTnLst>
                          </p:cTn>
                        </p:par>
                        <p:par>
                          <p:cTn fill="hold">
                            <p:stCondLst>
                              <p:cond delay="900"/>
                            </p:stCondLst>
                            <p:childTnLst>
                              <p:par>
                                <p:cTn fill="hold" nodeType="after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3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ntent - White">
  <p:cSld name="Two Column Content - White">
    <p:bg>
      <p:bgPr>
        <a:gradFill>
          <a:gsLst>
            <a:gs pos="0">
              <a:schemeClr val="lt1"/>
            </a:gs>
            <a:gs pos="25000">
              <a:schemeClr val="lt1"/>
            </a:gs>
            <a:gs pos="90000">
              <a:schemeClr val="lt2"/>
            </a:gs>
            <a:gs pos="100000">
              <a:schemeClr val="lt2"/>
            </a:gs>
          </a:gsLst>
          <a:lin ang="5400000" scaled="0"/>
        </a:gradFill>
      </p:bgPr>
    </p:bg>
    <p:spTree>
      <p:nvGrpSpPr>
        <p:cNvPr id="125" name="Shape 125"/>
        <p:cNvGrpSpPr/>
        <p:nvPr/>
      </p:nvGrpSpPr>
      <p:grpSpPr>
        <a:xfrm>
          <a:off x="0" y="0"/>
          <a:ext cx="0" cy="0"/>
          <a:chOff x="0" y="0"/>
          <a:chExt cx="0" cy="0"/>
        </a:xfrm>
      </p:grpSpPr>
      <p:pic>
        <p:nvPicPr>
          <p:cNvPr descr="Shape&#10;&#10;Description automatically generated with medium confidence" id="126" name="Google Shape;126;p41"/>
          <p:cNvPicPr preferRelativeResize="0"/>
          <p:nvPr/>
        </p:nvPicPr>
        <p:blipFill rotWithShape="1">
          <a:blip r:embed="rId2">
            <a:alphaModFix amt="5000"/>
          </a:blip>
          <a:srcRect b="0" l="0" r="0" t="0"/>
          <a:stretch/>
        </p:blipFill>
        <p:spPr>
          <a:xfrm>
            <a:off x="0" y="0"/>
            <a:ext cx="12192000" cy="6858000"/>
          </a:xfrm>
          <a:prstGeom prst="rect">
            <a:avLst/>
          </a:prstGeom>
          <a:noFill/>
          <a:ln>
            <a:noFill/>
          </a:ln>
        </p:spPr>
      </p:pic>
      <p:sp>
        <p:nvSpPr>
          <p:cNvPr id="127" name="Google Shape;127;p41"/>
          <p:cNvSpPr txBox="1"/>
          <p:nvPr>
            <p:ph idx="1" type="body"/>
          </p:nvPr>
        </p:nvSpPr>
        <p:spPr>
          <a:xfrm>
            <a:off x="641350" y="2219325"/>
            <a:ext cx="4044948" cy="241934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000"/>
              <a:buNone/>
              <a:defRPr b="1" sz="2000">
                <a:solidFill>
                  <a:srgbClr val="5C2074"/>
                </a:solidFil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
        <p:nvSpPr>
          <p:cNvPr id="128" name="Google Shape;128;p41"/>
          <p:cNvSpPr txBox="1"/>
          <p:nvPr>
            <p:ph idx="2" type="body"/>
          </p:nvPr>
        </p:nvSpPr>
        <p:spPr>
          <a:xfrm>
            <a:off x="6096000" y="2219325"/>
            <a:ext cx="5410200" cy="241934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400"/>
              <a:buNone/>
              <a:defRPr sz="1400">
                <a:solidFill>
                  <a:srgbClr val="5C2074"/>
                </a:solidFill>
                <a:latin typeface="Arial"/>
                <a:ea typeface="Arial"/>
                <a:cs typeface="Arial"/>
                <a:sym typeface="Aria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
        <p:nvSpPr>
          <p:cNvPr id="129" name="Google Shape;129;p41"/>
          <p:cNvSpPr txBox="1"/>
          <p:nvPr>
            <p:ph type="title"/>
          </p:nvPr>
        </p:nvSpPr>
        <p:spPr>
          <a:xfrm>
            <a:off x="641351" y="1470991"/>
            <a:ext cx="7715572" cy="72593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441357"/>
              </a:buClr>
              <a:buSzPts val="3200"/>
              <a:buFont typeface="Arial"/>
              <a:buNone/>
              <a:defRPr b="1" sz="3200" cap="none">
                <a:solidFill>
                  <a:srgbClr val="44135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130" name="Google Shape;130;p41"/>
          <p:cNvGrpSpPr/>
          <p:nvPr/>
        </p:nvGrpSpPr>
        <p:grpSpPr>
          <a:xfrm>
            <a:off x="9184538" y="-378350"/>
            <a:ext cx="1660422" cy="1666875"/>
            <a:chOff x="9184538" y="-378350"/>
            <a:chExt cx="1660422" cy="1666875"/>
          </a:xfrm>
        </p:grpSpPr>
        <p:sp>
          <p:nvSpPr>
            <p:cNvPr id="131" name="Google Shape;131;p41"/>
            <p:cNvSpPr/>
            <p:nvPr/>
          </p:nvSpPr>
          <p:spPr>
            <a:xfrm>
              <a:off x="9184538" y="-378350"/>
              <a:ext cx="1579918" cy="1579918"/>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32" name="Google Shape;132;p41"/>
            <p:cNvPicPr preferRelativeResize="0"/>
            <p:nvPr/>
          </p:nvPicPr>
          <p:blipFill rotWithShape="1">
            <a:blip r:embed="rId3">
              <a:alphaModFix/>
            </a:blip>
            <a:srcRect b="0" l="0" r="0" t="0"/>
            <a:stretch/>
          </p:blipFill>
          <p:spPr>
            <a:xfrm>
              <a:off x="9265042" y="-243516"/>
              <a:ext cx="1579918" cy="1532041"/>
            </a:xfrm>
            <a:prstGeom prst="rect">
              <a:avLst/>
            </a:prstGeom>
            <a:noFill/>
            <a:ln>
              <a:noFill/>
            </a:ln>
          </p:spPr>
        </p:pic>
      </p:grpSp>
      <p:sp>
        <p:nvSpPr>
          <p:cNvPr id="133" name="Google Shape;133;p41"/>
          <p:cNvSpPr/>
          <p:nvPr/>
        </p:nvSpPr>
        <p:spPr>
          <a:xfrm>
            <a:off x="8799236" y="1049169"/>
            <a:ext cx="304798" cy="304798"/>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4" name="Google Shape;134;p41"/>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C2074"/>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35" name="Google Shape;135;p41"/>
          <p:cNvPicPr preferRelativeResize="0"/>
          <p:nvPr/>
        </p:nvPicPr>
        <p:blipFill rotWithShape="1">
          <a:blip r:embed="rId4">
            <a:alphaModFix/>
          </a:blip>
          <a:srcRect b="0" l="0" r="0" t="0"/>
          <a:stretch/>
        </p:blipFill>
        <p:spPr>
          <a:xfrm>
            <a:off x="713604" y="6161228"/>
            <a:ext cx="470535" cy="482917"/>
          </a:xfrm>
          <a:prstGeom prst="rect">
            <a:avLst/>
          </a:prstGeom>
          <a:noFill/>
          <a:ln>
            <a:noFill/>
          </a:ln>
        </p:spPr>
      </p:pic>
      <p:sp>
        <p:nvSpPr>
          <p:cNvPr id="136" name="Google Shape;136;p41"/>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5C2074"/>
                </a:solidFill>
                <a:latin typeface="Arial"/>
                <a:ea typeface="Arial"/>
                <a:cs typeface="Arial"/>
                <a:sym typeface="Arial"/>
              </a:rPr>
              <a:t>‹#›</a:t>
            </a:fld>
            <a:endParaRPr b="0" i="0" sz="1200" u="none" cap="none" strike="noStrike">
              <a:solidFill>
                <a:srgbClr val="5C2074"/>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300"/>
                                        <p:tgtEl>
                                          <p:spTgt spid="130"/>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3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Purple">
  <p:cSld name="Section - Purple">
    <p:bg>
      <p:bgPr>
        <a:gradFill>
          <a:gsLst>
            <a:gs pos="0">
              <a:srgbClr val="5C2074"/>
            </a:gs>
            <a:gs pos="25000">
              <a:srgbClr val="5C2074"/>
            </a:gs>
            <a:gs pos="80000">
              <a:srgbClr val="32123F"/>
            </a:gs>
            <a:gs pos="100000">
              <a:srgbClr val="32123F"/>
            </a:gs>
          </a:gsLst>
          <a:lin ang="2700000" scaled="0"/>
        </a:gradFill>
      </p:bgPr>
    </p:bg>
    <p:spTree>
      <p:nvGrpSpPr>
        <p:cNvPr id="137" name="Shape 137"/>
        <p:cNvGrpSpPr/>
        <p:nvPr/>
      </p:nvGrpSpPr>
      <p:grpSpPr>
        <a:xfrm>
          <a:off x="0" y="0"/>
          <a:ext cx="0" cy="0"/>
          <a:chOff x="0" y="0"/>
          <a:chExt cx="0" cy="0"/>
        </a:xfrm>
      </p:grpSpPr>
      <p:pic>
        <p:nvPicPr>
          <p:cNvPr descr="Shape&#10;&#10;Description automatically generated with medium confidence" id="138" name="Google Shape;138;p42"/>
          <p:cNvPicPr preferRelativeResize="0"/>
          <p:nvPr/>
        </p:nvPicPr>
        <p:blipFill rotWithShape="1">
          <a:blip r:embed="rId2">
            <a:alphaModFix amt="25000"/>
          </a:blip>
          <a:srcRect b="0" l="0" r="0" t="0"/>
          <a:stretch/>
        </p:blipFill>
        <p:spPr>
          <a:xfrm>
            <a:off x="0" y="0"/>
            <a:ext cx="12192000" cy="6858000"/>
          </a:xfrm>
          <a:prstGeom prst="rect">
            <a:avLst/>
          </a:prstGeom>
          <a:noFill/>
          <a:ln>
            <a:noFill/>
          </a:ln>
        </p:spPr>
      </p:pic>
      <p:sp>
        <p:nvSpPr>
          <p:cNvPr id="139" name="Google Shape;139;p42"/>
          <p:cNvSpPr txBox="1"/>
          <p:nvPr>
            <p:ph type="ctrTitle"/>
          </p:nvPr>
        </p:nvSpPr>
        <p:spPr>
          <a:xfrm>
            <a:off x="707572" y="2698449"/>
            <a:ext cx="4588327" cy="300740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4000"/>
              <a:buFont typeface="Arial"/>
              <a:buNone/>
              <a:defRPr b="1" sz="40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40" name="Google Shape;140;p42"/>
          <p:cNvPicPr preferRelativeResize="0"/>
          <p:nvPr/>
        </p:nvPicPr>
        <p:blipFill rotWithShape="1">
          <a:blip r:embed="rId3">
            <a:alphaModFix/>
          </a:blip>
          <a:srcRect b="0" l="0" r="0" t="0"/>
          <a:stretch/>
        </p:blipFill>
        <p:spPr>
          <a:xfrm>
            <a:off x="3695675" y="-325422"/>
            <a:ext cx="3974156" cy="7280244"/>
          </a:xfrm>
          <a:prstGeom prst="rect">
            <a:avLst/>
          </a:prstGeom>
          <a:noFill/>
          <a:ln>
            <a:noFill/>
          </a:ln>
        </p:spPr>
      </p:pic>
      <p:sp>
        <p:nvSpPr>
          <p:cNvPr id="141" name="Google Shape;141;p42"/>
          <p:cNvSpPr/>
          <p:nvPr>
            <p:ph idx="2" type="pic"/>
          </p:nvPr>
        </p:nvSpPr>
        <p:spPr>
          <a:xfrm>
            <a:off x="6281074" y="-29140"/>
            <a:ext cx="5900906" cy="6910562"/>
          </a:xfrm>
          <a:prstGeom prst="rect">
            <a:avLst/>
          </a:prstGeom>
          <a:solidFill>
            <a:schemeClr val="lt2"/>
          </a:solidFill>
          <a:ln>
            <a:noFill/>
          </a:ln>
        </p:spPr>
      </p:sp>
      <p:sp>
        <p:nvSpPr>
          <p:cNvPr id="142" name="Google Shape;142;p42"/>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43" name="Google Shape;143;p42"/>
          <p:cNvPicPr preferRelativeResize="0"/>
          <p:nvPr/>
        </p:nvPicPr>
        <p:blipFill rotWithShape="1">
          <a:blip r:embed="rId4">
            <a:alphaModFix/>
          </a:blip>
          <a:srcRect b="0" l="0" r="0" t="0"/>
          <a:stretch/>
        </p:blipFill>
        <p:spPr>
          <a:xfrm>
            <a:off x="707572" y="6155037"/>
            <a:ext cx="482600" cy="495300"/>
          </a:xfrm>
          <a:prstGeom prst="rect">
            <a:avLst/>
          </a:prstGeom>
          <a:noFill/>
          <a:ln>
            <a:noFill/>
          </a:ln>
        </p:spPr>
      </p:pic>
      <p:sp>
        <p:nvSpPr>
          <p:cNvPr id="144" name="Google Shape;144;p42"/>
          <p:cNvSpPr/>
          <p:nvPr/>
        </p:nvSpPr>
        <p:spPr>
          <a:xfrm rot="-2332554">
            <a:off x="3292972" y="291774"/>
            <a:ext cx="829733" cy="829733"/>
          </a:xfrm>
          <a:prstGeom prst="ellipse">
            <a:avLst/>
          </a:prstGeom>
          <a:gradFill>
            <a:gsLst>
              <a:gs pos="0">
                <a:srgbClr val="E070EA"/>
              </a:gs>
              <a:gs pos="100000">
                <a:srgbClr val="6567D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5" name="Google Shape;145;p42"/>
          <p:cNvSpPr/>
          <p:nvPr/>
        </p:nvSpPr>
        <p:spPr>
          <a:xfrm rot="-3098978">
            <a:off x="4169180" y="2089369"/>
            <a:ext cx="298232" cy="298232"/>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6" name="Google Shape;146;p42"/>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Large Text Opt 1 - White">
  <p:cSld name="Title w/ Large Text Opt 1 - White">
    <p:bg>
      <p:bgPr>
        <a:gradFill>
          <a:gsLst>
            <a:gs pos="0">
              <a:schemeClr val="lt1"/>
            </a:gs>
            <a:gs pos="70000">
              <a:schemeClr val="lt1"/>
            </a:gs>
            <a:gs pos="100000">
              <a:schemeClr val="lt2"/>
            </a:gs>
          </a:gsLst>
          <a:lin ang="5400000" scaled="0"/>
        </a:gradFill>
      </p:bgPr>
    </p:bg>
    <p:spTree>
      <p:nvGrpSpPr>
        <p:cNvPr id="147" name="Shape 147"/>
        <p:cNvGrpSpPr/>
        <p:nvPr/>
      </p:nvGrpSpPr>
      <p:grpSpPr>
        <a:xfrm>
          <a:off x="0" y="0"/>
          <a:ext cx="0" cy="0"/>
          <a:chOff x="0" y="0"/>
          <a:chExt cx="0" cy="0"/>
        </a:xfrm>
      </p:grpSpPr>
      <p:pic>
        <p:nvPicPr>
          <p:cNvPr descr="Shape&#10;&#10;Description automatically generated with medium confidence" id="148" name="Google Shape;148;p43"/>
          <p:cNvPicPr preferRelativeResize="0"/>
          <p:nvPr/>
        </p:nvPicPr>
        <p:blipFill rotWithShape="1">
          <a:blip r:embed="rId2">
            <a:alphaModFix amt="5000"/>
          </a:blip>
          <a:srcRect b="0" l="0" r="0" t="0"/>
          <a:stretch/>
        </p:blipFill>
        <p:spPr>
          <a:xfrm>
            <a:off x="0" y="0"/>
            <a:ext cx="12192000" cy="6858000"/>
          </a:xfrm>
          <a:prstGeom prst="rect">
            <a:avLst/>
          </a:prstGeom>
          <a:noFill/>
          <a:ln>
            <a:noFill/>
          </a:ln>
        </p:spPr>
      </p:pic>
      <p:sp>
        <p:nvSpPr>
          <p:cNvPr id="149" name="Google Shape;149;p43"/>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C2074"/>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43"/>
          <p:cNvSpPr/>
          <p:nvPr/>
        </p:nvSpPr>
        <p:spPr>
          <a:xfrm>
            <a:off x="11485867" y="3218688"/>
            <a:ext cx="2095017" cy="2095017"/>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1" name="Google Shape;151;p43"/>
          <p:cNvSpPr/>
          <p:nvPr/>
        </p:nvSpPr>
        <p:spPr>
          <a:xfrm rot="-2700000">
            <a:off x="10876823" y="3498944"/>
            <a:ext cx="337718" cy="337718"/>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2" name="Google Shape;152;p43"/>
          <p:cNvSpPr/>
          <p:nvPr/>
        </p:nvSpPr>
        <p:spPr>
          <a:xfrm>
            <a:off x="-1954255" y="-1264350"/>
            <a:ext cx="3908510" cy="3908510"/>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3" name="Google Shape;153;p43"/>
          <p:cNvSpPr/>
          <p:nvPr/>
        </p:nvSpPr>
        <p:spPr>
          <a:xfrm rot="-2700000">
            <a:off x="1043667" y="2668614"/>
            <a:ext cx="457711" cy="457711"/>
          </a:xfrm>
          <a:prstGeom prst="ellipse">
            <a:avLst/>
          </a:prstGeom>
          <a:gradFill>
            <a:gsLst>
              <a:gs pos="0">
                <a:srgbClr val="E070EA"/>
              </a:gs>
              <a:gs pos="100000">
                <a:srgbClr val="6567D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54" name="Google Shape;154;p43"/>
          <p:cNvPicPr preferRelativeResize="0"/>
          <p:nvPr/>
        </p:nvPicPr>
        <p:blipFill rotWithShape="1">
          <a:blip r:embed="rId3">
            <a:alphaModFix/>
          </a:blip>
          <a:srcRect b="0" l="0" r="0" t="0"/>
          <a:stretch/>
        </p:blipFill>
        <p:spPr>
          <a:xfrm>
            <a:off x="713604" y="6161228"/>
            <a:ext cx="470535" cy="482917"/>
          </a:xfrm>
          <a:prstGeom prst="rect">
            <a:avLst/>
          </a:prstGeom>
          <a:noFill/>
          <a:ln>
            <a:noFill/>
          </a:ln>
        </p:spPr>
      </p:pic>
      <p:sp>
        <p:nvSpPr>
          <p:cNvPr id="155" name="Google Shape;155;p43"/>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5C2074"/>
                </a:solidFill>
                <a:latin typeface="Arial"/>
                <a:ea typeface="Arial"/>
                <a:cs typeface="Arial"/>
                <a:sym typeface="Arial"/>
              </a:rPr>
              <a:t>‹#›</a:t>
            </a:fld>
            <a:endParaRPr b="0" i="0" sz="1200" u="none" cap="none" strike="noStrike">
              <a:solidFill>
                <a:srgbClr val="5C2074"/>
              </a:solidFill>
              <a:latin typeface="Arial"/>
              <a:ea typeface="Arial"/>
              <a:cs typeface="Arial"/>
              <a:sym typeface="Arial"/>
            </a:endParaRPr>
          </a:p>
        </p:txBody>
      </p:sp>
      <p:sp>
        <p:nvSpPr>
          <p:cNvPr id="156" name="Google Shape;156;p43"/>
          <p:cNvSpPr txBox="1"/>
          <p:nvPr>
            <p:ph type="title"/>
          </p:nvPr>
        </p:nvSpPr>
        <p:spPr>
          <a:xfrm>
            <a:off x="3253582" y="1665431"/>
            <a:ext cx="5684836" cy="978729"/>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Clr>
                <a:schemeClr val="dk1"/>
              </a:buClr>
              <a:buSzPts val="3200"/>
              <a:buFont typeface="Arial"/>
              <a:buNone/>
              <a:defRPr b="1"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43"/>
          <p:cNvSpPr txBox="1"/>
          <p:nvPr>
            <p:ph idx="1" type="body"/>
          </p:nvPr>
        </p:nvSpPr>
        <p:spPr>
          <a:xfrm>
            <a:off x="3253582" y="2573820"/>
            <a:ext cx="5684836" cy="427746"/>
          </a:xfrm>
          <a:prstGeom prst="rect">
            <a:avLst/>
          </a:prstGeom>
          <a:noFill/>
          <a:ln>
            <a:noFill/>
          </a:ln>
        </p:spPr>
        <p:txBody>
          <a:bodyPr anchorCtr="0" anchor="t" bIns="45700" lIns="91425" spcFirstLastPara="1" rIns="91425" wrap="square" tIns="45700">
            <a:spAutoFit/>
          </a:bodyPr>
          <a:lstStyle>
            <a:lvl1pPr indent="-228600" lvl="0" marL="457200" algn="l">
              <a:lnSpc>
                <a:spcPct val="120000"/>
              </a:lnSpc>
              <a:spcBef>
                <a:spcPts val="1000"/>
              </a:spcBef>
              <a:spcAft>
                <a:spcPts val="0"/>
              </a:spcAft>
              <a:buSzPts val="2000"/>
              <a:buNone/>
              <a:defRPr sz="2000">
                <a:solidFill>
                  <a:schemeClr val="dk2"/>
                </a:solidFil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300"/>
                                        <p:tgtEl>
                                          <p:spTgt spid="152"/>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300"/>
                                        <p:tgtEl>
                                          <p:spTgt spid="153"/>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300"/>
                                        <p:tgtEl>
                                          <p:spTgt spid="151"/>
                                        </p:tgtEl>
                                      </p:cBhvr>
                                    </p:animEffect>
                                  </p:childTnLst>
                                </p:cTn>
                              </p:par>
                            </p:childTnLst>
                          </p:cTn>
                        </p:par>
                        <p:par>
                          <p:cTn fill="hold">
                            <p:stCondLst>
                              <p:cond delay="900"/>
                            </p:stCondLst>
                            <p:childTnLst>
                              <p:par>
                                <p:cTn fill="hold" nodeType="after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3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 Image R - White">
  <p:cSld name="Content w/ Image R - White">
    <p:bg>
      <p:bgPr>
        <a:gradFill>
          <a:gsLst>
            <a:gs pos="0">
              <a:schemeClr val="lt1"/>
            </a:gs>
            <a:gs pos="20000">
              <a:schemeClr val="lt1"/>
            </a:gs>
            <a:gs pos="75000">
              <a:schemeClr val="lt2"/>
            </a:gs>
            <a:gs pos="100000">
              <a:schemeClr val="lt2"/>
            </a:gs>
          </a:gsLst>
          <a:lin ang="0" scaled="0"/>
        </a:gradFill>
      </p:bgPr>
    </p:bg>
    <p:spTree>
      <p:nvGrpSpPr>
        <p:cNvPr id="158" name="Shape 158"/>
        <p:cNvGrpSpPr/>
        <p:nvPr/>
      </p:nvGrpSpPr>
      <p:grpSpPr>
        <a:xfrm>
          <a:off x="0" y="0"/>
          <a:ext cx="0" cy="0"/>
          <a:chOff x="0" y="0"/>
          <a:chExt cx="0" cy="0"/>
        </a:xfrm>
      </p:grpSpPr>
      <p:pic>
        <p:nvPicPr>
          <p:cNvPr descr="Shape&#10;&#10;Description automatically generated with medium confidence" id="159" name="Google Shape;159;p44"/>
          <p:cNvPicPr preferRelativeResize="0"/>
          <p:nvPr/>
        </p:nvPicPr>
        <p:blipFill rotWithShape="1">
          <a:blip r:embed="rId2">
            <a:alphaModFix amt="5000"/>
          </a:blip>
          <a:srcRect b="0" l="0" r="0" t="0"/>
          <a:stretch/>
        </p:blipFill>
        <p:spPr>
          <a:xfrm>
            <a:off x="0" y="0"/>
            <a:ext cx="12192000" cy="6858000"/>
          </a:xfrm>
          <a:prstGeom prst="rect">
            <a:avLst/>
          </a:prstGeom>
          <a:noFill/>
          <a:ln>
            <a:noFill/>
          </a:ln>
        </p:spPr>
      </p:pic>
      <p:sp>
        <p:nvSpPr>
          <p:cNvPr id="160" name="Google Shape;160;p44"/>
          <p:cNvSpPr/>
          <p:nvPr/>
        </p:nvSpPr>
        <p:spPr>
          <a:xfrm>
            <a:off x="7484889" y="636103"/>
            <a:ext cx="5257075" cy="5257075"/>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1" name="Google Shape;161;p44"/>
          <p:cNvSpPr/>
          <p:nvPr>
            <p:ph idx="2" type="pic"/>
          </p:nvPr>
        </p:nvSpPr>
        <p:spPr>
          <a:xfrm>
            <a:off x="7694490" y="845704"/>
            <a:ext cx="4808936" cy="4808936"/>
          </a:xfrm>
          <a:prstGeom prst="rect">
            <a:avLst/>
          </a:prstGeom>
          <a:solidFill>
            <a:schemeClr val="lt2"/>
          </a:solidFill>
          <a:ln>
            <a:noFill/>
          </a:ln>
        </p:spPr>
      </p:sp>
      <p:sp>
        <p:nvSpPr>
          <p:cNvPr id="162" name="Google Shape;162;p44"/>
          <p:cNvSpPr/>
          <p:nvPr/>
        </p:nvSpPr>
        <p:spPr>
          <a:xfrm>
            <a:off x="7867651" y="1517888"/>
            <a:ext cx="304798" cy="304798"/>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3" name="Google Shape;163;p44"/>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C2074"/>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64" name="Google Shape;164;p44"/>
          <p:cNvPicPr preferRelativeResize="0"/>
          <p:nvPr/>
        </p:nvPicPr>
        <p:blipFill rotWithShape="1">
          <a:blip r:embed="rId3">
            <a:alphaModFix/>
          </a:blip>
          <a:srcRect b="0" l="0" r="0" t="0"/>
          <a:stretch/>
        </p:blipFill>
        <p:spPr>
          <a:xfrm>
            <a:off x="713604" y="6161228"/>
            <a:ext cx="470535" cy="482917"/>
          </a:xfrm>
          <a:prstGeom prst="rect">
            <a:avLst/>
          </a:prstGeom>
          <a:noFill/>
          <a:ln>
            <a:noFill/>
          </a:ln>
        </p:spPr>
      </p:pic>
      <p:sp>
        <p:nvSpPr>
          <p:cNvPr id="165" name="Google Shape;165;p44"/>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5C2074"/>
                </a:solidFill>
                <a:latin typeface="Arial"/>
                <a:ea typeface="Arial"/>
                <a:cs typeface="Arial"/>
                <a:sym typeface="Arial"/>
              </a:rPr>
              <a:t>‹#›</a:t>
            </a:fld>
            <a:endParaRPr b="0" i="0" sz="1200" u="none" cap="none" strike="noStrike">
              <a:solidFill>
                <a:srgbClr val="5C2074"/>
              </a:solidFill>
              <a:latin typeface="Arial"/>
              <a:ea typeface="Arial"/>
              <a:cs typeface="Arial"/>
              <a:sym typeface="Arial"/>
            </a:endParaRPr>
          </a:p>
        </p:txBody>
      </p:sp>
      <p:sp>
        <p:nvSpPr>
          <p:cNvPr id="166" name="Google Shape;166;p44"/>
          <p:cNvSpPr txBox="1"/>
          <p:nvPr>
            <p:ph type="title"/>
          </p:nvPr>
        </p:nvSpPr>
        <p:spPr>
          <a:xfrm>
            <a:off x="641350" y="1534776"/>
            <a:ext cx="5600424" cy="99536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441357"/>
              </a:buClr>
              <a:buSzPts val="3200"/>
              <a:buFont typeface="Arial"/>
              <a:buNone/>
              <a:defRPr b="1" sz="3200" cap="none">
                <a:solidFill>
                  <a:srgbClr val="44135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44"/>
          <p:cNvSpPr txBox="1"/>
          <p:nvPr>
            <p:ph idx="1" type="body"/>
          </p:nvPr>
        </p:nvSpPr>
        <p:spPr>
          <a:xfrm>
            <a:off x="641350" y="2564776"/>
            <a:ext cx="5600424" cy="2099789"/>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1000"/>
              </a:spcBef>
              <a:spcAft>
                <a:spcPts val="0"/>
              </a:spcAft>
              <a:buSzPts val="1400"/>
              <a:buNone/>
              <a:defRPr sz="1400">
                <a:solidFill>
                  <a:srgbClr val="5C2074"/>
                </a:solidFill>
                <a:latin typeface="Arial"/>
                <a:ea typeface="Arial"/>
                <a:cs typeface="Arial"/>
                <a:sym typeface="Aria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 Image L - Purple">
  <p:cSld name="Content w/ Image L - Purple">
    <p:bg>
      <p:bgPr>
        <a:gradFill>
          <a:gsLst>
            <a:gs pos="0">
              <a:srgbClr val="32123F"/>
            </a:gs>
            <a:gs pos="25000">
              <a:srgbClr val="32123F"/>
            </a:gs>
            <a:gs pos="80000">
              <a:srgbClr val="5C2074"/>
            </a:gs>
            <a:gs pos="100000">
              <a:srgbClr val="5C2074"/>
            </a:gs>
          </a:gsLst>
          <a:lin ang="0" scaled="0"/>
        </a:gradFill>
      </p:bgPr>
    </p:bg>
    <p:spTree>
      <p:nvGrpSpPr>
        <p:cNvPr id="168" name="Shape 168"/>
        <p:cNvGrpSpPr/>
        <p:nvPr/>
      </p:nvGrpSpPr>
      <p:grpSpPr>
        <a:xfrm>
          <a:off x="0" y="0"/>
          <a:ext cx="0" cy="0"/>
          <a:chOff x="0" y="0"/>
          <a:chExt cx="0" cy="0"/>
        </a:xfrm>
      </p:grpSpPr>
      <p:pic>
        <p:nvPicPr>
          <p:cNvPr descr="Shape&#10;&#10;Description automatically generated with medium confidence" id="169" name="Google Shape;169;p45"/>
          <p:cNvPicPr preferRelativeResize="0"/>
          <p:nvPr/>
        </p:nvPicPr>
        <p:blipFill rotWithShape="1">
          <a:blip r:embed="rId2">
            <a:alphaModFix amt="25000"/>
          </a:blip>
          <a:srcRect b="0" l="0" r="0" t="0"/>
          <a:stretch/>
        </p:blipFill>
        <p:spPr>
          <a:xfrm>
            <a:off x="0" y="0"/>
            <a:ext cx="12192000" cy="6858000"/>
          </a:xfrm>
          <a:prstGeom prst="rect">
            <a:avLst/>
          </a:prstGeom>
          <a:noFill/>
          <a:ln>
            <a:noFill/>
          </a:ln>
        </p:spPr>
      </p:pic>
      <p:sp>
        <p:nvSpPr>
          <p:cNvPr id="170" name="Google Shape;170;p45"/>
          <p:cNvSpPr/>
          <p:nvPr/>
        </p:nvSpPr>
        <p:spPr>
          <a:xfrm>
            <a:off x="-368193" y="636103"/>
            <a:ext cx="5257075" cy="5257075"/>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1" name="Google Shape;171;p45"/>
          <p:cNvSpPr/>
          <p:nvPr>
            <p:ph idx="2" type="pic"/>
          </p:nvPr>
        </p:nvSpPr>
        <p:spPr>
          <a:xfrm>
            <a:off x="-158592" y="845704"/>
            <a:ext cx="4808936" cy="4808936"/>
          </a:xfrm>
          <a:prstGeom prst="rect">
            <a:avLst/>
          </a:prstGeom>
          <a:solidFill>
            <a:schemeClr val="lt2"/>
          </a:solidFill>
          <a:ln>
            <a:noFill/>
          </a:ln>
        </p:spPr>
      </p:sp>
      <p:sp>
        <p:nvSpPr>
          <p:cNvPr id="172" name="Google Shape;172;p45"/>
          <p:cNvSpPr/>
          <p:nvPr/>
        </p:nvSpPr>
        <p:spPr>
          <a:xfrm>
            <a:off x="4219818" y="4681374"/>
            <a:ext cx="304798" cy="304798"/>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3" name="Google Shape;173;p45"/>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74" name="Google Shape;174;p45"/>
          <p:cNvPicPr preferRelativeResize="0"/>
          <p:nvPr/>
        </p:nvPicPr>
        <p:blipFill rotWithShape="1">
          <a:blip r:embed="rId3">
            <a:alphaModFix/>
          </a:blip>
          <a:srcRect b="0" l="0" r="0" t="0"/>
          <a:stretch/>
        </p:blipFill>
        <p:spPr>
          <a:xfrm>
            <a:off x="707572" y="6155037"/>
            <a:ext cx="482600" cy="495300"/>
          </a:xfrm>
          <a:prstGeom prst="rect">
            <a:avLst/>
          </a:prstGeom>
          <a:noFill/>
          <a:ln>
            <a:noFill/>
          </a:ln>
        </p:spPr>
      </p:pic>
      <p:sp>
        <p:nvSpPr>
          <p:cNvPr id="175" name="Google Shape;175;p45"/>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
        <p:nvSpPr>
          <p:cNvPr id="176" name="Google Shape;176;p45"/>
          <p:cNvSpPr txBox="1"/>
          <p:nvPr>
            <p:ph type="title"/>
          </p:nvPr>
        </p:nvSpPr>
        <p:spPr>
          <a:xfrm>
            <a:off x="5984315" y="1534776"/>
            <a:ext cx="5600424" cy="99536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b="1"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45"/>
          <p:cNvSpPr txBox="1"/>
          <p:nvPr>
            <p:ph idx="1" type="body"/>
          </p:nvPr>
        </p:nvSpPr>
        <p:spPr>
          <a:xfrm>
            <a:off x="5984315" y="2564776"/>
            <a:ext cx="5600424" cy="2099789"/>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1000"/>
              </a:spcBef>
              <a:spcAft>
                <a:spcPts val="0"/>
              </a:spcAft>
              <a:buSzPts val="1400"/>
              <a:buNone/>
              <a:defRPr sz="1400">
                <a:solidFill>
                  <a:schemeClr val="accent6"/>
                </a:solidFill>
                <a:latin typeface="Arial"/>
                <a:ea typeface="Arial"/>
                <a:cs typeface="Arial"/>
                <a:sym typeface="Aria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 Feature Image - Purple">
  <p:cSld name="Content w/ Feature Image - Purple">
    <p:bg>
      <p:bgPr>
        <a:solidFill>
          <a:schemeClr val="lt1"/>
        </a:solidFill>
      </p:bgPr>
    </p:bg>
    <p:spTree>
      <p:nvGrpSpPr>
        <p:cNvPr id="178" name="Shape 178"/>
        <p:cNvGrpSpPr/>
        <p:nvPr/>
      </p:nvGrpSpPr>
      <p:grpSpPr>
        <a:xfrm>
          <a:off x="0" y="0"/>
          <a:ext cx="0" cy="0"/>
          <a:chOff x="0" y="0"/>
          <a:chExt cx="0" cy="0"/>
        </a:xfrm>
      </p:grpSpPr>
      <p:sp>
        <p:nvSpPr>
          <p:cNvPr id="179" name="Google Shape;179;p46"/>
          <p:cNvSpPr/>
          <p:nvPr/>
        </p:nvSpPr>
        <p:spPr>
          <a:xfrm>
            <a:off x="-96252" y="-59660"/>
            <a:ext cx="8116302" cy="6957765"/>
          </a:xfrm>
          <a:custGeom>
            <a:rect b="b" l="l" r="r" t="t"/>
            <a:pathLst>
              <a:path extrusionOk="0" h="6957765" w="8116302">
                <a:moveTo>
                  <a:pt x="0" y="0"/>
                </a:moveTo>
                <a:lnTo>
                  <a:pt x="6719486" y="0"/>
                </a:lnTo>
                <a:lnTo>
                  <a:pt x="6872687" y="176861"/>
                </a:lnTo>
                <a:cubicBezTo>
                  <a:pt x="7649599" y="1118261"/>
                  <a:pt x="8116302" y="2325159"/>
                  <a:pt x="8116302" y="3641060"/>
                </a:cubicBezTo>
                <a:cubicBezTo>
                  <a:pt x="8116302" y="4862969"/>
                  <a:pt x="7713890" y="5990889"/>
                  <a:pt x="7034363" y="6899524"/>
                </a:cubicBezTo>
                <a:lnTo>
                  <a:pt x="6988595" y="6957765"/>
                </a:lnTo>
                <a:lnTo>
                  <a:pt x="0" y="6957765"/>
                </a:lnTo>
                <a:close/>
              </a:path>
            </a:pathLst>
          </a:custGeom>
          <a:gradFill>
            <a:gsLst>
              <a:gs pos="0">
                <a:srgbClr val="5C2074"/>
              </a:gs>
              <a:gs pos="25000">
                <a:srgbClr val="5C2074"/>
              </a:gs>
              <a:gs pos="90000">
                <a:srgbClr val="32123F"/>
              </a:gs>
              <a:gs pos="100000">
                <a:srgbClr val="32123F"/>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Shape&#10;&#10;Description automatically generated with medium confidence" id="180" name="Google Shape;180;p46"/>
          <p:cNvPicPr preferRelativeResize="0"/>
          <p:nvPr/>
        </p:nvPicPr>
        <p:blipFill rotWithShape="1">
          <a:blip r:embed="rId2">
            <a:alphaModFix amt="25000"/>
          </a:blip>
          <a:srcRect b="0" l="0" r="0" t="0"/>
          <a:stretch/>
        </p:blipFill>
        <p:spPr>
          <a:xfrm>
            <a:off x="0" y="0"/>
            <a:ext cx="12192000" cy="6858000"/>
          </a:xfrm>
          <a:prstGeom prst="rect">
            <a:avLst/>
          </a:prstGeom>
          <a:noFill/>
          <a:ln>
            <a:noFill/>
          </a:ln>
        </p:spPr>
      </p:pic>
      <p:sp>
        <p:nvSpPr>
          <p:cNvPr id="181" name="Google Shape;181;p46"/>
          <p:cNvSpPr/>
          <p:nvPr>
            <p:ph idx="2" type="pic"/>
          </p:nvPr>
        </p:nvSpPr>
        <p:spPr>
          <a:xfrm>
            <a:off x="6513095" y="-75701"/>
            <a:ext cx="5807242" cy="6977319"/>
          </a:xfrm>
          <a:prstGeom prst="rect">
            <a:avLst/>
          </a:prstGeom>
          <a:solidFill>
            <a:schemeClr val="lt2"/>
          </a:solidFill>
          <a:ln>
            <a:noFill/>
          </a:ln>
        </p:spPr>
      </p:sp>
      <p:sp>
        <p:nvSpPr>
          <p:cNvPr id="182" name="Google Shape;182;p46"/>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83" name="Google Shape;183;p46"/>
          <p:cNvPicPr preferRelativeResize="0"/>
          <p:nvPr/>
        </p:nvPicPr>
        <p:blipFill rotWithShape="1">
          <a:blip r:embed="rId3">
            <a:alphaModFix/>
          </a:blip>
          <a:srcRect b="0" l="0" r="0" t="0"/>
          <a:stretch/>
        </p:blipFill>
        <p:spPr>
          <a:xfrm>
            <a:off x="707572" y="6155037"/>
            <a:ext cx="482600" cy="495300"/>
          </a:xfrm>
          <a:prstGeom prst="rect">
            <a:avLst/>
          </a:prstGeom>
          <a:noFill/>
          <a:ln>
            <a:noFill/>
          </a:ln>
        </p:spPr>
      </p:pic>
      <p:sp>
        <p:nvSpPr>
          <p:cNvPr id="184" name="Google Shape;184;p46"/>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
        <p:nvSpPr>
          <p:cNvPr id="185" name="Google Shape;185;p46"/>
          <p:cNvSpPr txBox="1"/>
          <p:nvPr>
            <p:ph type="title"/>
          </p:nvPr>
        </p:nvSpPr>
        <p:spPr>
          <a:xfrm>
            <a:off x="641350" y="1534776"/>
            <a:ext cx="5600424" cy="99536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b="1"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p46"/>
          <p:cNvSpPr txBox="1"/>
          <p:nvPr>
            <p:ph idx="1" type="body"/>
          </p:nvPr>
        </p:nvSpPr>
        <p:spPr>
          <a:xfrm>
            <a:off x="641350" y="2564776"/>
            <a:ext cx="5600424" cy="2099789"/>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1000"/>
              </a:spcBef>
              <a:spcAft>
                <a:spcPts val="0"/>
              </a:spcAft>
              <a:buSzPts val="1400"/>
              <a:buNone/>
              <a:defRPr sz="1400">
                <a:solidFill>
                  <a:schemeClr val="accent6"/>
                </a:solidFill>
                <a:latin typeface="Arial"/>
                <a:ea typeface="Arial"/>
                <a:cs typeface="Arial"/>
                <a:sym typeface="Aria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 Large Feature - White">
  <p:cSld name="Content w/ Large Feature - White">
    <p:bg>
      <p:bgPr>
        <a:solidFill>
          <a:schemeClr val="lt1"/>
        </a:solidFill>
      </p:bgPr>
    </p:bg>
    <p:spTree>
      <p:nvGrpSpPr>
        <p:cNvPr id="187" name="Shape 187"/>
        <p:cNvGrpSpPr/>
        <p:nvPr/>
      </p:nvGrpSpPr>
      <p:grpSpPr>
        <a:xfrm>
          <a:off x="0" y="0"/>
          <a:ext cx="0" cy="0"/>
          <a:chOff x="0" y="0"/>
          <a:chExt cx="0" cy="0"/>
        </a:xfrm>
      </p:grpSpPr>
      <p:sp>
        <p:nvSpPr>
          <p:cNvPr id="188" name="Google Shape;188;p47"/>
          <p:cNvSpPr/>
          <p:nvPr/>
        </p:nvSpPr>
        <p:spPr>
          <a:xfrm>
            <a:off x="-96252" y="-59660"/>
            <a:ext cx="8116302" cy="6957765"/>
          </a:xfrm>
          <a:custGeom>
            <a:rect b="b" l="l" r="r" t="t"/>
            <a:pathLst>
              <a:path extrusionOk="0" h="6957765" w="8116302">
                <a:moveTo>
                  <a:pt x="0" y="0"/>
                </a:moveTo>
                <a:lnTo>
                  <a:pt x="6719486" y="0"/>
                </a:lnTo>
                <a:lnTo>
                  <a:pt x="6872687" y="176861"/>
                </a:lnTo>
                <a:cubicBezTo>
                  <a:pt x="7649599" y="1118261"/>
                  <a:pt x="8116302" y="2325159"/>
                  <a:pt x="8116302" y="3641060"/>
                </a:cubicBezTo>
                <a:cubicBezTo>
                  <a:pt x="8116302" y="4862969"/>
                  <a:pt x="7713890" y="5990889"/>
                  <a:pt x="7034363" y="6899524"/>
                </a:cubicBezTo>
                <a:lnTo>
                  <a:pt x="6988595" y="6957765"/>
                </a:lnTo>
                <a:lnTo>
                  <a:pt x="0" y="6957765"/>
                </a:lnTo>
                <a:close/>
              </a:path>
            </a:pathLst>
          </a:custGeom>
          <a:gradFill>
            <a:gsLst>
              <a:gs pos="0">
                <a:schemeClr val="lt1"/>
              </a:gs>
              <a:gs pos="25000">
                <a:schemeClr val="lt1"/>
              </a:gs>
              <a:gs pos="90000">
                <a:schemeClr val="lt2"/>
              </a:gs>
              <a:gs pos="100000">
                <a:schemeClr val="lt2"/>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Shape&#10;&#10;Description automatically generated with medium confidence" id="189" name="Google Shape;189;p47"/>
          <p:cNvPicPr preferRelativeResize="0"/>
          <p:nvPr/>
        </p:nvPicPr>
        <p:blipFill rotWithShape="1">
          <a:blip r:embed="rId2">
            <a:alphaModFix amt="5000"/>
          </a:blip>
          <a:srcRect b="0" l="0" r="0" t="0"/>
          <a:stretch/>
        </p:blipFill>
        <p:spPr>
          <a:xfrm>
            <a:off x="0" y="0"/>
            <a:ext cx="12192000" cy="6858000"/>
          </a:xfrm>
          <a:prstGeom prst="rect">
            <a:avLst/>
          </a:prstGeom>
          <a:noFill/>
          <a:ln>
            <a:noFill/>
          </a:ln>
        </p:spPr>
      </p:pic>
      <p:sp>
        <p:nvSpPr>
          <p:cNvPr id="190" name="Google Shape;190;p47"/>
          <p:cNvSpPr/>
          <p:nvPr>
            <p:ph idx="2" type="pic"/>
          </p:nvPr>
        </p:nvSpPr>
        <p:spPr>
          <a:xfrm>
            <a:off x="6513095" y="-75701"/>
            <a:ext cx="5807242" cy="6977319"/>
          </a:xfrm>
          <a:prstGeom prst="rect">
            <a:avLst/>
          </a:prstGeom>
          <a:solidFill>
            <a:schemeClr val="lt2"/>
          </a:solidFill>
          <a:ln>
            <a:noFill/>
          </a:ln>
        </p:spPr>
      </p:sp>
      <p:sp>
        <p:nvSpPr>
          <p:cNvPr id="191" name="Google Shape;191;p47"/>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C2074"/>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92" name="Google Shape;192;p47"/>
          <p:cNvPicPr preferRelativeResize="0"/>
          <p:nvPr/>
        </p:nvPicPr>
        <p:blipFill rotWithShape="1">
          <a:blip r:embed="rId3">
            <a:alphaModFix/>
          </a:blip>
          <a:srcRect b="0" l="0" r="0" t="0"/>
          <a:stretch/>
        </p:blipFill>
        <p:spPr>
          <a:xfrm>
            <a:off x="713604" y="6161228"/>
            <a:ext cx="470535" cy="482917"/>
          </a:xfrm>
          <a:prstGeom prst="rect">
            <a:avLst/>
          </a:prstGeom>
          <a:noFill/>
          <a:ln>
            <a:noFill/>
          </a:ln>
        </p:spPr>
      </p:pic>
      <p:sp>
        <p:nvSpPr>
          <p:cNvPr id="193" name="Google Shape;193;p47"/>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
        <p:nvSpPr>
          <p:cNvPr id="194" name="Google Shape;194;p47"/>
          <p:cNvSpPr txBox="1"/>
          <p:nvPr>
            <p:ph type="title"/>
          </p:nvPr>
        </p:nvSpPr>
        <p:spPr>
          <a:xfrm>
            <a:off x="641350" y="1534776"/>
            <a:ext cx="5600424" cy="99536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441357"/>
              </a:buClr>
              <a:buSzPts val="3200"/>
              <a:buFont typeface="Arial"/>
              <a:buNone/>
              <a:defRPr b="1" sz="3200" cap="none">
                <a:solidFill>
                  <a:srgbClr val="44135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47"/>
          <p:cNvSpPr txBox="1"/>
          <p:nvPr>
            <p:ph idx="1" type="body"/>
          </p:nvPr>
        </p:nvSpPr>
        <p:spPr>
          <a:xfrm>
            <a:off x="641350" y="2564776"/>
            <a:ext cx="5600424" cy="2099789"/>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1000"/>
              </a:spcBef>
              <a:spcAft>
                <a:spcPts val="0"/>
              </a:spcAft>
              <a:buSzPts val="1400"/>
              <a:buNone/>
              <a:defRPr sz="1400">
                <a:solidFill>
                  <a:srgbClr val="5C2074"/>
                </a:solidFill>
                <a:latin typeface="Arial"/>
                <a:ea typeface="Arial"/>
                <a:cs typeface="Arial"/>
                <a:sym typeface="Aria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 White">
  <p:cSld name="Chart - White">
    <p:bg>
      <p:bgPr>
        <a:gradFill>
          <a:gsLst>
            <a:gs pos="0">
              <a:schemeClr val="lt1"/>
            </a:gs>
            <a:gs pos="25000">
              <a:schemeClr val="lt1"/>
            </a:gs>
            <a:gs pos="90000">
              <a:schemeClr val="lt2"/>
            </a:gs>
            <a:gs pos="100000">
              <a:schemeClr val="lt2"/>
            </a:gs>
          </a:gsLst>
          <a:lin ang="5400000" scaled="0"/>
        </a:gradFill>
      </p:bgPr>
    </p:bg>
    <p:spTree>
      <p:nvGrpSpPr>
        <p:cNvPr id="196" name="Shape 196"/>
        <p:cNvGrpSpPr/>
        <p:nvPr/>
      </p:nvGrpSpPr>
      <p:grpSpPr>
        <a:xfrm>
          <a:off x="0" y="0"/>
          <a:ext cx="0" cy="0"/>
          <a:chOff x="0" y="0"/>
          <a:chExt cx="0" cy="0"/>
        </a:xfrm>
      </p:grpSpPr>
      <p:pic>
        <p:nvPicPr>
          <p:cNvPr descr="Shape&#10;&#10;Description automatically generated with medium confidence" id="197" name="Google Shape;197;p48"/>
          <p:cNvPicPr preferRelativeResize="0"/>
          <p:nvPr/>
        </p:nvPicPr>
        <p:blipFill rotWithShape="1">
          <a:blip r:embed="rId2">
            <a:alphaModFix amt="5000"/>
          </a:blip>
          <a:srcRect b="0" l="0" r="0" t="0"/>
          <a:stretch/>
        </p:blipFill>
        <p:spPr>
          <a:xfrm>
            <a:off x="0" y="0"/>
            <a:ext cx="12192000" cy="6858000"/>
          </a:xfrm>
          <a:prstGeom prst="rect">
            <a:avLst/>
          </a:prstGeom>
          <a:noFill/>
          <a:ln>
            <a:noFill/>
          </a:ln>
        </p:spPr>
      </p:pic>
      <p:sp>
        <p:nvSpPr>
          <p:cNvPr id="198" name="Google Shape;198;p48"/>
          <p:cNvSpPr/>
          <p:nvPr>
            <p:ph idx="2" type="chart"/>
          </p:nvPr>
        </p:nvSpPr>
        <p:spPr>
          <a:xfrm>
            <a:off x="2216150" y="616502"/>
            <a:ext cx="7772400" cy="5008563"/>
          </a:xfrm>
          <a:prstGeom prst="rect">
            <a:avLst/>
          </a:prstGeom>
          <a:noFill/>
          <a:ln>
            <a:noFill/>
          </a:ln>
        </p:spPr>
        <p:txBody>
          <a:bodyPr anchorCtr="0" anchor="t" bIns="45700" lIns="91425" spcFirstLastPara="1" rIns="91425" wrap="square" tIns="45700">
            <a:noAutofit/>
          </a:bodyPr>
          <a:lstStyle>
            <a:lvl1pPr lvl="0" marR="0" rtl="0" algn="l">
              <a:lnSpc>
                <a:spcPct val="110000"/>
              </a:lnSpc>
              <a:spcBef>
                <a:spcPts val="1000"/>
              </a:spcBef>
              <a:spcAft>
                <a:spcPts val="0"/>
              </a:spcAft>
              <a:buClr>
                <a:srgbClr val="E070EA"/>
              </a:buClr>
              <a:buSzPts val="1400"/>
              <a:buFont typeface="Arial"/>
              <a:buChar char="•"/>
              <a:defRPr b="0" i="0" sz="1400" u="none" cap="none" strike="noStrike">
                <a:solidFill>
                  <a:srgbClr val="441357"/>
                </a:solidFill>
                <a:latin typeface="Arial"/>
                <a:ea typeface="Arial"/>
                <a:cs typeface="Arial"/>
                <a:sym typeface="Arial"/>
              </a:defRPr>
            </a:lvl1pPr>
            <a:lvl2pPr lvl="1"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2pPr>
            <a:lvl3pPr lvl="2"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3pPr>
            <a:lvl4pPr lvl="3"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4pPr>
            <a:lvl5pPr lvl="4"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9" name="Google Shape;199;p48"/>
          <p:cNvSpPr/>
          <p:nvPr/>
        </p:nvSpPr>
        <p:spPr>
          <a:xfrm>
            <a:off x="-2460710" y="-2109302"/>
            <a:ext cx="3908510" cy="3908510"/>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0" name="Google Shape;200;p48"/>
          <p:cNvSpPr/>
          <p:nvPr/>
        </p:nvSpPr>
        <p:spPr>
          <a:xfrm>
            <a:off x="9514389" y="-921808"/>
            <a:ext cx="1401501" cy="1401501"/>
          </a:xfrm>
          <a:prstGeom prst="ellipse">
            <a:avLst/>
          </a:prstGeom>
          <a:noFill/>
          <a:ln cap="flat" cmpd="sng" w="50800">
            <a:solidFill>
              <a:srgbClr val="E070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1" name="Google Shape;201;p48"/>
          <p:cNvSpPr/>
          <p:nvPr/>
        </p:nvSpPr>
        <p:spPr>
          <a:xfrm>
            <a:off x="950388" y="791245"/>
            <a:ext cx="312517" cy="312517"/>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2" name="Google Shape;202;p48"/>
          <p:cNvSpPr/>
          <p:nvPr/>
        </p:nvSpPr>
        <p:spPr>
          <a:xfrm>
            <a:off x="10486662" y="3721393"/>
            <a:ext cx="2477947" cy="2477947"/>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3" name="Google Shape;203;p48"/>
          <p:cNvSpPr/>
          <p:nvPr/>
        </p:nvSpPr>
        <p:spPr>
          <a:xfrm rot="-2700000">
            <a:off x="12015784" y="2703987"/>
            <a:ext cx="600620" cy="600620"/>
          </a:xfrm>
          <a:prstGeom prst="ellipse">
            <a:avLst/>
          </a:prstGeom>
          <a:gradFill>
            <a:gsLst>
              <a:gs pos="0">
                <a:srgbClr val="E070EA"/>
              </a:gs>
              <a:gs pos="100000">
                <a:srgbClr val="6567D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4" name="Google Shape;204;p48"/>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C2074"/>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05" name="Google Shape;205;p48"/>
          <p:cNvPicPr preferRelativeResize="0"/>
          <p:nvPr/>
        </p:nvPicPr>
        <p:blipFill rotWithShape="1">
          <a:blip r:embed="rId3">
            <a:alphaModFix/>
          </a:blip>
          <a:srcRect b="0" l="0" r="0" t="0"/>
          <a:stretch/>
        </p:blipFill>
        <p:spPr>
          <a:xfrm>
            <a:off x="713604" y="6161228"/>
            <a:ext cx="470535" cy="482917"/>
          </a:xfrm>
          <a:prstGeom prst="rect">
            <a:avLst/>
          </a:prstGeom>
          <a:noFill/>
          <a:ln>
            <a:noFill/>
          </a:ln>
        </p:spPr>
      </p:pic>
      <p:sp>
        <p:nvSpPr>
          <p:cNvPr id="206" name="Google Shape;206;p48"/>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5C2074"/>
                </a:solidFill>
                <a:latin typeface="Arial"/>
                <a:ea typeface="Arial"/>
                <a:cs typeface="Arial"/>
                <a:sym typeface="Arial"/>
              </a:rPr>
              <a:t>‹#›</a:t>
            </a:fld>
            <a:endParaRPr b="0" i="0" sz="1200" u="none" cap="none" strike="noStrike">
              <a:solidFill>
                <a:srgbClr val="5C2074"/>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300"/>
                                        <p:tgtEl>
                                          <p:spTgt spid="199"/>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300"/>
                                        <p:tgtEl>
                                          <p:spTgt spid="201"/>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300"/>
                                        <p:tgtEl>
                                          <p:spTgt spid="200"/>
                                        </p:tgtEl>
                                      </p:cBhvr>
                                    </p:animEffect>
                                  </p:childTnLst>
                                </p:cTn>
                              </p:par>
                            </p:childTnLst>
                          </p:cTn>
                        </p:par>
                        <p:par>
                          <p:cTn fill="hold">
                            <p:stCondLst>
                              <p:cond delay="900"/>
                            </p:stCondLst>
                            <p:childTnLst>
                              <p:par>
                                <p:cTn fill="hold" nodeType="after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300"/>
                                        <p:tgtEl>
                                          <p:spTgt spid="203"/>
                                        </p:tgtEl>
                                      </p:cBhvr>
                                    </p:animEffect>
                                  </p:childTnLst>
                                </p:cTn>
                              </p:par>
                            </p:childTnLst>
                          </p:cTn>
                        </p:par>
                        <p:par>
                          <p:cTn fill="hold">
                            <p:stCondLst>
                              <p:cond delay="1200"/>
                            </p:stCondLst>
                            <p:childTnLst>
                              <p:par>
                                <p:cTn fill="hold" nodeType="after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3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urple" type="secHead">
  <p:cSld name="SECTION_HEADER">
    <p:bg>
      <p:bgPr>
        <a:gradFill>
          <a:gsLst>
            <a:gs pos="0">
              <a:srgbClr val="5C2074"/>
            </a:gs>
            <a:gs pos="25000">
              <a:srgbClr val="5C2074"/>
            </a:gs>
            <a:gs pos="90000">
              <a:srgbClr val="32123F"/>
            </a:gs>
            <a:gs pos="100000">
              <a:srgbClr val="32123F"/>
            </a:gs>
          </a:gsLst>
          <a:lin ang="5400000" scaled="0"/>
        </a:gradFill>
      </p:bgPr>
    </p:bg>
    <p:spTree>
      <p:nvGrpSpPr>
        <p:cNvPr id="207" name="Shape 207"/>
        <p:cNvGrpSpPr/>
        <p:nvPr/>
      </p:nvGrpSpPr>
      <p:grpSpPr>
        <a:xfrm>
          <a:off x="0" y="0"/>
          <a:ext cx="0" cy="0"/>
          <a:chOff x="0" y="0"/>
          <a:chExt cx="0" cy="0"/>
        </a:xfrm>
      </p:grpSpPr>
      <p:pic>
        <p:nvPicPr>
          <p:cNvPr descr="Shape&#10;&#10;Description automatically generated with medium confidence" id="208" name="Google Shape;208;p49"/>
          <p:cNvPicPr preferRelativeResize="0"/>
          <p:nvPr/>
        </p:nvPicPr>
        <p:blipFill rotWithShape="1">
          <a:blip r:embed="rId2">
            <a:alphaModFix amt="25000"/>
          </a:blip>
          <a:srcRect b="0" l="0" r="0" t="0"/>
          <a:stretch/>
        </p:blipFill>
        <p:spPr>
          <a:xfrm>
            <a:off x="0" y="0"/>
            <a:ext cx="12192000" cy="6858000"/>
          </a:xfrm>
          <a:prstGeom prst="rect">
            <a:avLst/>
          </a:prstGeom>
          <a:noFill/>
          <a:ln>
            <a:noFill/>
          </a:ln>
        </p:spPr>
      </p:pic>
      <p:sp>
        <p:nvSpPr>
          <p:cNvPr id="209" name="Google Shape;209;p49"/>
          <p:cNvSpPr txBox="1"/>
          <p:nvPr>
            <p:ph type="title"/>
          </p:nvPr>
        </p:nvSpPr>
        <p:spPr>
          <a:xfrm>
            <a:off x="641350" y="395289"/>
            <a:ext cx="10515600" cy="99536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b="1"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49"/>
          <p:cNvSpPr txBox="1"/>
          <p:nvPr>
            <p:ph idx="1" type="body"/>
          </p:nvPr>
        </p:nvSpPr>
        <p:spPr>
          <a:xfrm>
            <a:off x="641350" y="1390651"/>
            <a:ext cx="10515600" cy="390286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400"/>
              <a:buNone/>
              <a:defRPr sz="1400">
                <a:solidFill>
                  <a:schemeClr val="accent6"/>
                </a:solidFil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
        <p:nvSpPr>
          <p:cNvPr id="211" name="Google Shape;211;p49"/>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12" name="Google Shape;212;p49"/>
          <p:cNvPicPr preferRelativeResize="0"/>
          <p:nvPr/>
        </p:nvPicPr>
        <p:blipFill rotWithShape="1">
          <a:blip r:embed="rId3">
            <a:alphaModFix/>
          </a:blip>
          <a:srcRect b="0" l="0" r="0" t="0"/>
          <a:stretch/>
        </p:blipFill>
        <p:spPr>
          <a:xfrm>
            <a:off x="707572" y="6155037"/>
            <a:ext cx="482600" cy="495300"/>
          </a:xfrm>
          <a:prstGeom prst="rect">
            <a:avLst/>
          </a:prstGeom>
          <a:noFill/>
          <a:ln>
            <a:noFill/>
          </a:ln>
        </p:spPr>
      </p:pic>
      <p:sp>
        <p:nvSpPr>
          <p:cNvPr id="213" name="Google Shape;213;p49"/>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 Image R - Purple">
  <p:cSld name="Content w/ Image R - Purple">
    <p:bg>
      <p:bgPr>
        <a:gradFill>
          <a:gsLst>
            <a:gs pos="0">
              <a:srgbClr val="5C2074"/>
            </a:gs>
            <a:gs pos="20000">
              <a:srgbClr val="5C2074"/>
            </a:gs>
            <a:gs pos="75000">
              <a:srgbClr val="32123F"/>
            </a:gs>
            <a:gs pos="100000">
              <a:srgbClr val="32123F"/>
            </a:gs>
          </a:gsLst>
          <a:lin ang="0" scaled="0"/>
        </a:gradFill>
      </p:bgPr>
    </p:bg>
    <p:spTree>
      <p:nvGrpSpPr>
        <p:cNvPr id="214" name="Shape 214"/>
        <p:cNvGrpSpPr/>
        <p:nvPr/>
      </p:nvGrpSpPr>
      <p:grpSpPr>
        <a:xfrm>
          <a:off x="0" y="0"/>
          <a:ext cx="0" cy="0"/>
          <a:chOff x="0" y="0"/>
          <a:chExt cx="0" cy="0"/>
        </a:xfrm>
      </p:grpSpPr>
      <p:pic>
        <p:nvPicPr>
          <p:cNvPr descr="Shape&#10;&#10;Description automatically generated with medium confidence" id="215" name="Google Shape;215;p50"/>
          <p:cNvPicPr preferRelativeResize="0"/>
          <p:nvPr/>
        </p:nvPicPr>
        <p:blipFill rotWithShape="1">
          <a:blip r:embed="rId2">
            <a:alphaModFix amt="25000"/>
          </a:blip>
          <a:srcRect b="0" l="0" r="0" t="0"/>
          <a:stretch/>
        </p:blipFill>
        <p:spPr>
          <a:xfrm>
            <a:off x="0" y="0"/>
            <a:ext cx="12192000" cy="6858000"/>
          </a:xfrm>
          <a:prstGeom prst="rect">
            <a:avLst/>
          </a:prstGeom>
          <a:noFill/>
          <a:ln>
            <a:noFill/>
          </a:ln>
        </p:spPr>
      </p:pic>
      <p:sp>
        <p:nvSpPr>
          <p:cNvPr id="216" name="Google Shape;216;p50"/>
          <p:cNvSpPr/>
          <p:nvPr/>
        </p:nvSpPr>
        <p:spPr>
          <a:xfrm>
            <a:off x="7484889" y="636103"/>
            <a:ext cx="5257075" cy="5257075"/>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7" name="Google Shape;217;p50"/>
          <p:cNvSpPr/>
          <p:nvPr>
            <p:ph idx="2" type="pic"/>
          </p:nvPr>
        </p:nvSpPr>
        <p:spPr>
          <a:xfrm>
            <a:off x="7694490" y="845704"/>
            <a:ext cx="4808936" cy="4808936"/>
          </a:xfrm>
          <a:prstGeom prst="rect">
            <a:avLst/>
          </a:prstGeom>
          <a:solidFill>
            <a:schemeClr val="lt2"/>
          </a:solidFill>
          <a:ln>
            <a:noFill/>
          </a:ln>
        </p:spPr>
      </p:sp>
      <p:sp>
        <p:nvSpPr>
          <p:cNvPr id="218" name="Google Shape;218;p50"/>
          <p:cNvSpPr/>
          <p:nvPr/>
        </p:nvSpPr>
        <p:spPr>
          <a:xfrm>
            <a:off x="7867651" y="1517888"/>
            <a:ext cx="304798" cy="304798"/>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9" name="Google Shape;219;p50"/>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20" name="Google Shape;220;p50"/>
          <p:cNvPicPr preferRelativeResize="0"/>
          <p:nvPr/>
        </p:nvPicPr>
        <p:blipFill rotWithShape="1">
          <a:blip r:embed="rId3">
            <a:alphaModFix/>
          </a:blip>
          <a:srcRect b="0" l="0" r="0" t="0"/>
          <a:stretch/>
        </p:blipFill>
        <p:spPr>
          <a:xfrm>
            <a:off x="707572" y="6155037"/>
            <a:ext cx="482600" cy="495300"/>
          </a:xfrm>
          <a:prstGeom prst="rect">
            <a:avLst/>
          </a:prstGeom>
          <a:noFill/>
          <a:ln>
            <a:noFill/>
          </a:ln>
        </p:spPr>
      </p:pic>
      <p:sp>
        <p:nvSpPr>
          <p:cNvPr id="221" name="Google Shape;221;p50"/>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
        <p:nvSpPr>
          <p:cNvPr id="222" name="Google Shape;222;p50"/>
          <p:cNvSpPr txBox="1"/>
          <p:nvPr>
            <p:ph type="title"/>
          </p:nvPr>
        </p:nvSpPr>
        <p:spPr>
          <a:xfrm>
            <a:off x="641350" y="1534776"/>
            <a:ext cx="5600424" cy="99536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b="1"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50"/>
          <p:cNvSpPr txBox="1"/>
          <p:nvPr>
            <p:ph idx="1" type="body"/>
          </p:nvPr>
        </p:nvSpPr>
        <p:spPr>
          <a:xfrm>
            <a:off x="641350" y="2564776"/>
            <a:ext cx="5600424" cy="2099789"/>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1000"/>
              </a:spcBef>
              <a:spcAft>
                <a:spcPts val="0"/>
              </a:spcAft>
              <a:buSzPts val="1400"/>
              <a:buNone/>
              <a:defRPr sz="1400">
                <a:solidFill>
                  <a:schemeClr val="accent6"/>
                </a:solidFill>
                <a:latin typeface="Arial"/>
                <a:ea typeface="Arial"/>
                <a:cs typeface="Arial"/>
                <a:sym typeface="Aria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 Subtitle - Purple">
  <p:cSld name="Section w/ Subtitle - Purple">
    <p:bg>
      <p:bgPr>
        <a:gradFill>
          <a:gsLst>
            <a:gs pos="0">
              <a:srgbClr val="5C2074"/>
            </a:gs>
            <a:gs pos="25000">
              <a:srgbClr val="5C2074"/>
            </a:gs>
            <a:gs pos="80000">
              <a:srgbClr val="32123F"/>
            </a:gs>
            <a:gs pos="100000">
              <a:srgbClr val="32123F"/>
            </a:gs>
          </a:gsLst>
          <a:lin ang="2700000" scaled="0"/>
        </a:gradFill>
      </p:bgPr>
    </p:bg>
    <p:spTree>
      <p:nvGrpSpPr>
        <p:cNvPr id="224" name="Shape 224"/>
        <p:cNvGrpSpPr/>
        <p:nvPr/>
      </p:nvGrpSpPr>
      <p:grpSpPr>
        <a:xfrm>
          <a:off x="0" y="0"/>
          <a:ext cx="0" cy="0"/>
          <a:chOff x="0" y="0"/>
          <a:chExt cx="0" cy="0"/>
        </a:xfrm>
      </p:grpSpPr>
      <p:pic>
        <p:nvPicPr>
          <p:cNvPr descr="Shape&#10;&#10;Description automatically generated with medium confidence" id="225" name="Google Shape;225;p51"/>
          <p:cNvPicPr preferRelativeResize="0"/>
          <p:nvPr/>
        </p:nvPicPr>
        <p:blipFill rotWithShape="1">
          <a:blip r:embed="rId2">
            <a:alphaModFix amt="25000"/>
          </a:blip>
          <a:srcRect b="0" l="0" r="0" t="0"/>
          <a:stretch/>
        </p:blipFill>
        <p:spPr>
          <a:xfrm>
            <a:off x="0" y="0"/>
            <a:ext cx="12192000" cy="6858000"/>
          </a:xfrm>
          <a:prstGeom prst="rect">
            <a:avLst/>
          </a:prstGeom>
          <a:noFill/>
          <a:ln>
            <a:noFill/>
          </a:ln>
        </p:spPr>
      </p:pic>
      <p:sp>
        <p:nvSpPr>
          <p:cNvPr id="226" name="Google Shape;226;p51"/>
          <p:cNvSpPr txBox="1"/>
          <p:nvPr>
            <p:ph type="ctrTitle"/>
          </p:nvPr>
        </p:nvSpPr>
        <p:spPr>
          <a:xfrm>
            <a:off x="707572" y="2698449"/>
            <a:ext cx="4588327" cy="171160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4000"/>
              <a:buFont typeface="Arial"/>
              <a:buNone/>
              <a:defRPr b="1" sz="40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27" name="Google Shape;227;p51"/>
          <p:cNvPicPr preferRelativeResize="0"/>
          <p:nvPr/>
        </p:nvPicPr>
        <p:blipFill rotWithShape="1">
          <a:blip r:embed="rId3">
            <a:alphaModFix/>
          </a:blip>
          <a:srcRect b="0" l="0" r="0" t="0"/>
          <a:stretch/>
        </p:blipFill>
        <p:spPr>
          <a:xfrm>
            <a:off x="3695675" y="-325422"/>
            <a:ext cx="3974156" cy="7280244"/>
          </a:xfrm>
          <a:prstGeom prst="rect">
            <a:avLst/>
          </a:prstGeom>
          <a:noFill/>
          <a:ln>
            <a:noFill/>
          </a:ln>
        </p:spPr>
      </p:pic>
      <p:sp>
        <p:nvSpPr>
          <p:cNvPr id="228" name="Google Shape;228;p51"/>
          <p:cNvSpPr/>
          <p:nvPr>
            <p:ph idx="2" type="pic"/>
          </p:nvPr>
        </p:nvSpPr>
        <p:spPr>
          <a:xfrm>
            <a:off x="6281074" y="-29140"/>
            <a:ext cx="5900906" cy="6910562"/>
          </a:xfrm>
          <a:prstGeom prst="rect">
            <a:avLst/>
          </a:prstGeom>
          <a:solidFill>
            <a:schemeClr val="lt2"/>
          </a:solidFill>
          <a:ln>
            <a:noFill/>
          </a:ln>
        </p:spPr>
      </p:sp>
      <p:sp>
        <p:nvSpPr>
          <p:cNvPr id="229" name="Google Shape;229;p51"/>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51"/>
          <p:cNvSpPr/>
          <p:nvPr/>
        </p:nvSpPr>
        <p:spPr>
          <a:xfrm rot="-2332554">
            <a:off x="3292972" y="291774"/>
            <a:ext cx="829733" cy="829733"/>
          </a:xfrm>
          <a:prstGeom prst="ellipse">
            <a:avLst/>
          </a:prstGeom>
          <a:gradFill>
            <a:gsLst>
              <a:gs pos="0">
                <a:srgbClr val="E070EA"/>
              </a:gs>
              <a:gs pos="100000">
                <a:srgbClr val="6567D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1" name="Google Shape;231;p51"/>
          <p:cNvSpPr/>
          <p:nvPr/>
        </p:nvSpPr>
        <p:spPr>
          <a:xfrm rot="-3098978">
            <a:off x="4169180" y="2089369"/>
            <a:ext cx="298232" cy="298232"/>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2" name="Google Shape;232;p51"/>
          <p:cNvSpPr txBox="1"/>
          <p:nvPr>
            <p:ph idx="1" type="subTitle"/>
          </p:nvPr>
        </p:nvSpPr>
        <p:spPr>
          <a:xfrm>
            <a:off x="707572" y="4609281"/>
            <a:ext cx="4588327" cy="934992"/>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SzPts val="2000"/>
              <a:buNone/>
              <a:defRPr b="1" sz="2000">
                <a:solidFill>
                  <a:srgbClr val="E070EA"/>
                </a:solidFill>
              </a:defRPr>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33" name="Google Shape;233;p51"/>
          <p:cNvPicPr preferRelativeResize="0"/>
          <p:nvPr/>
        </p:nvPicPr>
        <p:blipFill rotWithShape="1">
          <a:blip r:embed="rId4">
            <a:alphaModFix/>
          </a:blip>
          <a:srcRect b="0" l="0" r="0" t="0"/>
          <a:stretch/>
        </p:blipFill>
        <p:spPr>
          <a:xfrm>
            <a:off x="707572" y="6155037"/>
            <a:ext cx="482600" cy="495300"/>
          </a:xfrm>
          <a:prstGeom prst="rect">
            <a:avLst/>
          </a:prstGeom>
          <a:noFill/>
          <a:ln>
            <a:noFill/>
          </a:ln>
        </p:spPr>
      </p:pic>
      <p:sp>
        <p:nvSpPr>
          <p:cNvPr id="234" name="Google Shape;234;p51"/>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 Subtitle - White">
  <p:cSld name="Section w/ Subtitle - White">
    <p:bg>
      <p:bgPr>
        <a:gradFill>
          <a:gsLst>
            <a:gs pos="0">
              <a:schemeClr val="lt1"/>
            </a:gs>
            <a:gs pos="25000">
              <a:schemeClr val="lt1"/>
            </a:gs>
            <a:gs pos="80000">
              <a:schemeClr val="lt2"/>
            </a:gs>
            <a:gs pos="100000">
              <a:schemeClr val="lt2"/>
            </a:gs>
          </a:gsLst>
          <a:lin ang="2700000" scaled="0"/>
        </a:gradFill>
      </p:bgPr>
    </p:bg>
    <p:spTree>
      <p:nvGrpSpPr>
        <p:cNvPr id="235" name="Shape 235"/>
        <p:cNvGrpSpPr/>
        <p:nvPr/>
      </p:nvGrpSpPr>
      <p:grpSpPr>
        <a:xfrm>
          <a:off x="0" y="0"/>
          <a:ext cx="0" cy="0"/>
          <a:chOff x="0" y="0"/>
          <a:chExt cx="0" cy="0"/>
        </a:xfrm>
      </p:grpSpPr>
      <p:pic>
        <p:nvPicPr>
          <p:cNvPr descr="Shape&#10;&#10;Description automatically generated with medium confidence" id="236" name="Google Shape;236;p52"/>
          <p:cNvPicPr preferRelativeResize="0"/>
          <p:nvPr/>
        </p:nvPicPr>
        <p:blipFill rotWithShape="1">
          <a:blip r:embed="rId2">
            <a:alphaModFix amt="5000"/>
          </a:blip>
          <a:srcRect b="0" l="0" r="0" t="0"/>
          <a:stretch/>
        </p:blipFill>
        <p:spPr>
          <a:xfrm>
            <a:off x="0" y="0"/>
            <a:ext cx="12192000" cy="6858000"/>
          </a:xfrm>
          <a:prstGeom prst="rect">
            <a:avLst/>
          </a:prstGeom>
          <a:noFill/>
          <a:ln>
            <a:noFill/>
          </a:ln>
        </p:spPr>
      </p:pic>
      <p:pic>
        <p:nvPicPr>
          <p:cNvPr id="237" name="Google Shape;237;p52"/>
          <p:cNvPicPr preferRelativeResize="0"/>
          <p:nvPr/>
        </p:nvPicPr>
        <p:blipFill rotWithShape="1">
          <a:blip r:embed="rId3">
            <a:alphaModFix/>
          </a:blip>
          <a:srcRect b="0" l="0" r="0" t="0"/>
          <a:stretch/>
        </p:blipFill>
        <p:spPr>
          <a:xfrm>
            <a:off x="3695675" y="-325422"/>
            <a:ext cx="3974156" cy="7280244"/>
          </a:xfrm>
          <a:prstGeom prst="rect">
            <a:avLst/>
          </a:prstGeom>
          <a:noFill/>
          <a:ln>
            <a:noFill/>
          </a:ln>
        </p:spPr>
      </p:pic>
      <p:sp>
        <p:nvSpPr>
          <p:cNvPr id="238" name="Google Shape;238;p52"/>
          <p:cNvSpPr/>
          <p:nvPr/>
        </p:nvSpPr>
        <p:spPr>
          <a:xfrm rot="-2332554">
            <a:off x="3292972" y="291774"/>
            <a:ext cx="829733" cy="829733"/>
          </a:xfrm>
          <a:prstGeom prst="ellipse">
            <a:avLst/>
          </a:prstGeom>
          <a:gradFill>
            <a:gsLst>
              <a:gs pos="0">
                <a:srgbClr val="E070EA"/>
              </a:gs>
              <a:gs pos="100000">
                <a:srgbClr val="6567D6"/>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9" name="Google Shape;239;p52"/>
          <p:cNvSpPr/>
          <p:nvPr/>
        </p:nvSpPr>
        <p:spPr>
          <a:xfrm rot="-3098978">
            <a:off x="4169180" y="2089369"/>
            <a:ext cx="298232" cy="298232"/>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0" name="Google Shape;240;p52"/>
          <p:cNvSpPr/>
          <p:nvPr>
            <p:ph idx="2" type="pic"/>
          </p:nvPr>
        </p:nvSpPr>
        <p:spPr>
          <a:xfrm>
            <a:off x="6281074" y="-29140"/>
            <a:ext cx="5900906" cy="6910562"/>
          </a:xfrm>
          <a:prstGeom prst="rect">
            <a:avLst/>
          </a:prstGeom>
          <a:solidFill>
            <a:schemeClr val="lt2"/>
          </a:solidFill>
          <a:ln>
            <a:noFill/>
          </a:ln>
        </p:spPr>
      </p:sp>
      <p:sp>
        <p:nvSpPr>
          <p:cNvPr id="241" name="Google Shape;241;p52"/>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C2074"/>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2" name="Google Shape;242;p52"/>
          <p:cNvSpPr txBox="1"/>
          <p:nvPr>
            <p:ph type="ctrTitle"/>
          </p:nvPr>
        </p:nvSpPr>
        <p:spPr>
          <a:xfrm>
            <a:off x="707572" y="2698449"/>
            <a:ext cx="4588327" cy="171160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441357"/>
              </a:buClr>
              <a:buSzPts val="4000"/>
              <a:buFont typeface="Arial"/>
              <a:buNone/>
              <a:defRPr b="1" sz="4000" cap="none">
                <a:solidFill>
                  <a:srgbClr val="44135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 name="Google Shape;243;p52"/>
          <p:cNvSpPr txBox="1"/>
          <p:nvPr>
            <p:ph idx="1" type="subTitle"/>
          </p:nvPr>
        </p:nvSpPr>
        <p:spPr>
          <a:xfrm>
            <a:off x="707572" y="4609281"/>
            <a:ext cx="4588327" cy="934992"/>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SzPts val="2000"/>
              <a:buNone/>
              <a:defRPr b="1" sz="2000">
                <a:solidFill>
                  <a:srgbClr val="E070EA"/>
                </a:solidFill>
              </a:defRPr>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44" name="Google Shape;244;p52"/>
          <p:cNvPicPr preferRelativeResize="0"/>
          <p:nvPr/>
        </p:nvPicPr>
        <p:blipFill rotWithShape="1">
          <a:blip r:embed="rId4">
            <a:alphaModFix/>
          </a:blip>
          <a:srcRect b="0" l="0" r="0" t="0"/>
          <a:stretch/>
        </p:blipFill>
        <p:spPr>
          <a:xfrm>
            <a:off x="713604" y="6161228"/>
            <a:ext cx="470535" cy="482917"/>
          </a:xfrm>
          <a:prstGeom prst="rect">
            <a:avLst/>
          </a:prstGeom>
          <a:noFill/>
          <a:ln>
            <a:noFill/>
          </a:ln>
        </p:spPr>
      </p:pic>
      <p:sp>
        <p:nvSpPr>
          <p:cNvPr id="245" name="Google Shape;245;p52"/>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White">
  <p:cSld name="Content - White">
    <p:bg>
      <p:bgPr>
        <a:gradFill>
          <a:gsLst>
            <a:gs pos="0">
              <a:schemeClr val="lt1"/>
            </a:gs>
            <a:gs pos="25000">
              <a:schemeClr val="lt1"/>
            </a:gs>
            <a:gs pos="90000">
              <a:schemeClr val="lt2"/>
            </a:gs>
            <a:gs pos="100000">
              <a:schemeClr val="lt2"/>
            </a:gs>
          </a:gsLst>
          <a:lin ang="5400000" scaled="0"/>
        </a:gradFill>
      </p:bgPr>
    </p:bg>
    <p:spTree>
      <p:nvGrpSpPr>
        <p:cNvPr id="246" name="Shape 246"/>
        <p:cNvGrpSpPr/>
        <p:nvPr/>
      </p:nvGrpSpPr>
      <p:grpSpPr>
        <a:xfrm>
          <a:off x="0" y="0"/>
          <a:ext cx="0" cy="0"/>
          <a:chOff x="0" y="0"/>
          <a:chExt cx="0" cy="0"/>
        </a:xfrm>
      </p:grpSpPr>
      <p:pic>
        <p:nvPicPr>
          <p:cNvPr descr="Shape&#10;&#10;Description automatically generated with medium confidence" id="247" name="Google Shape;247;p53"/>
          <p:cNvPicPr preferRelativeResize="0"/>
          <p:nvPr/>
        </p:nvPicPr>
        <p:blipFill rotWithShape="1">
          <a:blip r:embed="rId2">
            <a:alphaModFix amt="5000"/>
          </a:blip>
          <a:srcRect b="0" l="0" r="0" t="0"/>
          <a:stretch/>
        </p:blipFill>
        <p:spPr>
          <a:xfrm>
            <a:off x="0" y="0"/>
            <a:ext cx="12192000" cy="6858000"/>
          </a:xfrm>
          <a:prstGeom prst="rect">
            <a:avLst/>
          </a:prstGeom>
          <a:noFill/>
          <a:ln>
            <a:noFill/>
          </a:ln>
        </p:spPr>
      </p:pic>
      <p:sp>
        <p:nvSpPr>
          <p:cNvPr id="248" name="Google Shape;248;p53"/>
          <p:cNvSpPr txBox="1"/>
          <p:nvPr>
            <p:ph type="title"/>
          </p:nvPr>
        </p:nvSpPr>
        <p:spPr>
          <a:xfrm>
            <a:off x="641350" y="395289"/>
            <a:ext cx="10515600" cy="99536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441357"/>
              </a:buClr>
              <a:buSzPts val="3200"/>
              <a:buFont typeface="Arial"/>
              <a:buNone/>
              <a:defRPr b="1" sz="3200" cap="none">
                <a:solidFill>
                  <a:srgbClr val="44135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 name="Google Shape;249;p53"/>
          <p:cNvSpPr txBox="1"/>
          <p:nvPr>
            <p:ph idx="1" type="body"/>
          </p:nvPr>
        </p:nvSpPr>
        <p:spPr>
          <a:xfrm>
            <a:off x="641350" y="1390651"/>
            <a:ext cx="10515600" cy="390286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400"/>
              <a:buNone/>
              <a:defRPr sz="1400">
                <a:solidFill>
                  <a:srgbClr val="5C2074"/>
                </a:solidFill>
                <a:latin typeface="Arial"/>
                <a:ea typeface="Arial"/>
                <a:cs typeface="Arial"/>
                <a:sym typeface="Aria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
        <p:nvSpPr>
          <p:cNvPr id="250" name="Google Shape;250;p53"/>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C2074"/>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51" name="Google Shape;251;p53"/>
          <p:cNvPicPr preferRelativeResize="0"/>
          <p:nvPr/>
        </p:nvPicPr>
        <p:blipFill rotWithShape="1">
          <a:blip r:embed="rId3">
            <a:alphaModFix/>
          </a:blip>
          <a:srcRect b="0" l="0" r="0" t="0"/>
          <a:stretch/>
        </p:blipFill>
        <p:spPr>
          <a:xfrm>
            <a:off x="713604" y="6161228"/>
            <a:ext cx="470535" cy="482917"/>
          </a:xfrm>
          <a:prstGeom prst="rect">
            <a:avLst/>
          </a:prstGeom>
          <a:noFill/>
          <a:ln>
            <a:noFill/>
          </a:ln>
        </p:spPr>
      </p:pic>
      <p:sp>
        <p:nvSpPr>
          <p:cNvPr id="252" name="Google Shape;252;p53"/>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5C2074"/>
                </a:solidFill>
                <a:latin typeface="Arial"/>
                <a:ea typeface="Arial"/>
                <a:cs typeface="Arial"/>
                <a:sym typeface="Arial"/>
              </a:rPr>
              <a:t>‹#›</a:t>
            </a:fld>
            <a:endParaRPr b="0" i="0" sz="1200" u="none" cap="none" strike="noStrike">
              <a:solidFill>
                <a:srgbClr val="5C2074"/>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 Image L - White">
  <p:cSld name="Content w/ Image L - White">
    <p:bg>
      <p:bgPr>
        <a:gradFill>
          <a:gsLst>
            <a:gs pos="0">
              <a:schemeClr val="lt1"/>
            </a:gs>
            <a:gs pos="25000">
              <a:schemeClr val="lt1"/>
            </a:gs>
            <a:gs pos="80000">
              <a:schemeClr val="lt2"/>
            </a:gs>
            <a:gs pos="100000">
              <a:schemeClr val="lt2"/>
            </a:gs>
          </a:gsLst>
          <a:lin ang="0" scaled="0"/>
        </a:gradFill>
      </p:bgPr>
    </p:bg>
    <p:spTree>
      <p:nvGrpSpPr>
        <p:cNvPr id="253" name="Shape 253"/>
        <p:cNvGrpSpPr/>
        <p:nvPr/>
      </p:nvGrpSpPr>
      <p:grpSpPr>
        <a:xfrm>
          <a:off x="0" y="0"/>
          <a:ext cx="0" cy="0"/>
          <a:chOff x="0" y="0"/>
          <a:chExt cx="0" cy="0"/>
        </a:xfrm>
      </p:grpSpPr>
      <p:pic>
        <p:nvPicPr>
          <p:cNvPr descr="Shape&#10;&#10;Description automatically generated with medium confidence" id="254" name="Google Shape;254;p54"/>
          <p:cNvPicPr preferRelativeResize="0"/>
          <p:nvPr/>
        </p:nvPicPr>
        <p:blipFill rotWithShape="1">
          <a:blip r:embed="rId2">
            <a:alphaModFix amt="5000"/>
          </a:blip>
          <a:srcRect b="0" l="0" r="0" t="0"/>
          <a:stretch/>
        </p:blipFill>
        <p:spPr>
          <a:xfrm>
            <a:off x="0" y="0"/>
            <a:ext cx="12192000" cy="6858000"/>
          </a:xfrm>
          <a:prstGeom prst="rect">
            <a:avLst/>
          </a:prstGeom>
          <a:noFill/>
          <a:ln>
            <a:noFill/>
          </a:ln>
        </p:spPr>
      </p:pic>
      <p:sp>
        <p:nvSpPr>
          <p:cNvPr id="255" name="Google Shape;255;p54"/>
          <p:cNvSpPr txBox="1"/>
          <p:nvPr>
            <p:ph type="title"/>
          </p:nvPr>
        </p:nvSpPr>
        <p:spPr>
          <a:xfrm>
            <a:off x="5984315" y="1534776"/>
            <a:ext cx="5600424" cy="99536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441357"/>
              </a:buClr>
              <a:buSzPts val="3200"/>
              <a:buFont typeface="Arial"/>
              <a:buNone/>
              <a:defRPr b="1" sz="3200" cap="none">
                <a:solidFill>
                  <a:srgbClr val="44135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6" name="Google Shape;256;p54"/>
          <p:cNvSpPr txBox="1"/>
          <p:nvPr>
            <p:ph idx="1" type="body"/>
          </p:nvPr>
        </p:nvSpPr>
        <p:spPr>
          <a:xfrm>
            <a:off x="5984315" y="2564776"/>
            <a:ext cx="5600424" cy="2099789"/>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1000"/>
              </a:spcBef>
              <a:spcAft>
                <a:spcPts val="0"/>
              </a:spcAft>
              <a:buSzPts val="1400"/>
              <a:buNone/>
              <a:defRPr sz="1400">
                <a:solidFill>
                  <a:srgbClr val="5C2074"/>
                </a:solidFill>
                <a:latin typeface="Arial"/>
                <a:ea typeface="Arial"/>
                <a:cs typeface="Arial"/>
                <a:sym typeface="Aria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
        <p:nvSpPr>
          <p:cNvPr id="257" name="Google Shape;257;p54"/>
          <p:cNvSpPr/>
          <p:nvPr/>
        </p:nvSpPr>
        <p:spPr>
          <a:xfrm>
            <a:off x="-368193" y="636103"/>
            <a:ext cx="5257075" cy="5257075"/>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8" name="Google Shape;258;p54"/>
          <p:cNvSpPr/>
          <p:nvPr>
            <p:ph idx="2" type="pic"/>
          </p:nvPr>
        </p:nvSpPr>
        <p:spPr>
          <a:xfrm>
            <a:off x="-158592" y="845704"/>
            <a:ext cx="4808936" cy="4808936"/>
          </a:xfrm>
          <a:prstGeom prst="rect">
            <a:avLst/>
          </a:prstGeom>
          <a:solidFill>
            <a:schemeClr val="lt2"/>
          </a:solidFill>
          <a:ln>
            <a:noFill/>
          </a:ln>
        </p:spPr>
      </p:sp>
      <p:sp>
        <p:nvSpPr>
          <p:cNvPr id="259" name="Google Shape;259;p54"/>
          <p:cNvSpPr/>
          <p:nvPr/>
        </p:nvSpPr>
        <p:spPr>
          <a:xfrm>
            <a:off x="4219818" y="4681374"/>
            <a:ext cx="304798" cy="304798"/>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0" name="Google Shape;260;p54"/>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C2074"/>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61" name="Google Shape;261;p54"/>
          <p:cNvPicPr preferRelativeResize="0"/>
          <p:nvPr/>
        </p:nvPicPr>
        <p:blipFill rotWithShape="1">
          <a:blip r:embed="rId3">
            <a:alphaModFix/>
          </a:blip>
          <a:srcRect b="0" l="0" r="0" t="0"/>
          <a:stretch/>
        </p:blipFill>
        <p:spPr>
          <a:xfrm>
            <a:off x="713604" y="6161228"/>
            <a:ext cx="470535" cy="482917"/>
          </a:xfrm>
          <a:prstGeom prst="rect">
            <a:avLst/>
          </a:prstGeom>
          <a:noFill/>
          <a:ln>
            <a:noFill/>
          </a:ln>
        </p:spPr>
      </p:pic>
      <p:sp>
        <p:nvSpPr>
          <p:cNvPr id="262" name="Google Shape;262;p54"/>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5C2074"/>
                </a:solidFill>
                <a:latin typeface="Arial"/>
                <a:ea typeface="Arial"/>
                <a:cs typeface="Arial"/>
                <a:sym typeface="Arial"/>
              </a:rPr>
              <a:t>‹#›</a:t>
            </a:fld>
            <a:endParaRPr b="0" i="0" sz="1200" u="none" cap="none" strike="noStrike">
              <a:solidFill>
                <a:srgbClr val="5C2074"/>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ntent - Purple">
  <p:cSld name="Two Column Content - Purple">
    <p:bg>
      <p:bgPr>
        <a:gradFill>
          <a:gsLst>
            <a:gs pos="0">
              <a:srgbClr val="5C2074"/>
            </a:gs>
            <a:gs pos="25000">
              <a:srgbClr val="5C2074"/>
            </a:gs>
            <a:gs pos="90000">
              <a:srgbClr val="32123F"/>
            </a:gs>
            <a:gs pos="100000">
              <a:srgbClr val="32123F"/>
            </a:gs>
          </a:gsLst>
          <a:lin ang="5400000" scaled="0"/>
        </a:gradFill>
      </p:bgPr>
    </p:bg>
    <p:spTree>
      <p:nvGrpSpPr>
        <p:cNvPr id="263" name="Shape 263"/>
        <p:cNvGrpSpPr/>
        <p:nvPr/>
      </p:nvGrpSpPr>
      <p:grpSpPr>
        <a:xfrm>
          <a:off x="0" y="0"/>
          <a:ext cx="0" cy="0"/>
          <a:chOff x="0" y="0"/>
          <a:chExt cx="0" cy="0"/>
        </a:xfrm>
      </p:grpSpPr>
      <p:pic>
        <p:nvPicPr>
          <p:cNvPr descr="Shape&#10;&#10;Description automatically generated with medium confidence" id="264" name="Google Shape;264;p55"/>
          <p:cNvPicPr preferRelativeResize="0"/>
          <p:nvPr/>
        </p:nvPicPr>
        <p:blipFill rotWithShape="1">
          <a:blip r:embed="rId2">
            <a:alphaModFix amt="25000"/>
          </a:blip>
          <a:srcRect b="0" l="0" r="0" t="0"/>
          <a:stretch/>
        </p:blipFill>
        <p:spPr>
          <a:xfrm>
            <a:off x="0" y="0"/>
            <a:ext cx="12192000" cy="6858000"/>
          </a:xfrm>
          <a:prstGeom prst="rect">
            <a:avLst/>
          </a:prstGeom>
          <a:noFill/>
          <a:ln>
            <a:noFill/>
          </a:ln>
        </p:spPr>
      </p:pic>
      <p:grpSp>
        <p:nvGrpSpPr>
          <p:cNvPr id="265" name="Google Shape;265;p55"/>
          <p:cNvGrpSpPr/>
          <p:nvPr/>
        </p:nvGrpSpPr>
        <p:grpSpPr>
          <a:xfrm>
            <a:off x="9184538" y="-378350"/>
            <a:ext cx="1660422" cy="1666875"/>
            <a:chOff x="9184538" y="-378350"/>
            <a:chExt cx="1660422" cy="1666875"/>
          </a:xfrm>
        </p:grpSpPr>
        <p:sp>
          <p:nvSpPr>
            <p:cNvPr id="266" name="Google Shape;266;p55"/>
            <p:cNvSpPr/>
            <p:nvPr/>
          </p:nvSpPr>
          <p:spPr>
            <a:xfrm>
              <a:off x="9184538" y="-378350"/>
              <a:ext cx="1579918" cy="1579918"/>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67" name="Google Shape;267;p55"/>
            <p:cNvPicPr preferRelativeResize="0"/>
            <p:nvPr/>
          </p:nvPicPr>
          <p:blipFill rotWithShape="1">
            <a:blip r:embed="rId3">
              <a:alphaModFix/>
            </a:blip>
            <a:srcRect b="0" l="0" r="0" t="0"/>
            <a:stretch/>
          </p:blipFill>
          <p:spPr>
            <a:xfrm>
              <a:off x="9265042" y="-243516"/>
              <a:ext cx="1579918" cy="1532041"/>
            </a:xfrm>
            <a:prstGeom prst="rect">
              <a:avLst/>
            </a:prstGeom>
            <a:noFill/>
            <a:ln>
              <a:noFill/>
            </a:ln>
          </p:spPr>
        </p:pic>
      </p:grpSp>
      <p:sp>
        <p:nvSpPr>
          <p:cNvPr id="268" name="Google Shape;268;p55"/>
          <p:cNvSpPr txBox="1"/>
          <p:nvPr>
            <p:ph idx="1" type="body"/>
          </p:nvPr>
        </p:nvSpPr>
        <p:spPr>
          <a:xfrm>
            <a:off x="641350" y="2219325"/>
            <a:ext cx="4044948" cy="241934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000"/>
              <a:buNone/>
              <a:defRPr b="1" sz="2000">
                <a:solidFill>
                  <a:schemeClr val="accent6"/>
                </a:solidFil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
        <p:nvSpPr>
          <p:cNvPr id="269" name="Google Shape;269;p55"/>
          <p:cNvSpPr txBox="1"/>
          <p:nvPr>
            <p:ph idx="2" type="body"/>
          </p:nvPr>
        </p:nvSpPr>
        <p:spPr>
          <a:xfrm>
            <a:off x="6096000" y="2219325"/>
            <a:ext cx="5410200" cy="241934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400"/>
              <a:buNone/>
              <a:defRPr sz="1400">
                <a:solidFill>
                  <a:schemeClr val="accent6"/>
                </a:solidFill>
                <a:latin typeface="Arial"/>
                <a:ea typeface="Arial"/>
                <a:cs typeface="Arial"/>
                <a:sym typeface="Arial"/>
              </a:defRPr>
            </a:lvl1pPr>
            <a:lvl2pPr indent="-228600" lvl="1" marL="914400" algn="l">
              <a:lnSpc>
                <a:spcPct val="110000"/>
              </a:lnSpc>
              <a:spcBef>
                <a:spcPts val="500"/>
              </a:spcBef>
              <a:spcAft>
                <a:spcPts val="0"/>
              </a:spcAft>
              <a:buSzPts val="2000"/>
              <a:buNone/>
              <a:defRPr sz="2000">
                <a:solidFill>
                  <a:srgbClr val="918898"/>
                </a:solidFill>
              </a:defRPr>
            </a:lvl2pPr>
            <a:lvl3pPr indent="-228600" lvl="2" marL="1371600" algn="l">
              <a:lnSpc>
                <a:spcPct val="110000"/>
              </a:lnSpc>
              <a:spcBef>
                <a:spcPts val="500"/>
              </a:spcBef>
              <a:spcAft>
                <a:spcPts val="0"/>
              </a:spcAft>
              <a:buSzPts val="1800"/>
              <a:buNone/>
              <a:defRPr sz="1800">
                <a:solidFill>
                  <a:srgbClr val="918898"/>
                </a:solidFill>
              </a:defRPr>
            </a:lvl3pPr>
            <a:lvl4pPr indent="-228600" lvl="3" marL="1828800" algn="l">
              <a:lnSpc>
                <a:spcPct val="110000"/>
              </a:lnSpc>
              <a:spcBef>
                <a:spcPts val="500"/>
              </a:spcBef>
              <a:spcAft>
                <a:spcPts val="0"/>
              </a:spcAft>
              <a:buSzPts val="1600"/>
              <a:buNone/>
              <a:defRPr sz="1600">
                <a:solidFill>
                  <a:srgbClr val="918898"/>
                </a:solidFill>
              </a:defRPr>
            </a:lvl4pPr>
            <a:lvl5pPr indent="-228600" lvl="4" marL="2286000" algn="l">
              <a:lnSpc>
                <a:spcPct val="110000"/>
              </a:lnSpc>
              <a:spcBef>
                <a:spcPts val="500"/>
              </a:spcBef>
              <a:spcAft>
                <a:spcPts val="0"/>
              </a:spcAft>
              <a:buSzPts val="1600"/>
              <a:buNone/>
              <a:defRPr sz="1600">
                <a:solidFill>
                  <a:srgbClr val="918898"/>
                </a:solidFill>
              </a:defRPr>
            </a:lvl5pPr>
            <a:lvl6pPr indent="-228600" lvl="5" marL="2743200" algn="l">
              <a:lnSpc>
                <a:spcPct val="90000"/>
              </a:lnSpc>
              <a:spcBef>
                <a:spcPts val="500"/>
              </a:spcBef>
              <a:spcAft>
                <a:spcPts val="0"/>
              </a:spcAft>
              <a:buClr>
                <a:srgbClr val="918898"/>
              </a:buClr>
              <a:buSzPts val="1600"/>
              <a:buNone/>
              <a:defRPr sz="1600">
                <a:solidFill>
                  <a:srgbClr val="918898"/>
                </a:solidFill>
              </a:defRPr>
            </a:lvl6pPr>
            <a:lvl7pPr indent="-228600" lvl="6" marL="3200400" algn="l">
              <a:lnSpc>
                <a:spcPct val="90000"/>
              </a:lnSpc>
              <a:spcBef>
                <a:spcPts val="500"/>
              </a:spcBef>
              <a:spcAft>
                <a:spcPts val="0"/>
              </a:spcAft>
              <a:buClr>
                <a:srgbClr val="918898"/>
              </a:buClr>
              <a:buSzPts val="1600"/>
              <a:buNone/>
              <a:defRPr sz="1600">
                <a:solidFill>
                  <a:srgbClr val="918898"/>
                </a:solidFill>
              </a:defRPr>
            </a:lvl7pPr>
            <a:lvl8pPr indent="-228600" lvl="7" marL="3657600" algn="l">
              <a:lnSpc>
                <a:spcPct val="90000"/>
              </a:lnSpc>
              <a:spcBef>
                <a:spcPts val="500"/>
              </a:spcBef>
              <a:spcAft>
                <a:spcPts val="0"/>
              </a:spcAft>
              <a:buClr>
                <a:srgbClr val="918898"/>
              </a:buClr>
              <a:buSzPts val="1600"/>
              <a:buNone/>
              <a:defRPr sz="1600">
                <a:solidFill>
                  <a:srgbClr val="918898"/>
                </a:solidFill>
              </a:defRPr>
            </a:lvl8pPr>
            <a:lvl9pPr indent="-228600" lvl="8" marL="4114800" algn="l">
              <a:lnSpc>
                <a:spcPct val="90000"/>
              </a:lnSpc>
              <a:spcBef>
                <a:spcPts val="500"/>
              </a:spcBef>
              <a:spcAft>
                <a:spcPts val="0"/>
              </a:spcAft>
              <a:buClr>
                <a:srgbClr val="918898"/>
              </a:buClr>
              <a:buSzPts val="1600"/>
              <a:buNone/>
              <a:defRPr sz="1600">
                <a:solidFill>
                  <a:srgbClr val="918898"/>
                </a:solidFill>
              </a:defRPr>
            </a:lvl9pPr>
          </a:lstStyle>
          <a:p/>
        </p:txBody>
      </p:sp>
      <p:sp>
        <p:nvSpPr>
          <p:cNvPr id="270" name="Google Shape;270;p55"/>
          <p:cNvSpPr txBox="1"/>
          <p:nvPr>
            <p:ph idx="11" type="ftr"/>
          </p:nvPr>
        </p:nvSpPr>
        <p:spPr>
          <a:xfrm>
            <a:off x="1447800" y="6199340"/>
            <a:ext cx="6572250" cy="4066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 name="Google Shape;271;p55"/>
          <p:cNvSpPr/>
          <p:nvPr/>
        </p:nvSpPr>
        <p:spPr>
          <a:xfrm>
            <a:off x="8799236" y="1049169"/>
            <a:ext cx="304798" cy="304798"/>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72" name="Google Shape;272;p55"/>
          <p:cNvPicPr preferRelativeResize="0"/>
          <p:nvPr/>
        </p:nvPicPr>
        <p:blipFill rotWithShape="1">
          <a:blip r:embed="rId4">
            <a:alphaModFix/>
          </a:blip>
          <a:srcRect b="0" l="0" r="0" t="0"/>
          <a:stretch/>
        </p:blipFill>
        <p:spPr>
          <a:xfrm>
            <a:off x="707572" y="6155037"/>
            <a:ext cx="482600" cy="495300"/>
          </a:xfrm>
          <a:prstGeom prst="rect">
            <a:avLst/>
          </a:prstGeom>
          <a:noFill/>
          <a:ln>
            <a:noFill/>
          </a:ln>
        </p:spPr>
      </p:pic>
      <p:sp>
        <p:nvSpPr>
          <p:cNvPr id="273" name="Google Shape;273;p55"/>
          <p:cNvSpPr txBox="1"/>
          <p:nvPr/>
        </p:nvSpPr>
        <p:spPr>
          <a:xfrm>
            <a:off x="11008154" y="6264187"/>
            <a:ext cx="922590" cy="276999"/>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
        <p:nvSpPr>
          <p:cNvPr id="274" name="Google Shape;274;p55"/>
          <p:cNvSpPr txBox="1"/>
          <p:nvPr>
            <p:ph type="title"/>
          </p:nvPr>
        </p:nvSpPr>
        <p:spPr>
          <a:xfrm>
            <a:off x="641351" y="1470991"/>
            <a:ext cx="7715572" cy="72593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b="1"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300"/>
                                        <p:tgtEl>
                                          <p:spTgt spid="265"/>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3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5" name="Shape 275"/>
        <p:cNvGrpSpPr/>
        <p:nvPr/>
      </p:nvGrpSpPr>
      <p:grpSpPr>
        <a:xfrm>
          <a:off x="0" y="0"/>
          <a:ext cx="0" cy="0"/>
          <a:chOff x="0" y="0"/>
          <a:chExt cx="0" cy="0"/>
        </a:xfrm>
      </p:grpSpPr>
      <p:sp>
        <p:nvSpPr>
          <p:cNvPr id="276" name="Google Shape;276;p5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7" name="Google Shape;277;p5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8" name="Google Shape;278;p5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9" name="Shape 279"/>
        <p:cNvGrpSpPr/>
        <p:nvPr/>
      </p:nvGrpSpPr>
      <p:grpSpPr>
        <a:xfrm>
          <a:off x="0" y="0"/>
          <a:ext cx="0" cy="0"/>
          <a:chOff x="0" y="0"/>
          <a:chExt cx="0" cy="0"/>
        </a:xfrm>
      </p:grpSpPr>
      <p:sp>
        <p:nvSpPr>
          <p:cNvPr id="280" name="Google Shape;280;p57"/>
          <p:cNvSpPr txBox="1"/>
          <p:nvPr>
            <p:ph type="title"/>
          </p:nvPr>
        </p:nvSpPr>
        <p:spPr>
          <a:xfrm>
            <a:off x="415600" y="593367"/>
            <a:ext cx="11361000" cy="763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1" name="Google Shape;281;p57"/>
          <p:cNvSpPr txBox="1"/>
          <p:nvPr>
            <p:ph idx="1" type="body"/>
          </p:nvPr>
        </p:nvSpPr>
        <p:spPr>
          <a:xfrm>
            <a:off x="415600" y="1536633"/>
            <a:ext cx="11361000" cy="4555200"/>
          </a:xfrm>
          <a:prstGeom prst="rect">
            <a:avLst/>
          </a:prstGeom>
          <a:noFill/>
          <a:ln>
            <a:noFill/>
          </a:ln>
        </p:spPr>
        <p:txBody>
          <a:bodyPr anchorCtr="0" anchor="t" bIns="45700" lIns="91425" spcFirstLastPara="1" rIns="91425" wrap="square" tIns="45700">
            <a:normAutofit/>
          </a:bodyPr>
          <a:lstStyle>
            <a:lvl1pPr indent="-317500" lvl="0" marL="457200" algn="l">
              <a:lnSpc>
                <a:spcPct val="110000"/>
              </a:lnSpc>
              <a:spcBef>
                <a:spcPts val="1000"/>
              </a:spcBef>
              <a:spcAft>
                <a:spcPts val="0"/>
              </a:spcAft>
              <a:buSzPts val="1400"/>
              <a:buChar char="•"/>
              <a:defRPr/>
            </a:lvl1pPr>
            <a:lvl2pPr indent="-317500" lvl="1" marL="914400" algn="l">
              <a:lnSpc>
                <a:spcPct val="110000"/>
              </a:lnSpc>
              <a:spcBef>
                <a:spcPts val="500"/>
              </a:spcBef>
              <a:spcAft>
                <a:spcPts val="0"/>
              </a:spcAft>
              <a:buSzPts val="1400"/>
              <a:buChar char="•"/>
              <a:defRPr/>
            </a:lvl2pPr>
            <a:lvl3pPr indent="-317500" lvl="2" marL="1371600" algn="l">
              <a:lnSpc>
                <a:spcPct val="110000"/>
              </a:lnSpc>
              <a:spcBef>
                <a:spcPts val="500"/>
              </a:spcBef>
              <a:spcAft>
                <a:spcPts val="0"/>
              </a:spcAft>
              <a:buSzPts val="1400"/>
              <a:buChar char="•"/>
              <a:defRPr/>
            </a:lvl3pPr>
            <a:lvl4pPr indent="-317500" lvl="3" marL="1828800" algn="l">
              <a:lnSpc>
                <a:spcPct val="110000"/>
              </a:lnSpc>
              <a:spcBef>
                <a:spcPts val="500"/>
              </a:spcBef>
              <a:spcAft>
                <a:spcPts val="0"/>
              </a:spcAft>
              <a:buSzPts val="1400"/>
              <a:buChar char="•"/>
              <a:defRPr/>
            </a:lvl4pPr>
            <a:lvl5pPr indent="-317500" lvl="4" marL="2286000" algn="l">
              <a:lnSpc>
                <a:spcPct val="110000"/>
              </a:lnSpc>
              <a:spcBef>
                <a:spcPts val="500"/>
              </a:spcBef>
              <a:spcAft>
                <a:spcPts val="0"/>
              </a:spcAft>
              <a:buSzPts val="14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282" name="Google Shape;282;p57"/>
          <p:cNvSpPr txBox="1"/>
          <p:nvPr>
            <p:ph idx="12" type="sldNum"/>
          </p:nvPr>
        </p:nvSpPr>
        <p:spPr>
          <a:xfrm>
            <a:off x="11296610" y="6217622"/>
            <a:ext cx="731700" cy="525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1">
    <p:bg>
      <p:bgPr>
        <a:gradFill>
          <a:gsLst>
            <a:gs pos="0">
              <a:srgbClr val="5C2074"/>
            </a:gs>
            <a:gs pos="25000">
              <a:srgbClr val="5C2074"/>
            </a:gs>
            <a:gs pos="80000">
              <a:srgbClr val="32123F"/>
            </a:gs>
            <a:gs pos="100000">
              <a:srgbClr val="32123F"/>
            </a:gs>
          </a:gsLst>
          <a:lin ang="2700006" scaled="0"/>
        </a:gradFill>
      </p:bgPr>
    </p:bg>
    <p:spTree>
      <p:nvGrpSpPr>
        <p:cNvPr id="283" name="Shape 283"/>
        <p:cNvGrpSpPr/>
        <p:nvPr/>
      </p:nvGrpSpPr>
      <p:grpSpPr>
        <a:xfrm>
          <a:off x="0" y="0"/>
          <a:ext cx="0" cy="0"/>
          <a:chOff x="0" y="0"/>
          <a:chExt cx="0" cy="0"/>
        </a:xfrm>
      </p:grpSpPr>
      <p:pic>
        <p:nvPicPr>
          <p:cNvPr descr="Shape&#10;&#10;Description automatically generated with medium confidence" id="284" name="Google Shape;284;p58"/>
          <p:cNvPicPr preferRelativeResize="0"/>
          <p:nvPr/>
        </p:nvPicPr>
        <p:blipFill rotWithShape="1">
          <a:blip r:embed="rId2">
            <a:alphaModFix amt="25000"/>
          </a:blip>
          <a:srcRect b="0" l="0" r="0" t="0"/>
          <a:stretch/>
        </p:blipFill>
        <p:spPr>
          <a:xfrm>
            <a:off x="0" y="0"/>
            <a:ext cx="12192001" cy="6857999"/>
          </a:xfrm>
          <a:prstGeom prst="rect">
            <a:avLst/>
          </a:prstGeom>
          <a:noFill/>
          <a:ln>
            <a:noFill/>
          </a:ln>
        </p:spPr>
      </p:pic>
      <p:sp>
        <p:nvSpPr>
          <p:cNvPr id="285" name="Google Shape;285;p58"/>
          <p:cNvSpPr txBox="1"/>
          <p:nvPr>
            <p:ph type="ctrTitle"/>
          </p:nvPr>
        </p:nvSpPr>
        <p:spPr>
          <a:xfrm>
            <a:off x="707572" y="1208315"/>
            <a:ext cx="4887600" cy="2717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5000"/>
              <a:buFont typeface="Arial"/>
              <a:buNone/>
              <a:defRPr b="1" sz="50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6" name="Google Shape;286;p58"/>
          <p:cNvSpPr txBox="1"/>
          <p:nvPr>
            <p:ph idx="1" type="subTitle"/>
          </p:nvPr>
        </p:nvSpPr>
        <p:spPr>
          <a:xfrm>
            <a:off x="707572" y="4113666"/>
            <a:ext cx="4887600" cy="1449000"/>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SzPts val="2400"/>
              <a:buNone/>
              <a:defRPr sz="2400">
                <a:solidFill>
                  <a:schemeClr val="accent6"/>
                </a:solidFill>
              </a:defRPr>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87" name="Google Shape;287;p58"/>
          <p:cNvPicPr preferRelativeResize="0"/>
          <p:nvPr/>
        </p:nvPicPr>
        <p:blipFill rotWithShape="1">
          <a:blip r:embed="rId3">
            <a:alphaModFix/>
          </a:blip>
          <a:srcRect b="0" l="0" r="0" t="0"/>
          <a:stretch/>
        </p:blipFill>
        <p:spPr>
          <a:xfrm>
            <a:off x="707572" y="706665"/>
            <a:ext cx="3124200" cy="495300"/>
          </a:xfrm>
          <a:prstGeom prst="rect">
            <a:avLst/>
          </a:prstGeom>
          <a:noFill/>
          <a:ln>
            <a:noFill/>
          </a:ln>
        </p:spPr>
      </p:pic>
      <p:sp>
        <p:nvSpPr>
          <p:cNvPr id="288" name="Google Shape;288;p58"/>
          <p:cNvSpPr/>
          <p:nvPr/>
        </p:nvSpPr>
        <p:spPr>
          <a:xfrm>
            <a:off x="0" y="0"/>
            <a:ext cx="12192000" cy="6858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58"/>
          <p:cNvSpPr txBox="1"/>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p:cSld name="7_Title Slide_2">
    <p:spTree>
      <p:nvGrpSpPr>
        <p:cNvPr id="290" name="Shape 290"/>
        <p:cNvGrpSpPr/>
        <p:nvPr/>
      </p:nvGrpSpPr>
      <p:grpSpPr>
        <a:xfrm>
          <a:off x="0" y="0"/>
          <a:ext cx="0" cy="0"/>
          <a:chOff x="0" y="0"/>
          <a:chExt cx="0" cy="0"/>
        </a:xfrm>
      </p:grpSpPr>
      <p:sp>
        <p:nvSpPr>
          <p:cNvPr id="291" name="Google Shape;291;p59"/>
          <p:cNvSpPr/>
          <p:nvPr/>
        </p:nvSpPr>
        <p:spPr>
          <a:xfrm rot="-5400000">
            <a:off x="4704929" y="-4703868"/>
            <a:ext cx="2780239" cy="12190095"/>
          </a:xfrm>
          <a:custGeom>
            <a:rect b="b" l="l" r="r" t="t"/>
            <a:pathLst>
              <a:path extrusionOk="0" h="6858000" w="6391355">
                <a:moveTo>
                  <a:pt x="1050758" y="0"/>
                </a:moveTo>
                <a:lnTo>
                  <a:pt x="6391355" y="0"/>
                </a:lnTo>
                <a:lnTo>
                  <a:pt x="6391355" y="6858000"/>
                </a:lnTo>
                <a:lnTo>
                  <a:pt x="816654" y="6858000"/>
                </a:lnTo>
                <a:lnTo>
                  <a:pt x="669666" y="6571010"/>
                </a:lnTo>
                <a:cubicBezTo>
                  <a:pt x="240503" y="5680351"/>
                  <a:pt x="0" y="4681677"/>
                  <a:pt x="0" y="3626830"/>
                </a:cubicBezTo>
                <a:cubicBezTo>
                  <a:pt x="0" y="2337573"/>
                  <a:pt x="359270" y="1132228"/>
                  <a:pt x="983156" y="105449"/>
                </a:cubicBezTo>
                <a:lnTo>
                  <a:pt x="1050758" y="0"/>
                </a:lnTo>
                <a:close/>
              </a:path>
            </a:pathLst>
          </a:custGeom>
          <a:gradFill>
            <a:gsLst>
              <a:gs pos="0">
                <a:srgbClr val="5C2074"/>
              </a:gs>
              <a:gs pos="100000">
                <a:srgbClr val="48195A"/>
              </a:gs>
            </a:gsLst>
            <a:lin ang="10800025" scaled="0"/>
          </a:gradFill>
          <a:ln>
            <a:noFill/>
          </a:ln>
          <a:effectLst>
            <a:outerShdw blurRad="50800" rotWithShape="0" algn="tr" dir="8100000"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chemeClr val="dk1"/>
              </a:buClr>
              <a:buSzPts val="2800"/>
              <a:buFont typeface="Open Sans"/>
              <a:buNone/>
            </a:pPr>
            <a:r>
              <a:t/>
            </a:r>
            <a:endParaRPr b="0" i="0" sz="2800" u="none" cap="none" strike="noStrike">
              <a:solidFill>
                <a:srgbClr val="FFFFFF"/>
              </a:solidFill>
              <a:latin typeface="Roboto"/>
              <a:ea typeface="Roboto"/>
              <a:cs typeface="Roboto"/>
              <a:sym typeface="Roboto"/>
            </a:endParaRPr>
          </a:p>
        </p:txBody>
      </p:sp>
      <p:pic>
        <p:nvPicPr>
          <p:cNvPr descr="A picture containing logo&#10;&#10;Description automatically generated" id="292" name="Google Shape;292;p59"/>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293" name="Google Shape;293;p59"/>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
        <p:nvSpPr>
          <p:cNvPr id="294" name="Google Shape;294;p59"/>
          <p:cNvSpPr txBox="1"/>
          <p:nvPr>
            <p:ph idx="11" type="ftr"/>
          </p:nvPr>
        </p:nvSpPr>
        <p:spPr>
          <a:xfrm>
            <a:off x="2228075" y="6390900"/>
            <a:ext cx="7158000" cy="425700"/>
          </a:xfrm>
          <a:prstGeom prst="rect">
            <a:avLst/>
          </a:prstGeom>
          <a:noFill/>
          <a:ln>
            <a:noFill/>
          </a:ln>
        </p:spPr>
        <p:txBody>
          <a:bodyPr anchorCtr="0" anchor="t" bIns="34275" lIns="68575" spcFirstLastPara="1" rIns="68575" wrap="square" tIns="34275">
            <a:noAutofit/>
          </a:bodyPr>
          <a:lstStyle>
            <a:lvl1pPr lvl="0" marR="0" algn="l">
              <a:lnSpc>
                <a:spcPct val="100000"/>
              </a:lnSpc>
              <a:spcBef>
                <a:spcPts val="0"/>
              </a:spcBef>
              <a:spcAft>
                <a:spcPts val="0"/>
              </a:spcAft>
              <a:buClr>
                <a:schemeClr val="dk1"/>
              </a:buClr>
              <a:buSzPts val="1100"/>
              <a:buFont typeface="Inter"/>
              <a:buNone/>
              <a:defRPr b="0" i="0" sz="800" u="none" cap="none" strike="noStrike">
                <a:solidFill>
                  <a:schemeClr val="dk1"/>
                </a:solidFill>
                <a:latin typeface="Inter"/>
                <a:ea typeface="Inter"/>
                <a:cs typeface="Inter"/>
                <a:sym typeface="Inter"/>
              </a:defRPr>
            </a:lvl1pPr>
            <a:lvl2pPr lvl="1"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2pPr>
            <a:lvl3pPr lvl="2"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3pPr>
            <a:lvl4pPr lvl="3"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4pPr>
            <a:lvl5pPr lvl="4"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5pPr>
            <a:lvl6pPr lvl="5"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6pPr>
            <a:lvl7pPr lvl="6"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7pPr>
            <a:lvl8pPr lvl="7"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8pPr>
            <a:lvl9pPr lvl="8" marR="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9pPr>
          </a:lstStyle>
          <a:p/>
        </p:txBody>
      </p:sp>
      <p:sp>
        <p:nvSpPr>
          <p:cNvPr id="295" name="Google Shape;295;p59"/>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algn="l">
              <a:lnSpc>
                <a:spcPct val="90000"/>
              </a:lnSpc>
              <a:spcBef>
                <a:spcPts val="1000"/>
              </a:spcBef>
              <a:spcAft>
                <a:spcPts val="0"/>
              </a:spcAft>
              <a:buClr>
                <a:schemeClr val="lt1"/>
              </a:buClr>
              <a:buSzPts val="2800"/>
              <a:buFont typeface="Arial"/>
              <a:buNone/>
              <a:defRPr b="1" i="0" sz="2800" u="none" cap="none" strike="noStrike">
                <a:solidFill>
                  <a:schemeClr val="lt1"/>
                </a:solidFill>
                <a:latin typeface="Inter"/>
                <a:ea typeface="Inter"/>
                <a:cs typeface="Inter"/>
                <a:sym typeface="Inter"/>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296" name="Google Shape;296;p59"/>
          <p:cNvSpPr/>
          <p:nvPr/>
        </p:nvSpPr>
        <p:spPr>
          <a:xfrm>
            <a:off x="0" y="0"/>
            <a:ext cx="12192000" cy="6858000"/>
          </a:xfrm>
          <a:prstGeom prst="rect">
            <a:avLst/>
          </a:prstGeom>
          <a:solidFill>
            <a:srgbClr val="4312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59"/>
          <p:cNvSpPr txBox="1"/>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04" name="Shape 304"/>
        <p:cNvGrpSpPr/>
        <p:nvPr/>
      </p:nvGrpSpPr>
      <p:grpSpPr>
        <a:xfrm>
          <a:off x="0" y="0"/>
          <a:ext cx="0" cy="0"/>
          <a:chOff x="0" y="0"/>
          <a:chExt cx="0" cy="0"/>
        </a:xfrm>
      </p:grpSpPr>
      <p:sp>
        <p:nvSpPr>
          <p:cNvPr id="305" name="Google Shape;305;p29"/>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6" name="Google Shape;306;p29"/>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7" name="Google Shape;307;p29"/>
          <p:cNvSpPr txBox="1"/>
          <p:nvPr>
            <p:ph idx="12" type="sldNum"/>
          </p:nvPr>
        </p:nvSpPr>
        <p:spPr>
          <a:xfrm>
            <a:off x="11642090" y="6321604"/>
            <a:ext cx="260400" cy="184800"/>
          </a:xfrm>
          <a:prstGeom prst="rect">
            <a:avLst/>
          </a:prstGeom>
          <a:noFill/>
          <a:ln>
            <a:noFill/>
          </a:ln>
        </p:spPr>
        <p:txBody>
          <a:bodyPr anchorCtr="0" anchor="t" bIns="0" lIns="0" spcFirstLastPara="1" rIns="0" wrap="square" tIns="0">
            <a:spAutoFit/>
          </a:bodyPr>
          <a:lstStyle>
            <a:lvl1pPr indent="0" lvl="0"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1pPr>
            <a:lvl2pPr indent="0" lvl="1"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2pPr>
            <a:lvl3pPr indent="0" lvl="2"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3pPr>
            <a:lvl4pPr indent="0" lvl="3"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4pPr>
            <a:lvl5pPr indent="0" lvl="4"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5pPr>
            <a:lvl6pPr indent="0" lvl="5"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6pPr>
            <a:lvl7pPr indent="0" lvl="6"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7pPr>
            <a:lvl8pPr indent="0" lvl="7"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8pPr>
            <a:lvl9pPr indent="0" lvl="8"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8" name="Shape 308"/>
        <p:cNvGrpSpPr/>
        <p:nvPr/>
      </p:nvGrpSpPr>
      <p:grpSpPr>
        <a:xfrm>
          <a:off x="0" y="0"/>
          <a:ext cx="0" cy="0"/>
          <a:chOff x="0" y="0"/>
          <a:chExt cx="0" cy="0"/>
        </a:xfrm>
      </p:grpSpPr>
      <p:sp>
        <p:nvSpPr>
          <p:cNvPr id="309" name="Google Shape;309;p81"/>
          <p:cNvSpPr txBox="1"/>
          <p:nvPr>
            <p:ph type="title"/>
          </p:nvPr>
        </p:nvSpPr>
        <p:spPr>
          <a:xfrm>
            <a:off x="720725" y="943610"/>
            <a:ext cx="2721000" cy="518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0" name="Google Shape;310;p81"/>
          <p:cNvSpPr txBox="1"/>
          <p:nvPr>
            <p:ph idx="1" type="body"/>
          </p:nvPr>
        </p:nvSpPr>
        <p:spPr>
          <a:xfrm>
            <a:off x="3197605" y="2629598"/>
            <a:ext cx="5796900" cy="1626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1550" u="sng">
                <a:solidFill>
                  <a:srgbClr val="DF6EEA"/>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1" name="Google Shape;311;p81"/>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2" name="Google Shape;312;p81"/>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3" name="Google Shape;313;p81"/>
          <p:cNvSpPr txBox="1"/>
          <p:nvPr>
            <p:ph idx="12" type="sldNum"/>
          </p:nvPr>
        </p:nvSpPr>
        <p:spPr>
          <a:xfrm>
            <a:off x="11642090" y="6321604"/>
            <a:ext cx="260400" cy="184800"/>
          </a:xfrm>
          <a:prstGeom prst="rect">
            <a:avLst/>
          </a:prstGeom>
          <a:noFill/>
          <a:ln>
            <a:noFill/>
          </a:ln>
        </p:spPr>
        <p:txBody>
          <a:bodyPr anchorCtr="0" anchor="t" bIns="0" lIns="0" spcFirstLastPara="1" rIns="0" wrap="square" tIns="0">
            <a:spAutoFit/>
          </a:bodyPr>
          <a:lstStyle>
            <a:lvl1pPr indent="0" lvl="0"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1pPr>
            <a:lvl2pPr indent="0" lvl="1"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2pPr>
            <a:lvl3pPr indent="0" lvl="2"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3pPr>
            <a:lvl4pPr indent="0" lvl="3"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4pPr>
            <a:lvl5pPr indent="0" lvl="4"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5pPr>
            <a:lvl6pPr indent="0" lvl="5"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6pPr>
            <a:lvl7pPr indent="0" lvl="6"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7pPr>
            <a:lvl8pPr indent="0" lvl="7"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8pPr>
            <a:lvl9pPr indent="0" lvl="8"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14" name="Shape 314"/>
        <p:cNvGrpSpPr/>
        <p:nvPr/>
      </p:nvGrpSpPr>
      <p:grpSpPr>
        <a:xfrm>
          <a:off x="0" y="0"/>
          <a:ext cx="0" cy="0"/>
          <a:chOff x="0" y="0"/>
          <a:chExt cx="0" cy="0"/>
        </a:xfrm>
      </p:grpSpPr>
      <p:sp>
        <p:nvSpPr>
          <p:cNvPr id="315" name="Google Shape;315;p82"/>
          <p:cNvSpPr txBox="1"/>
          <p:nvPr>
            <p:ph type="ctrTitle"/>
          </p:nvPr>
        </p:nvSpPr>
        <p:spPr>
          <a:xfrm>
            <a:off x="787082" y="2668524"/>
            <a:ext cx="10617900" cy="575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6" name="Google Shape;316;p82"/>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7" name="Google Shape;317;p82"/>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8" name="Google Shape;318;p82"/>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9" name="Google Shape;319;p82"/>
          <p:cNvSpPr txBox="1"/>
          <p:nvPr>
            <p:ph idx="12" type="sldNum"/>
          </p:nvPr>
        </p:nvSpPr>
        <p:spPr>
          <a:xfrm>
            <a:off x="11642090" y="6321604"/>
            <a:ext cx="260400" cy="184800"/>
          </a:xfrm>
          <a:prstGeom prst="rect">
            <a:avLst/>
          </a:prstGeom>
          <a:noFill/>
          <a:ln>
            <a:noFill/>
          </a:ln>
        </p:spPr>
        <p:txBody>
          <a:bodyPr anchorCtr="0" anchor="t" bIns="0" lIns="0" spcFirstLastPara="1" rIns="0" wrap="square" tIns="0">
            <a:spAutoFit/>
          </a:bodyPr>
          <a:lstStyle>
            <a:lvl1pPr indent="0" lvl="0"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1pPr>
            <a:lvl2pPr indent="0" lvl="1"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2pPr>
            <a:lvl3pPr indent="0" lvl="2"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3pPr>
            <a:lvl4pPr indent="0" lvl="3"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4pPr>
            <a:lvl5pPr indent="0" lvl="4"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5pPr>
            <a:lvl6pPr indent="0" lvl="5"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6pPr>
            <a:lvl7pPr indent="0" lvl="6"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7pPr>
            <a:lvl8pPr indent="0" lvl="7"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8pPr>
            <a:lvl9pPr indent="0" lvl="8"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320" name="Shape 320"/>
        <p:cNvGrpSpPr/>
        <p:nvPr/>
      </p:nvGrpSpPr>
      <p:grpSpPr>
        <a:xfrm>
          <a:off x="0" y="0"/>
          <a:ext cx="0" cy="0"/>
          <a:chOff x="0" y="0"/>
          <a:chExt cx="0" cy="0"/>
        </a:xfrm>
      </p:grpSpPr>
      <p:pic>
        <p:nvPicPr>
          <p:cNvPr id="321" name="Google Shape;321;p83"/>
          <p:cNvPicPr preferRelativeResize="0"/>
          <p:nvPr/>
        </p:nvPicPr>
        <p:blipFill rotWithShape="1">
          <a:blip r:embed="rId2">
            <a:alphaModFix/>
          </a:blip>
          <a:srcRect b="0" l="0" r="0" t="0"/>
          <a:stretch/>
        </p:blipFill>
        <p:spPr>
          <a:xfrm>
            <a:off x="0" y="0"/>
            <a:ext cx="12192000" cy="6858001"/>
          </a:xfrm>
          <a:prstGeom prst="rect">
            <a:avLst/>
          </a:prstGeom>
          <a:noFill/>
          <a:ln>
            <a:noFill/>
          </a:ln>
        </p:spPr>
      </p:pic>
      <p:sp>
        <p:nvSpPr>
          <p:cNvPr id="322" name="Google Shape;322;p83"/>
          <p:cNvSpPr/>
          <p:nvPr/>
        </p:nvSpPr>
        <p:spPr>
          <a:xfrm>
            <a:off x="11491976" y="3283595"/>
            <a:ext cx="700404" cy="1977389"/>
          </a:xfrm>
          <a:custGeom>
            <a:rect b="b" l="l" r="r" t="t"/>
            <a:pathLst>
              <a:path extrusionOk="0" h="1977389" w="700404">
                <a:moveTo>
                  <a:pt x="0" y="988430"/>
                </a:moveTo>
                <a:lnTo>
                  <a:pt x="1077" y="940464"/>
                </a:lnTo>
                <a:lnTo>
                  <a:pt x="4281" y="893051"/>
                </a:lnTo>
                <a:lnTo>
                  <a:pt x="9563" y="846239"/>
                </a:lnTo>
                <a:lnTo>
                  <a:pt x="16877" y="800074"/>
                </a:lnTo>
                <a:lnTo>
                  <a:pt x="26179" y="754601"/>
                </a:lnTo>
                <a:lnTo>
                  <a:pt x="37420" y="709868"/>
                </a:lnTo>
                <a:lnTo>
                  <a:pt x="50556" y="665920"/>
                </a:lnTo>
                <a:lnTo>
                  <a:pt x="65540" y="622803"/>
                </a:lnTo>
                <a:lnTo>
                  <a:pt x="82325" y="580564"/>
                </a:lnTo>
                <a:lnTo>
                  <a:pt x="100866" y="539248"/>
                </a:lnTo>
                <a:lnTo>
                  <a:pt x="121116" y="498903"/>
                </a:lnTo>
                <a:lnTo>
                  <a:pt x="143030" y="459574"/>
                </a:lnTo>
                <a:lnTo>
                  <a:pt x="166560" y="421307"/>
                </a:lnTo>
                <a:lnTo>
                  <a:pt x="191661" y="384149"/>
                </a:lnTo>
                <a:lnTo>
                  <a:pt x="218286" y="348146"/>
                </a:lnTo>
                <a:lnTo>
                  <a:pt x="246390" y="313344"/>
                </a:lnTo>
                <a:lnTo>
                  <a:pt x="275926" y="279789"/>
                </a:lnTo>
                <a:lnTo>
                  <a:pt x="306847" y="247528"/>
                </a:lnTo>
                <a:lnTo>
                  <a:pt x="339109" y="216606"/>
                </a:lnTo>
                <a:lnTo>
                  <a:pt x="372663" y="187071"/>
                </a:lnTo>
                <a:lnTo>
                  <a:pt x="407466" y="158967"/>
                </a:lnTo>
                <a:lnTo>
                  <a:pt x="443469" y="132341"/>
                </a:lnTo>
                <a:lnTo>
                  <a:pt x="480627" y="107241"/>
                </a:lnTo>
                <a:lnTo>
                  <a:pt x="518893" y="83710"/>
                </a:lnTo>
                <a:lnTo>
                  <a:pt x="558222" y="61797"/>
                </a:lnTo>
                <a:lnTo>
                  <a:pt x="598568" y="41547"/>
                </a:lnTo>
                <a:lnTo>
                  <a:pt x="639883" y="23006"/>
                </a:lnTo>
                <a:lnTo>
                  <a:pt x="682122" y="6220"/>
                </a:lnTo>
                <a:lnTo>
                  <a:pt x="700024" y="0"/>
                </a:lnTo>
              </a:path>
              <a:path extrusionOk="0" h="1977389" w="700404">
                <a:moveTo>
                  <a:pt x="700024" y="1976847"/>
                </a:moveTo>
                <a:lnTo>
                  <a:pt x="639883" y="1953836"/>
                </a:lnTo>
                <a:lnTo>
                  <a:pt x="598568" y="1935292"/>
                </a:lnTo>
                <a:lnTo>
                  <a:pt x="558222" y="1915038"/>
                </a:lnTo>
                <a:lnTo>
                  <a:pt x="518893" y="1893122"/>
                </a:lnTo>
                <a:lnTo>
                  <a:pt x="480627" y="1869588"/>
                </a:lnTo>
                <a:lnTo>
                  <a:pt x="443469" y="1844483"/>
                </a:lnTo>
                <a:lnTo>
                  <a:pt x="407466" y="1817855"/>
                </a:lnTo>
                <a:lnTo>
                  <a:pt x="372663" y="1789748"/>
                </a:lnTo>
                <a:lnTo>
                  <a:pt x="339109" y="1760209"/>
                </a:lnTo>
                <a:lnTo>
                  <a:pt x="306847" y="1729285"/>
                </a:lnTo>
                <a:lnTo>
                  <a:pt x="275926" y="1697021"/>
                </a:lnTo>
                <a:lnTo>
                  <a:pt x="246390" y="1663464"/>
                </a:lnTo>
                <a:lnTo>
                  <a:pt x="218286" y="1628660"/>
                </a:lnTo>
                <a:lnTo>
                  <a:pt x="191661" y="1592656"/>
                </a:lnTo>
                <a:lnTo>
                  <a:pt x="166560" y="1555497"/>
                </a:lnTo>
                <a:lnTo>
                  <a:pt x="143030" y="1517230"/>
                </a:lnTo>
                <a:lnTo>
                  <a:pt x="121116" y="1477901"/>
                </a:lnTo>
                <a:lnTo>
                  <a:pt x="100866" y="1437557"/>
                </a:lnTo>
                <a:lnTo>
                  <a:pt x="82325" y="1396243"/>
                </a:lnTo>
                <a:lnTo>
                  <a:pt x="65540" y="1354006"/>
                </a:lnTo>
                <a:lnTo>
                  <a:pt x="50556" y="1310892"/>
                </a:lnTo>
                <a:lnTo>
                  <a:pt x="37420" y="1266948"/>
                </a:lnTo>
                <a:lnTo>
                  <a:pt x="26179" y="1222219"/>
                </a:lnTo>
                <a:lnTo>
                  <a:pt x="16877" y="1176753"/>
                </a:lnTo>
                <a:lnTo>
                  <a:pt x="9563" y="1130594"/>
                </a:lnTo>
                <a:lnTo>
                  <a:pt x="4281" y="1083790"/>
                </a:lnTo>
                <a:lnTo>
                  <a:pt x="1077" y="1036387"/>
                </a:lnTo>
                <a:lnTo>
                  <a:pt x="0" y="988430"/>
                </a:lnTo>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83"/>
          <p:cNvSpPr/>
          <p:nvPr/>
        </p:nvSpPr>
        <p:spPr>
          <a:xfrm>
            <a:off x="0" y="0"/>
            <a:ext cx="1957705" cy="2653030"/>
          </a:xfrm>
          <a:custGeom>
            <a:rect b="b" l="l" r="r" t="t"/>
            <a:pathLst>
              <a:path extrusionOk="0" h="2653030" w="1957705">
                <a:moveTo>
                  <a:pt x="1830572" y="0"/>
                </a:moveTo>
                <a:lnTo>
                  <a:pt x="1849045" y="50597"/>
                </a:lnTo>
                <a:lnTo>
                  <a:pt x="1863602" y="94087"/>
                </a:lnTo>
                <a:lnTo>
                  <a:pt x="1877164" y="138025"/>
                </a:lnTo>
                <a:lnTo>
                  <a:pt x="1889718" y="182398"/>
                </a:lnTo>
                <a:lnTo>
                  <a:pt x="1901250" y="227191"/>
                </a:lnTo>
                <a:lnTo>
                  <a:pt x="1911748" y="272392"/>
                </a:lnTo>
                <a:lnTo>
                  <a:pt x="1921197" y="317987"/>
                </a:lnTo>
                <a:lnTo>
                  <a:pt x="1929585" y="363962"/>
                </a:lnTo>
                <a:lnTo>
                  <a:pt x="1936898" y="410305"/>
                </a:lnTo>
                <a:lnTo>
                  <a:pt x="1943122" y="457002"/>
                </a:lnTo>
                <a:lnTo>
                  <a:pt x="1948245" y="504039"/>
                </a:lnTo>
                <a:lnTo>
                  <a:pt x="1952252" y="551403"/>
                </a:lnTo>
                <a:lnTo>
                  <a:pt x="1955131" y="599081"/>
                </a:lnTo>
                <a:lnTo>
                  <a:pt x="1956868" y="647059"/>
                </a:lnTo>
                <a:lnTo>
                  <a:pt x="1957451" y="695325"/>
                </a:lnTo>
                <a:lnTo>
                  <a:pt x="1956868" y="743590"/>
                </a:lnTo>
                <a:lnTo>
                  <a:pt x="1955131" y="791567"/>
                </a:lnTo>
                <a:lnTo>
                  <a:pt x="1952252" y="839245"/>
                </a:lnTo>
                <a:lnTo>
                  <a:pt x="1948245" y="886609"/>
                </a:lnTo>
                <a:lnTo>
                  <a:pt x="1943122" y="933645"/>
                </a:lnTo>
                <a:lnTo>
                  <a:pt x="1936898" y="980341"/>
                </a:lnTo>
                <a:lnTo>
                  <a:pt x="1929585" y="1026683"/>
                </a:lnTo>
                <a:lnTo>
                  <a:pt x="1921197" y="1072657"/>
                </a:lnTo>
                <a:lnTo>
                  <a:pt x="1911748" y="1118251"/>
                </a:lnTo>
                <a:lnTo>
                  <a:pt x="1901250" y="1163450"/>
                </a:lnTo>
                <a:lnTo>
                  <a:pt x="1889718" y="1208242"/>
                </a:lnTo>
                <a:lnTo>
                  <a:pt x="1877164" y="1252613"/>
                </a:lnTo>
                <a:lnTo>
                  <a:pt x="1863602" y="1296549"/>
                </a:lnTo>
                <a:lnTo>
                  <a:pt x="1849045" y="1340038"/>
                </a:lnTo>
                <a:lnTo>
                  <a:pt x="1833507" y="1383065"/>
                </a:lnTo>
                <a:lnTo>
                  <a:pt x="1817001" y="1425618"/>
                </a:lnTo>
                <a:lnTo>
                  <a:pt x="1799540" y="1467683"/>
                </a:lnTo>
                <a:lnTo>
                  <a:pt x="1781138" y="1509247"/>
                </a:lnTo>
                <a:lnTo>
                  <a:pt x="1761808" y="1550295"/>
                </a:lnTo>
                <a:lnTo>
                  <a:pt x="1741563" y="1590816"/>
                </a:lnTo>
                <a:lnTo>
                  <a:pt x="1720417" y="1630794"/>
                </a:lnTo>
                <a:lnTo>
                  <a:pt x="1698384" y="1670218"/>
                </a:lnTo>
                <a:lnTo>
                  <a:pt x="1675476" y="1709074"/>
                </a:lnTo>
                <a:lnTo>
                  <a:pt x="1651706" y="1747348"/>
                </a:lnTo>
                <a:lnTo>
                  <a:pt x="1627089" y="1785026"/>
                </a:lnTo>
                <a:lnTo>
                  <a:pt x="1601638" y="1822096"/>
                </a:lnTo>
                <a:lnTo>
                  <a:pt x="1575366" y="1858544"/>
                </a:lnTo>
                <a:lnTo>
                  <a:pt x="1548286" y="1894357"/>
                </a:lnTo>
                <a:lnTo>
                  <a:pt x="1520412" y="1929521"/>
                </a:lnTo>
                <a:lnTo>
                  <a:pt x="1491757" y="1964022"/>
                </a:lnTo>
                <a:lnTo>
                  <a:pt x="1462335" y="1997849"/>
                </a:lnTo>
                <a:lnTo>
                  <a:pt x="1432159" y="2030986"/>
                </a:lnTo>
                <a:lnTo>
                  <a:pt x="1401241" y="2063421"/>
                </a:lnTo>
                <a:lnTo>
                  <a:pt x="1369597" y="2095140"/>
                </a:lnTo>
                <a:lnTo>
                  <a:pt x="1337238" y="2126130"/>
                </a:lnTo>
                <a:lnTo>
                  <a:pt x="1304179" y="2156377"/>
                </a:lnTo>
                <a:lnTo>
                  <a:pt x="1270432" y="2185869"/>
                </a:lnTo>
                <a:lnTo>
                  <a:pt x="1236012" y="2214591"/>
                </a:lnTo>
                <a:lnTo>
                  <a:pt x="1200931" y="2242530"/>
                </a:lnTo>
                <a:lnTo>
                  <a:pt x="1165203" y="2269673"/>
                </a:lnTo>
                <a:lnTo>
                  <a:pt x="1128841" y="2296007"/>
                </a:lnTo>
                <a:lnTo>
                  <a:pt x="1091858" y="2321518"/>
                </a:lnTo>
                <a:lnTo>
                  <a:pt x="1054269" y="2346192"/>
                </a:lnTo>
                <a:lnTo>
                  <a:pt x="1016086" y="2370017"/>
                </a:lnTo>
                <a:lnTo>
                  <a:pt x="977322" y="2392979"/>
                </a:lnTo>
                <a:lnTo>
                  <a:pt x="937992" y="2415064"/>
                </a:lnTo>
                <a:lnTo>
                  <a:pt x="898108" y="2436259"/>
                </a:lnTo>
                <a:lnTo>
                  <a:pt x="857683" y="2456551"/>
                </a:lnTo>
                <a:lnTo>
                  <a:pt x="816732" y="2475926"/>
                </a:lnTo>
                <a:lnTo>
                  <a:pt x="775268" y="2494371"/>
                </a:lnTo>
                <a:lnTo>
                  <a:pt x="733303" y="2511873"/>
                </a:lnTo>
                <a:lnTo>
                  <a:pt x="690851" y="2528417"/>
                </a:lnTo>
                <a:lnTo>
                  <a:pt x="647927" y="2543992"/>
                </a:lnTo>
                <a:lnTo>
                  <a:pt x="604542" y="2558582"/>
                </a:lnTo>
                <a:lnTo>
                  <a:pt x="560710" y="2572176"/>
                </a:lnTo>
                <a:lnTo>
                  <a:pt x="516446" y="2584759"/>
                </a:lnTo>
                <a:lnTo>
                  <a:pt x="471761" y="2596318"/>
                </a:lnTo>
                <a:lnTo>
                  <a:pt x="426670" y="2606840"/>
                </a:lnTo>
                <a:lnTo>
                  <a:pt x="381186" y="2616311"/>
                </a:lnTo>
                <a:lnTo>
                  <a:pt x="335321" y="2624718"/>
                </a:lnTo>
                <a:lnTo>
                  <a:pt x="289091" y="2632048"/>
                </a:lnTo>
                <a:lnTo>
                  <a:pt x="242507" y="2638287"/>
                </a:lnTo>
                <a:lnTo>
                  <a:pt x="195584" y="2643421"/>
                </a:lnTo>
                <a:lnTo>
                  <a:pt x="148335" y="2647438"/>
                </a:lnTo>
                <a:lnTo>
                  <a:pt x="100772" y="2650324"/>
                </a:lnTo>
                <a:lnTo>
                  <a:pt x="52910" y="2652065"/>
                </a:lnTo>
                <a:lnTo>
                  <a:pt x="4762" y="2652649"/>
                </a:lnTo>
                <a:lnTo>
                  <a:pt x="0" y="2652591"/>
                </a:lnTo>
              </a:path>
            </a:pathLst>
          </a:custGeom>
          <a:noFill/>
          <a:ln cap="flat" cmpd="sng" w="50775">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83"/>
          <p:cNvSpPr/>
          <p:nvPr/>
        </p:nvSpPr>
        <p:spPr>
          <a:xfrm>
            <a:off x="10876788" y="3498945"/>
            <a:ext cx="337820" cy="337820"/>
          </a:xfrm>
          <a:custGeom>
            <a:rect b="b" l="l" r="r" t="t"/>
            <a:pathLst>
              <a:path extrusionOk="0" h="337820" w="337820">
                <a:moveTo>
                  <a:pt x="168909" y="0"/>
                </a:moveTo>
                <a:lnTo>
                  <a:pt x="126078" y="5492"/>
                </a:lnTo>
                <a:lnTo>
                  <a:pt x="85525" y="21971"/>
                </a:lnTo>
                <a:lnTo>
                  <a:pt x="49529" y="49434"/>
                </a:lnTo>
                <a:lnTo>
                  <a:pt x="22013" y="85430"/>
                </a:lnTo>
                <a:lnTo>
                  <a:pt x="5503" y="125987"/>
                </a:lnTo>
                <a:lnTo>
                  <a:pt x="0" y="168830"/>
                </a:lnTo>
                <a:lnTo>
                  <a:pt x="5503" y="211684"/>
                </a:lnTo>
                <a:lnTo>
                  <a:pt x="22013" y="252273"/>
                </a:lnTo>
                <a:lnTo>
                  <a:pt x="49529" y="288321"/>
                </a:lnTo>
                <a:lnTo>
                  <a:pt x="85525" y="315785"/>
                </a:lnTo>
                <a:lnTo>
                  <a:pt x="126078" y="332263"/>
                </a:lnTo>
                <a:lnTo>
                  <a:pt x="168909" y="337756"/>
                </a:lnTo>
                <a:lnTo>
                  <a:pt x="211741" y="332263"/>
                </a:lnTo>
                <a:lnTo>
                  <a:pt x="252294" y="315785"/>
                </a:lnTo>
                <a:lnTo>
                  <a:pt x="288289" y="288321"/>
                </a:lnTo>
                <a:lnTo>
                  <a:pt x="315753" y="252273"/>
                </a:lnTo>
                <a:lnTo>
                  <a:pt x="332231" y="211684"/>
                </a:lnTo>
                <a:lnTo>
                  <a:pt x="337724" y="168830"/>
                </a:lnTo>
                <a:lnTo>
                  <a:pt x="332231" y="125987"/>
                </a:lnTo>
                <a:lnTo>
                  <a:pt x="315753" y="85430"/>
                </a:lnTo>
                <a:lnTo>
                  <a:pt x="288289" y="49434"/>
                </a:lnTo>
                <a:lnTo>
                  <a:pt x="252294" y="21971"/>
                </a:lnTo>
                <a:lnTo>
                  <a:pt x="211741" y="5492"/>
                </a:lnTo>
                <a:lnTo>
                  <a:pt x="168909" y="0"/>
                </a:lnTo>
                <a:close/>
              </a:path>
            </a:pathLst>
          </a:custGeom>
          <a:solidFill>
            <a:srgbClr val="DF6FE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5" name="Google Shape;325;p83"/>
          <p:cNvPicPr preferRelativeResize="0"/>
          <p:nvPr/>
        </p:nvPicPr>
        <p:blipFill rotWithShape="1">
          <a:blip r:embed="rId3">
            <a:alphaModFix/>
          </a:blip>
          <a:srcRect b="0" l="0" r="0" t="0"/>
          <a:stretch/>
        </p:blipFill>
        <p:spPr>
          <a:xfrm>
            <a:off x="1043663" y="2668651"/>
            <a:ext cx="457730" cy="457707"/>
          </a:xfrm>
          <a:prstGeom prst="rect">
            <a:avLst/>
          </a:prstGeom>
          <a:noFill/>
          <a:ln>
            <a:noFill/>
          </a:ln>
        </p:spPr>
      </p:pic>
      <p:pic>
        <p:nvPicPr>
          <p:cNvPr id="326" name="Google Shape;326;p83"/>
          <p:cNvPicPr preferRelativeResize="0"/>
          <p:nvPr/>
        </p:nvPicPr>
        <p:blipFill rotWithShape="1">
          <a:blip r:embed="rId4">
            <a:alphaModFix/>
          </a:blip>
          <a:srcRect b="0" l="0" r="0" t="0"/>
          <a:stretch/>
        </p:blipFill>
        <p:spPr>
          <a:xfrm>
            <a:off x="704850" y="6153150"/>
            <a:ext cx="485775" cy="495300"/>
          </a:xfrm>
          <a:prstGeom prst="rect">
            <a:avLst/>
          </a:prstGeom>
          <a:noFill/>
          <a:ln>
            <a:noFill/>
          </a:ln>
        </p:spPr>
      </p:pic>
      <p:sp>
        <p:nvSpPr>
          <p:cNvPr id="327" name="Google Shape;327;p83"/>
          <p:cNvSpPr txBox="1"/>
          <p:nvPr>
            <p:ph type="title"/>
          </p:nvPr>
        </p:nvSpPr>
        <p:spPr>
          <a:xfrm>
            <a:off x="720725" y="943610"/>
            <a:ext cx="2721000" cy="518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8" name="Google Shape;328;p83"/>
          <p:cNvSpPr txBox="1"/>
          <p:nvPr>
            <p:ph idx="1" type="body"/>
          </p:nvPr>
        </p:nvSpPr>
        <p:spPr>
          <a:xfrm>
            <a:off x="2187829" y="1961832"/>
            <a:ext cx="4323600" cy="3486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1800">
                <a:solidFill>
                  <a:srgbClr val="DF6FEA"/>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9" name="Google Shape;329;p83"/>
          <p:cNvSpPr txBox="1"/>
          <p:nvPr>
            <p:ph idx="2" type="body"/>
          </p:nvPr>
        </p:nvSpPr>
        <p:spPr>
          <a:xfrm>
            <a:off x="6278880" y="1577340"/>
            <a:ext cx="5303400" cy="4526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30" name="Google Shape;330;p83"/>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1" name="Google Shape;331;p83"/>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2" name="Google Shape;332;p83"/>
          <p:cNvSpPr txBox="1"/>
          <p:nvPr>
            <p:ph idx="12" type="sldNum"/>
          </p:nvPr>
        </p:nvSpPr>
        <p:spPr>
          <a:xfrm>
            <a:off x="11642090" y="6321604"/>
            <a:ext cx="260400" cy="184800"/>
          </a:xfrm>
          <a:prstGeom prst="rect">
            <a:avLst/>
          </a:prstGeom>
          <a:noFill/>
          <a:ln>
            <a:noFill/>
          </a:ln>
        </p:spPr>
        <p:txBody>
          <a:bodyPr anchorCtr="0" anchor="t" bIns="0" lIns="0" spcFirstLastPara="1" rIns="0" wrap="square" tIns="0">
            <a:spAutoFit/>
          </a:bodyPr>
          <a:lstStyle>
            <a:lvl1pPr indent="0" lvl="0"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1pPr>
            <a:lvl2pPr indent="0" lvl="1"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2pPr>
            <a:lvl3pPr indent="0" lvl="2"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3pPr>
            <a:lvl4pPr indent="0" lvl="3"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4pPr>
            <a:lvl5pPr indent="0" lvl="4"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5pPr>
            <a:lvl6pPr indent="0" lvl="5"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6pPr>
            <a:lvl7pPr indent="0" lvl="6"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7pPr>
            <a:lvl8pPr indent="0" lvl="7"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8pPr>
            <a:lvl9pPr indent="0" lvl="8"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333" name="Shape 333"/>
        <p:cNvGrpSpPr/>
        <p:nvPr/>
      </p:nvGrpSpPr>
      <p:grpSpPr>
        <a:xfrm>
          <a:off x="0" y="0"/>
          <a:ext cx="0" cy="0"/>
          <a:chOff x="0" y="0"/>
          <a:chExt cx="0" cy="0"/>
        </a:xfrm>
      </p:grpSpPr>
      <p:pic>
        <p:nvPicPr>
          <p:cNvPr id="334" name="Google Shape;334;p84"/>
          <p:cNvPicPr preferRelativeResize="0"/>
          <p:nvPr/>
        </p:nvPicPr>
        <p:blipFill rotWithShape="1">
          <a:blip r:embed="rId2">
            <a:alphaModFix/>
          </a:blip>
          <a:srcRect b="0" l="0" r="0" t="0"/>
          <a:stretch/>
        </p:blipFill>
        <p:spPr>
          <a:xfrm>
            <a:off x="0" y="0"/>
            <a:ext cx="12192000" cy="6858001"/>
          </a:xfrm>
          <a:prstGeom prst="rect">
            <a:avLst/>
          </a:prstGeom>
          <a:noFill/>
          <a:ln>
            <a:noFill/>
          </a:ln>
        </p:spPr>
      </p:pic>
      <p:sp>
        <p:nvSpPr>
          <p:cNvPr id="335" name="Google Shape;335;p84"/>
          <p:cNvSpPr/>
          <p:nvPr/>
        </p:nvSpPr>
        <p:spPr>
          <a:xfrm>
            <a:off x="5718219" y="0"/>
            <a:ext cx="1689100" cy="6858000"/>
          </a:xfrm>
          <a:custGeom>
            <a:rect b="b" l="l" r="r" t="t"/>
            <a:pathLst>
              <a:path extrusionOk="0" h="6858000" w="1689100">
                <a:moveTo>
                  <a:pt x="1688710" y="0"/>
                </a:moveTo>
                <a:lnTo>
                  <a:pt x="1620817" y="0"/>
                </a:lnTo>
                <a:lnTo>
                  <a:pt x="1569892" y="58068"/>
                </a:lnTo>
                <a:lnTo>
                  <a:pt x="1413226" y="250763"/>
                </a:lnTo>
                <a:lnTo>
                  <a:pt x="1264394" y="448071"/>
                </a:lnTo>
                <a:lnTo>
                  <a:pt x="1123735" y="650162"/>
                </a:lnTo>
                <a:lnTo>
                  <a:pt x="991251" y="856523"/>
                </a:lnTo>
                <a:lnTo>
                  <a:pt x="866599" y="1066814"/>
                </a:lnTo>
                <a:lnTo>
                  <a:pt x="750292" y="1281034"/>
                </a:lnTo>
                <a:lnTo>
                  <a:pt x="695118" y="1389681"/>
                </a:lnTo>
                <a:lnTo>
                  <a:pt x="642158" y="1499012"/>
                </a:lnTo>
                <a:lnTo>
                  <a:pt x="591072" y="1609368"/>
                </a:lnTo>
                <a:lnTo>
                  <a:pt x="542199" y="1720236"/>
                </a:lnTo>
                <a:lnTo>
                  <a:pt x="495370" y="1832129"/>
                </a:lnTo>
                <a:lnTo>
                  <a:pt x="450584" y="1944534"/>
                </a:lnTo>
                <a:lnTo>
                  <a:pt x="407841" y="2057965"/>
                </a:lnTo>
                <a:lnTo>
                  <a:pt x="367142" y="2171908"/>
                </a:lnTo>
                <a:lnTo>
                  <a:pt x="328827" y="2286364"/>
                </a:lnTo>
                <a:lnTo>
                  <a:pt x="292215" y="2401673"/>
                </a:lnTo>
                <a:lnTo>
                  <a:pt x="257987" y="2517666"/>
                </a:lnTo>
                <a:lnTo>
                  <a:pt x="225802" y="2633830"/>
                </a:lnTo>
                <a:lnTo>
                  <a:pt x="195661" y="2750848"/>
                </a:lnTo>
                <a:lnTo>
                  <a:pt x="167734" y="2868379"/>
                </a:lnTo>
                <a:lnTo>
                  <a:pt x="142020" y="2986080"/>
                </a:lnTo>
                <a:lnTo>
                  <a:pt x="118180" y="3104465"/>
                </a:lnTo>
                <a:lnTo>
                  <a:pt x="96723" y="3223362"/>
                </a:lnTo>
                <a:lnTo>
                  <a:pt x="77140" y="3342430"/>
                </a:lnTo>
                <a:lnTo>
                  <a:pt x="60111" y="3461839"/>
                </a:lnTo>
                <a:lnTo>
                  <a:pt x="44956" y="3581591"/>
                </a:lnTo>
                <a:lnTo>
                  <a:pt x="32014" y="3701684"/>
                </a:lnTo>
                <a:lnTo>
                  <a:pt x="21286" y="3822118"/>
                </a:lnTo>
                <a:lnTo>
                  <a:pt x="12771" y="3942553"/>
                </a:lnTo>
                <a:lnTo>
                  <a:pt x="6300" y="4063329"/>
                </a:lnTo>
                <a:lnTo>
                  <a:pt x="2043" y="4184276"/>
                </a:lnTo>
                <a:lnTo>
                  <a:pt x="0" y="4305394"/>
                </a:lnTo>
                <a:lnTo>
                  <a:pt x="340" y="4426683"/>
                </a:lnTo>
                <a:lnTo>
                  <a:pt x="2724" y="4547971"/>
                </a:lnTo>
                <a:lnTo>
                  <a:pt x="7152" y="4669260"/>
                </a:lnTo>
                <a:lnTo>
                  <a:pt x="14133" y="4790549"/>
                </a:lnTo>
                <a:lnTo>
                  <a:pt x="23159" y="4911838"/>
                </a:lnTo>
                <a:lnTo>
                  <a:pt x="34398" y="5033126"/>
                </a:lnTo>
                <a:lnTo>
                  <a:pt x="48021" y="5154244"/>
                </a:lnTo>
                <a:lnTo>
                  <a:pt x="63688" y="5275379"/>
                </a:lnTo>
                <a:lnTo>
                  <a:pt x="81738" y="5396292"/>
                </a:lnTo>
                <a:lnTo>
                  <a:pt x="102003" y="5517034"/>
                </a:lnTo>
                <a:lnTo>
                  <a:pt x="124481" y="5637571"/>
                </a:lnTo>
                <a:lnTo>
                  <a:pt x="149343" y="5757955"/>
                </a:lnTo>
                <a:lnTo>
                  <a:pt x="176248" y="5877945"/>
                </a:lnTo>
                <a:lnTo>
                  <a:pt x="205538" y="5997816"/>
                </a:lnTo>
                <a:lnTo>
                  <a:pt x="237212" y="6117191"/>
                </a:lnTo>
                <a:lnTo>
                  <a:pt x="271099" y="6236276"/>
                </a:lnTo>
                <a:lnTo>
                  <a:pt x="307201" y="6355122"/>
                </a:lnTo>
                <a:lnTo>
                  <a:pt x="345686" y="6473319"/>
                </a:lnTo>
                <a:lnTo>
                  <a:pt x="386385" y="6591260"/>
                </a:lnTo>
                <a:lnTo>
                  <a:pt x="429638" y="6708705"/>
                </a:lnTo>
                <a:lnTo>
                  <a:pt x="475105" y="6825466"/>
                </a:lnTo>
                <a:lnTo>
                  <a:pt x="488409" y="6857995"/>
                </a:lnTo>
                <a:lnTo>
                  <a:pt x="543487" y="6857995"/>
                </a:lnTo>
                <a:lnTo>
                  <a:pt x="522277" y="6806228"/>
                </a:lnTo>
                <a:lnTo>
                  <a:pt x="477326" y="6690323"/>
                </a:lnTo>
                <a:lnTo>
                  <a:pt x="434412" y="6573784"/>
                </a:lnTo>
                <a:lnTo>
                  <a:pt x="394201" y="6457210"/>
                </a:lnTo>
                <a:lnTo>
                  <a:pt x="394048" y="6457210"/>
                </a:lnTo>
                <a:lnTo>
                  <a:pt x="355733" y="6339474"/>
                </a:lnTo>
                <a:lnTo>
                  <a:pt x="319972" y="6221551"/>
                </a:lnTo>
                <a:lnTo>
                  <a:pt x="286547" y="6103798"/>
                </a:lnTo>
                <a:lnTo>
                  <a:pt x="254922" y="5984901"/>
                </a:lnTo>
                <a:lnTo>
                  <a:pt x="226077" y="5866431"/>
                </a:lnTo>
                <a:lnTo>
                  <a:pt x="199167" y="5747346"/>
                </a:lnTo>
                <a:lnTo>
                  <a:pt x="199145" y="5746902"/>
                </a:lnTo>
                <a:lnTo>
                  <a:pt x="174478" y="5627919"/>
                </a:lnTo>
                <a:lnTo>
                  <a:pt x="174453" y="5627424"/>
                </a:lnTo>
                <a:lnTo>
                  <a:pt x="152151" y="5508322"/>
                </a:lnTo>
                <a:lnTo>
                  <a:pt x="152163" y="5507878"/>
                </a:lnTo>
                <a:lnTo>
                  <a:pt x="132048" y="5388468"/>
                </a:lnTo>
                <a:lnTo>
                  <a:pt x="132077" y="5388024"/>
                </a:lnTo>
                <a:lnTo>
                  <a:pt x="114170" y="5268546"/>
                </a:lnTo>
                <a:lnTo>
                  <a:pt x="114197" y="5268034"/>
                </a:lnTo>
                <a:lnTo>
                  <a:pt x="98641" y="5148265"/>
                </a:lnTo>
                <a:lnTo>
                  <a:pt x="85182" y="5028002"/>
                </a:lnTo>
                <a:lnTo>
                  <a:pt x="73953" y="4907738"/>
                </a:lnTo>
                <a:lnTo>
                  <a:pt x="65075" y="4787303"/>
                </a:lnTo>
                <a:lnTo>
                  <a:pt x="58267" y="4667039"/>
                </a:lnTo>
                <a:lnTo>
                  <a:pt x="53634" y="4546263"/>
                </a:lnTo>
                <a:lnTo>
                  <a:pt x="51256" y="4425829"/>
                </a:lnTo>
                <a:lnTo>
                  <a:pt x="51087" y="4306077"/>
                </a:lnTo>
                <a:lnTo>
                  <a:pt x="53141" y="4185472"/>
                </a:lnTo>
                <a:lnTo>
                  <a:pt x="57199" y="4065891"/>
                </a:lnTo>
                <a:lnTo>
                  <a:pt x="57244" y="4065379"/>
                </a:lnTo>
                <a:lnTo>
                  <a:pt x="63660" y="3946140"/>
                </a:lnTo>
                <a:lnTo>
                  <a:pt x="63724" y="3945628"/>
                </a:lnTo>
                <a:lnTo>
                  <a:pt x="72178" y="3826389"/>
                </a:lnTo>
                <a:lnTo>
                  <a:pt x="72232" y="3826047"/>
                </a:lnTo>
                <a:lnTo>
                  <a:pt x="82715" y="3706979"/>
                </a:lnTo>
                <a:lnTo>
                  <a:pt x="82815" y="3706467"/>
                </a:lnTo>
                <a:lnTo>
                  <a:pt x="95495" y="3587741"/>
                </a:lnTo>
                <a:lnTo>
                  <a:pt x="95575" y="3587399"/>
                </a:lnTo>
                <a:lnTo>
                  <a:pt x="110622" y="3469014"/>
                </a:lnTo>
                <a:lnTo>
                  <a:pt x="127642" y="3350459"/>
                </a:lnTo>
                <a:lnTo>
                  <a:pt x="146959" y="3231732"/>
                </a:lnTo>
                <a:lnTo>
                  <a:pt x="168322" y="3114373"/>
                </a:lnTo>
                <a:lnTo>
                  <a:pt x="191915" y="2996501"/>
                </a:lnTo>
                <a:lnTo>
                  <a:pt x="217458" y="2879483"/>
                </a:lnTo>
                <a:lnTo>
                  <a:pt x="245215" y="2762977"/>
                </a:lnTo>
                <a:lnTo>
                  <a:pt x="245347" y="2762977"/>
                </a:lnTo>
                <a:lnTo>
                  <a:pt x="275054" y="2647326"/>
                </a:lnTo>
                <a:lnTo>
                  <a:pt x="307030" y="2531504"/>
                </a:lnTo>
                <a:lnTo>
                  <a:pt x="340987" y="2416877"/>
                </a:lnTo>
                <a:lnTo>
                  <a:pt x="377197" y="2302592"/>
                </a:lnTo>
                <a:lnTo>
                  <a:pt x="415389" y="2188820"/>
                </a:lnTo>
                <a:lnTo>
                  <a:pt x="455740" y="2075731"/>
                </a:lnTo>
                <a:lnTo>
                  <a:pt x="498135" y="1963326"/>
                </a:lnTo>
                <a:lnTo>
                  <a:pt x="542404" y="1851603"/>
                </a:lnTo>
                <a:lnTo>
                  <a:pt x="589055" y="1740735"/>
                </a:lnTo>
                <a:lnTo>
                  <a:pt x="637580" y="1630550"/>
                </a:lnTo>
                <a:lnTo>
                  <a:pt x="637390" y="1630550"/>
                </a:lnTo>
                <a:lnTo>
                  <a:pt x="688148" y="1521220"/>
                </a:lnTo>
                <a:lnTo>
                  <a:pt x="740760" y="1412743"/>
                </a:lnTo>
                <a:lnTo>
                  <a:pt x="795589" y="1304608"/>
                </a:lnTo>
                <a:lnTo>
                  <a:pt x="795789" y="1304608"/>
                </a:lnTo>
                <a:lnTo>
                  <a:pt x="910752" y="1092609"/>
                </a:lnTo>
                <a:lnTo>
                  <a:pt x="1034339" y="883856"/>
                </a:lnTo>
                <a:lnTo>
                  <a:pt x="1034844" y="883002"/>
                </a:lnTo>
                <a:lnTo>
                  <a:pt x="1166038" y="679032"/>
                </a:lnTo>
                <a:lnTo>
                  <a:pt x="1305944" y="477795"/>
                </a:lnTo>
                <a:lnTo>
                  <a:pt x="1306076" y="477795"/>
                </a:lnTo>
                <a:lnTo>
                  <a:pt x="1453585" y="281854"/>
                </a:lnTo>
                <a:lnTo>
                  <a:pt x="1453768" y="281854"/>
                </a:lnTo>
                <a:lnTo>
                  <a:pt x="1609058" y="90696"/>
                </a:lnTo>
                <a:lnTo>
                  <a:pt x="1688710" y="0"/>
                </a:lnTo>
                <a:close/>
              </a:path>
              <a:path extrusionOk="0" h="6858000" w="1689100">
                <a:moveTo>
                  <a:pt x="522313" y="6806318"/>
                </a:moveTo>
                <a:lnTo>
                  <a:pt x="522446" y="6806661"/>
                </a:lnTo>
                <a:lnTo>
                  <a:pt x="522313" y="6806318"/>
                </a:lnTo>
                <a:close/>
              </a:path>
              <a:path extrusionOk="0" h="6858000" w="1689100">
                <a:moveTo>
                  <a:pt x="522277" y="6806228"/>
                </a:moveTo>
                <a:close/>
              </a:path>
              <a:path extrusionOk="0" h="6858000" w="1689100">
                <a:moveTo>
                  <a:pt x="477452" y="6690666"/>
                </a:moveTo>
                <a:close/>
              </a:path>
              <a:path extrusionOk="0" h="6858000" w="1689100">
                <a:moveTo>
                  <a:pt x="477326" y="6690323"/>
                </a:moveTo>
                <a:lnTo>
                  <a:pt x="477452" y="6690666"/>
                </a:lnTo>
                <a:lnTo>
                  <a:pt x="477326" y="6690323"/>
                </a:lnTo>
                <a:close/>
              </a:path>
              <a:path extrusionOk="0" h="6858000" w="1689100">
                <a:moveTo>
                  <a:pt x="434490" y="6574011"/>
                </a:moveTo>
                <a:lnTo>
                  <a:pt x="434577" y="6574262"/>
                </a:lnTo>
                <a:lnTo>
                  <a:pt x="434490" y="6574011"/>
                </a:lnTo>
                <a:close/>
              </a:path>
              <a:path extrusionOk="0" h="6858000" w="1689100">
                <a:moveTo>
                  <a:pt x="434412" y="6573784"/>
                </a:moveTo>
                <a:lnTo>
                  <a:pt x="434490" y="6574011"/>
                </a:lnTo>
                <a:lnTo>
                  <a:pt x="434412" y="6573784"/>
                </a:lnTo>
                <a:close/>
              </a:path>
              <a:path extrusionOk="0" h="6858000" w="1689100">
                <a:moveTo>
                  <a:pt x="394048" y="6456766"/>
                </a:moveTo>
                <a:lnTo>
                  <a:pt x="394048" y="6457210"/>
                </a:lnTo>
                <a:lnTo>
                  <a:pt x="394201" y="6457210"/>
                </a:lnTo>
                <a:lnTo>
                  <a:pt x="394048" y="6456766"/>
                </a:lnTo>
                <a:close/>
              </a:path>
              <a:path extrusionOk="0" h="6858000" w="1689100">
                <a:moveTo>
                  <a:pt x="355758" y="6339474"/>
                </a:moveTo>
                <a:lnTo>
                  <a:pt x="355903" y="6339953"/>
                </a:lnTo>
                <a:lnTo>
                  <a:pt x="355758" y="6339474"/>
                </a:lnTo>
                <a:close/>
              </a:path>
              <a:path extrusionOk="0" h="6858000" w="1689100">
                <a:moveTo>
                  <a:pt x="320011" y="6221551"/>
                </a:moveTo>
                <a:lnTo>
                  <a:pt x="320143" y="6222012"/>
                </a:lnTo>
                <a:lnTo>
                  <a:pt x="320011" y="6221551"/>
                </a:lnTo>
                <a:close/>
              </a:path>
              <a:path extrusionOk="0" h="6858000" w="1689100">
                <a:moveTo>
                  <a:pt x="286425" y="6103371"/>
                </a:moveTo>
                <a:lnTo>
                  <a:pt x="286425" y="6103798"/>
                </a:lnTo>
                <a:lnTo>
                  <a:pt x="286425" y="6103371"/>
                </a:lnTo>
                <a:close/>
              </a:path>
              <a:path extrusionOk="0" h="6858000" w="1689100">
                <a:moveTo>
                  <a:pt x="254967" y="5984901"/>
                </a:moveTo>
                <a:lnTo>
                  <a:pt x="255092" y="5985414"/>
                </a:lnTo>
                <a:lnTo>
                  <a:pt x="254967" y="5984901"/>
                </a:lnTo>
                <a:close/>
              </a:path>
              <a:path extrusionOk="0" h="6858000" w="1689100">
                <a:moveTo>
                  <a:pt x="225973" y="5866004"/>
                </a:moveTo>
                <a:lnTo>
                  <a:pt x="225973" y="5866431"/>
                </a:lnTo>
                <a:lnTo>
                  <a:pt x="225973" y="5866004"/>
                </a:lnTo>
                <a:close/>
              </a:path>
              <a:path extrusionOk="0" h="6858000" w="1689100">
                <a:moveTo>
                  <a:pt x="199145" y="5746902"/>
                </a:moveTo>
                <a:lnTo>
                  <a:pt x="199237" y="5747346"/>
                </a:lnTo>
                <a:lnTo>
                  <a:pt x="199145" y="5746902"/>
                </a:lnTo>
                <a:close/>
              </a:path>
              <a:path extrusionOk="0" h="6858000" w="1689100">
                <a:moveTo>
                  <a:pt x="174453" y="5627424"/>
                </a:moveTo>
                <a:lnTo>
                  <a:pt x="174546" y="5627919"/>
                </a:lnTo>
                <a:lnTo>
                  <a:pt x="174453" y="5627424"/>
                </a:lnTo>
                <a:close/>
              </a:path>
              <a:path extrusionOk="0" h="6858000" w="1689100">
                <a:moveTo>
                  <a:pt x="152163" y="5507878"/>
                </a:moveTo>
                <a:lnTo>
                  <a:pt x="152238" y="5508322"/>
                </a:lnTo>
                <a:lnTo>
                  <a:pt x="152163" y="5507878"/>
                </a:lnTo>
                <a:close/>
              </a:path>
              <a:path extrusionOk="0" h="6858000" w="1689100">
                <a:moveTo>
                  <a:pt x="132077" y="5388024"/>
                </a:moveTo>
                <a:lnTo>
                  <a:pt x="132144" y="5388468"/>
                </a:lnTo>
                <a:lnTo>
                  <a:pt x="132077" y="5388024"/>
                </a:lnTo>
                <a:close/>
              </a:path>
              <a:path extrusionOk="0" h="6858000" w="1689100">
                <a:moveTo>
                  <a:pt x="114197" y="5268034"/>
                </a:moveTo>
                <a:lnTo>
                  <a:pt x="114263" y="5268546"/>
                </a:lnTo>
                <a:lnTo>
                  <a:pt x="114197" y="5268034"/>
                </a:lnTo>
                <a:close/>
              </a:path>
              <a:path extrusionOk="0" h="6858000" w="1689100">
                <a:moveTo>
                  <a:pt x="98597" y="5147924"/>
                </a:moveTo>
                <a:lnTo>
                  <a:pt x="98597" y="5148265"/>
                </a:lnTo>
                <a:lnTo>
                  <a:pt x="98597" y="5147924"/>
                </a:lnTo>
                <a:close/>
              </a:path>
              <a:path extrusionOk="0" h="6858000" w="1689100">
                <a:moveTo>
                  <a:pt x="85144" y="5027660"/>
                </a:moveTo>
                <a:lnTo>
                  <a:pt x="85144" y="5028002"/>
                </a:lnTo>
                <a:lnTo>
                  <a:pt x="85144" y="5027660"/>
                </a:lnTo>
                <a:close/>
              </a:path>
              <a:path extrusionOk="0" h="6858000" w="1689100">
                <a:moveTo>
                  <a:pt x="73905" y="4907225"/>
                </a:moveTo>
                <a:lnTo>
                  <a:pt x="73905" y="4907738"/>
                </a:lnTo>
                <a:lnTo>
                  <a:pt x="73905" y="4907225"/>
                </a:lnTo>
                <a:close/>
              </a:path>
              <a:path extrusionOk="0" h="6858000" w="1689100">
                <a:moveTo>
                  <a:pt x="65050" y="4786962"/>
                </a:moveTo>
                <a:lnTo>
                  <a:pt x="65050" y="4787303"/>
                </a:lnTo>
                <a:lnTo>
                  <a:pt x="65050" y="4786962"/>
                </a:lnTo>
                <a:close/>
              </a:path>
              <a:path extrusionOk="0" h="6858000" w="1689100">
                <a:moveTo>
                  <a:pt x="58238" y="4666527"/>
                </a:moveTo>
                <a:lnTo>
                  <a:pt x="58238" y="4667039"/>
                </a:lnTo>
                <a:lnTo>
                  <a:pt x="58238" y="4666527"/>
                </a:lnTo>
                <a:close/>
              </a:path>
              <a:path extrusionOk="0" h="6858000" w="1689100">
                <a:moveTo>
                  <a:pt x="53640" y="4546263"/>
                </a:moveTo>
                <a:lnTo>
                  <a:pt x="53640" y="4546605"/>
                </a:lnTo>
                <a:lnTo>
                  <a:pt x="53640" y="4546263"/>
                </a:lnTo>
                <a:close/>
              </a:path>
              <a:path extrusionOk="0" h="6858000" w="1689100">
                <a:moveTo>
                  <a:pt x="53141" y="4185472"/>
                </a:moveTo>
                <a:lnTo>
                  <a:pt x="53130" y="4185814"/>
                </a:lnTo>
                <a:lnTo>
                  <a:pt x="53141" y="4185472"/>
                </a:lnTo>
                <a:close/>
              </a:path>
              <a:path extrusionOk="0" h="6858000" w="1689100">
                <a:moveTo>
                  <a:pt x="57244" y="4065379"/>
                </a:moveTo>
                <a:lnTo>
                  <a:pt x="57217" y="4065891"/>
                </a:lnTo>
                <a:lnTo>
                  <a:pt x="57244" y="4065379"/>
                </a:lnTo>
                <a:close/>
              </a:path>
              <a:path extrusionOk="0" h="6858000" w="1689100">
                <a:moveTo>
                  <a:pt x="63724" y="3945628"/>
                </a:moveTo>
                <a:lnTo>
                  <a:pt x="63687" y="3946140"/>
                </a:lnTo>
                <a:lnTo>
                  <a:pt x="63724" y="3945628"/>
                </a:lnTo>
                <a:close/>
              </a:path>
              <a:path extrusionOk="0" h="6858000" w="1689100">
                <a:moveTo>
                  <a:pt x="72232" y="3826047"/>
                </a:moveTo>
                <a:lnTo>
                  <a:pt x="72202" y="3826389"/>
                </a:lnTo>
                <a:lnTo>
                  <a:pt x="72232" y="3826047"/>
                </a:lnTo>
                <a:close/>
              </a:path>
              <a:path extrusionOk="0" h="6858000" w="1689100">
                <a:moveTo>
                  <a:pt x="82815" y="3706467"/>
                </a:moveTo>
                <a:lnTo>
                  <a:pt x="82760" y="3706979"/>
                </a:lnTo>
                <a:lnTo>
                  <a:pt x="82815" y="3706467"/>
                </a:lnTo>
                <a:close/>
              </a:path>
              <a:path extrusionOk="0" h="6858000" w="1689100">
                <a:moveTo>
                  <a:pt x="95575" y="3587399"/>
                </a:moveTo>
                <a:lnTo>
                  <a:pt x="95531" y="3587741"/>
                </a:lnTo>
                <a:lnTo>
                  <a:pt x="95575" y="3587399"/>
                </a:lnTo>
                <a:close/>
              </a:path>
              <a:path extrusionOk="0" h="6858000" w="1689100">
                <a:moveTo>
                  <a:pt x="110687" y="3468502"/>
                </a:moveTo>
                <a:lnTo>
                  <a:pt x="110517" y="3469014"/>
                </a:lnTo>
                <a:lnTo>
                  <a:pt x="110687" y="3468502"/>
                </a:lnTo>
                <a:close/>
              </a:path>
              <a:path extrusionOk="0" h="6858000" w="1689100">
                <a:moveTo>
                  <a:pt x="127716" y="3349946"/>
                </a:moveTo>
                <a:lnTo>
                  <a:pt x="127546" y="3350459"/>
                </a:lnTo>
                <a:lnTo>
                  <a:pt x="127716" y="3349946"/>
                </a:lnTo>
                <a:close/>
              </a:path>
              <a:path extrusionOk="0" h="6858000" w="1689100">
                <a:moveTo>
                  <a:pt x="147052" y="3231732"/>
                </a:moveTo>
                <a:lnTo>
                  <a:pt x="146959" y="3232245"/>
                </a:lnTo>
                <a:lnTo>
                  <a:pt x="147052" y="3231732"/>
                </a:lnTo>
                <a:close/>
              </a:path>
              <a:path extrusionOk="0" h="6858000" w="1689100">
                <a:moveTo>
                  <a:pt x="168415" y="3113860"/>
                </a:moveTo>
                <a:lnTo>
                  <a:pt x="168245" y="3114373"/>
                </a:lnTo>
                <a:lnTo>
                  <a:pt x="168415" y="3113860"/>
                </a:lnTo>
                <a:close/>
              </a:path>
              <a:path extrusionOk="0" h="6858000" w="1689100">
                <a:moveTo>
                  <a:pt x="191989" y="2996501"/>
                </a:moveTo>
                <a:lnTo>
                  <a:pt x="191915" y="2996842"/>
                </a:lnTo>
                <a:lnTo>
                  <a:pt x="191989" y="2996501"/>
                </a:lnTo>
                <a:close/>
              </a:path>
              <a:path extrusionOk="0" h="6858000" w="1689100">
                <a:moveTo>
                  <a:pt x="217580" y="2879483"/>
                </a:moveTo>
                <a:lnTo>
                  <a:pt x="217458" y="2879995"/>
                </a:lnTo>
                <a:lnTo>
                  <a:pt x="217580" y="2879483"/>
                </a:lnTo>
                <a:close/>
              </a:path>
              <a:path extrusionOk="0" h="6858000" w="1689100">
                <a:moveTo>
                  <a:pt x="245347" y="2762977"/>
                </a:moveTo>
                <a:lnTo>
                  <a:pt x="245215" y="2762977"/>
                </a:lnTo>
                <a:lnTo>
                  <a:pt x="245215" y="2763490"/>
                </a:lnTo>
                <a:lnTo>
                  <a:pt x="245347" y="2762977"/>
                </a:lnTo>
                <a:close/>
              </a:path>
              <a:path extrusionOk="0" h="6858000" w="1689100">
                <a:moveTo>
                  <a:pt x="275186" y="2646813"/>
                </a:moveTo>
                <a:lnTo>
                  <a:pt x="275016" y="2647326"/>
                </a:lnTo>
                <a:lnTo>
                  <a:pt x="275186" y="2646813"/>
                </a:lnTo>
                <a:close/>
              </a:path>
              <a:path extrusionOk="0" h="6858000" w="1689100">
                <a:moveTo>
                  <a:pt x="307131" y="2531504"/>
                </a:moveTo>
                <a:lnTo>
                  <a:pt x="307030" y="2531845"/>
                </a:lnTo>
                <a:lnTo>
                  <a:pt x="307131" y="2531504"/>
                </a:lnTo>
                <a:close/>
              </a:path>
              <a:path extrusionOk="0" h="6858000" w="1689100">
                <a:moveTo>
                  <a:pt x="341088" y="2416536"/>
                </a:moveTo>
                <a:lnTo>
                  <a:pt x="340918" y="2416877"/>
                </a:lnTo>
                <a:lnTo>
                  <a:pt x="341088" y="2416536"/>
                </a:lnTo>
                <a:close/>
              </a:path>
              <a:path extrusionOk="0" h="6858000" w="1689100">
                <a:moveTo>
                  <a:pt x="415504" y="2188479"/>
                </a:moveTo>
                <a:lnTo>
                  <a:pt x="415334" y="2188820"/>
                </a:lnTo>
                <a:lnTo>
                  <a:pt x="415504" y="2188479"/>
                </a:lnTo>
                <a:close/>
              </a:path>
              <a:path extrusionOk="0" h="6858000" w="1689100">
                <a:moveTo>
                  <a:pt x="455863" y="2075390"/>
                </a:moveTo>
                <a:lnTo>
                  <a:pt x="455692" y="2075731"/>
                </a:lnTo>
                <a:lnTo>
                  <a:pt x="455863" y="2075390"/>
                </a:lnTo>
                <a:close/>
              </a:path>
              <a:path extrusionOk="0" h="6858000" w="1689100">
                <a:moveTo>
                  <a:pt x="498264" y="1962984"/>
                </a:moveTo>
                <a:lnTo>
                  <a:pt x="498094" y="1963326"/>
                </a:lnTo>
                <a:lnTo>
                  <a:pt x="498264" y="1962984"/>
                </a:lnTo>
                <a:close/>
              </a:path>
              <a:path extrusionOk="0" h="6858000" w="1689100">
                <a:moveTo>
                  <a:pt x="542540" y="1851262"/>
                </a:moveTo>
                <a:lnTo>
                  <a:pt x="542369" y="1851603"/>
                </a:lnTo>
                <a:lnTo>
                  <a:pt x="542540" y="1851262"/>
                </a:lnTo>
                <a:close/>
              </a:path>
              <a:path extrusionOk="0" h="6858000" w="1689100">
                <a:moveTo>
                  <a:pt x="589199" y="1740394"/>
                </a:moveTo>
                <a:lnTo>
                  <a:pt x="589028" y="1740735"/>
                </a:lnTo>
                <a:lnTo>
                  <a:pt x="589199" y="1740394"/>
                </a:lnTo>
                <a:close/>
              </a:path>
              <a:path extrusionOk="0" h="6858000" w="1689100">
                <a:moveTo>
                  <a:pt x="637731" y="1630209"/>
                </a:moveTo>
                <a:lnTo>
                  <a:pt x="637390" y="1630550"/>
                </a:lnTo>
                <a:lnTo>
                  <a:pt x="637580" y="1630550"/>
                </a:lnTo>
                <a:lnTo>
                  <a:pt x="637731" y="1630209"/>
                </a:lnTo>
                <a:close/>
              </a:path>
              <a:path extrusionOk="0" h="6858000" w="1689100">
                <a:moveTo>
                  <a:pt x="795789" y="1304608"/>
                </a:moveTo>
                <a:lnTo>
                  <a:pt x="795589" y="1304608"/>
                </a:lnTo>
                <a:lnTo>
                  <a:pt x="795418" y="1305292"/>
                </a:lnTo>
                <a:lnTo>
                  <a:pt x="795789" y="1304608"/>
                </a:lnTo>
                <a:close/>
              </a:path>
              <a:path extrusionOk="0" h="6858000" w="1689100">
                <a:moveTo>
                  <a:pt x="911215" y="1091755"/>
                </a:moveTo>
                <a:lnTo>
                  <a:pt x="910704" y="1092609"/>
                </a:lnTo>
                <a:lnTo>
                  <a:pt x="911215" y="1091755"/>
                </a:lnTo>
                <a:close/>
              </a:path>
              <a:path extrusionOk="0" h="6858000" w="1689100">
                <a:moveTo>
                  <a:pt x="1034883" y="883002"/>
                </a:moveTo>
                <a:lnTo>
                  <a:pt x="1034397" y="883758"/>
                </a:lnTo>
                <a:lnTo>
                  <a:pt x="1034883" y="883002"/>
                </a:lnTo>
                <a:close/>
              </a:path>
              <a:path extrusionOk="0" h="6858000" w="1689100">
                <a:moveTo>
                  <a:pt x="1166478" y="678348"/>
                </a:moveTo>
                <a:lnTo>
                  <a:pt x="1165967" y="679032"/>
                </a:lnTo>
                <a:lnTo>
                  <a:pt x="1166478" y="678348"/>
                </a:lnTo>
                <a:close/>
              </a:path>
              <a:path extrusionOk="0" h="6858000" w="1689100">
                <a:moveTo>
                  <a:pt x="1306076" y="477795"/>
                </a:moveTo>
                <a:lnTo>
                  <a:pt x="1305944" y="477795"/>
                </a:lnTo>
                <a:lnTo>
                  <a:pt x="1305433" y="478649"/>
                </a:lnTo>
                <a:lnTo>
                  <a:pt x="1306076" y="477795"/>
                </a:lnTo>
                <a:close/>
              </a:path>
              <a:path extrusionOk="0" h="6858000" w="1689100">
                <a:moveTo>
                  <a:pt x="1453768" y="281854"/>
                </a:moveTo>
                <a:lnTo>
                  <a:pt x="1453585" y="281854"/>
                </a:lnTo>
                <a:lnTo>
                  <a:pt x="1453074" y="282708"/>
                </a:lnTo>
                <a:lnTo>
                  <a:pt x="1453768" y="281854"/>
                </a:lnTo>
                <a:close/>
              </a:path>
              <a:path extrusionOk="0" h="6858000" w="1689100">
                <a:moveTo>
                  <a:pt x="1609127" y="90696"/>
                </a:moveTo>
                <a:lnTo>
                  <a:pt x="1608377" y="91550"/>
                </a:lnTo>
                <a:lnTo>
                  <a:pt x="1609127" y="90696"/>
                </a:lnTo>
                <a:close/>
              </a:path>
            </a:pathLst>
          </a:custGeom>
          <a:solidFill>
            <a:srgbClr val="9424E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84"/>
          <p:cNvSpPr/>
          <p:nvPr/>
        </p:nvSpPr>
        <p:spPr>
          <a:xfrm>
            <a:off x="3702403" y="654091"/>
            <a:ext cx="2540635" cy="1196975"/>
          </a:xfrm>
          <a:custGeom>
            <a:rect b="b" l="l" r="r" t="t"/>
            <a:pathLst>
              <a:path extrusionOk="0" h="1196975" w="2540635">
                <a:moveTo>
                  <a:pt x="36067" y="0"/>
                </a:moveTo>
                <a:lnTo>
                  <a:pt x="0" y="36215"/>
                </a:lnTo>
                <a:lnTo>
                  <a:pt x="1156879" y="1196658"/>
                </a:lnTo>
                <a:lnTo>
                  <a:pt x="2540476" y="1196658"/>
                </a:lnTo>
                <a:lnTo>
                  <a:pt x="2540476" y="1152926"/>
                </a:lnTo>
                <a:lnTo>
                  <a:pt x="1185471" y="1152926"/>
                </a:lnTo>
                <a:lnTo>
                  <a:pt x="1167437" y="1145409"/>
                </a:lnTo>
                <a:lnTo>
                  <a:pt x="1177977" y="1145409"/>
                </a:lnTo>
                <a:lnTo>
                  <a:pt x="36067" y="0"/>
                </a:lnTo>
                <a:close/>
              </a:path>
              <a:path extrusionOk="0" h="1196975" w="2540635">
                <a:moveTo>
                  <a:pt x="1177977" y="1145409"/>
                </a:moveTo>
                <a:lnTo>
                  <a:pt x="1167437" y="1145409"/>
                </a:lnTo>
                <a:lnTo>
                  <a:pt x="1185471" y="1152926"/>
                </a:lnTo>
                <a:lnTo>
                  <a:pt x="1177977" y="1145409"/>
                </a:lnTo>
                <a:close/>
              </a:path>
              <a:path extrusionOk="0" h="1196975" w="2540635">
                <a:moveTo>
                  <a:pt x="2540476" y="1145409"/>
                </a:moveTo>
                <a:lnTo>
                  <a:pt x="1177977" y="1145409"/>
                </a:lnTo>
                <a:lnTo>
                  <a:pt x="1185471" y="1152926"/>
                </a:lnTo>
                <a:lnTo>
                  <a:pt x="2540476" y="1152926"/>
                </a:lnTo>
                <a:lnTo>
                  <a:pt x="2540476" y="1145409"/>
                </a:lnTo>
                <a:close/>
              </a:path>
            </a:pathLst>
          </a:custGeom>
          <a:solidFill>
            <a:srgbClr val="9524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84"/>
          <p:cNvSpPr/>
          <p:nvPr/>
        </p:nvSpPr>
        <p:spPr>
          <a:xfrm>
            <a:off x="4337535" y="2234165"/>
            <a:ext cx="1743075" cy="51435"/>
          </a:xfrm>
          <a:custGeom>
            <a:rect b="b" l="l" r="r" t="t"/>
            <a:pathLst>
              <a:path extrusionOk="0" h="51435" w="1743075">
                <a:moveTo>
                  <a:pt x="1743076" y="0"/>
                </a:moveTo>
                <a:lnTo>
                  <a:pt x="0" y="0"/>
                </a:lnTo>
                <a:lnTo>
                  <a:pt x="0" y="51173"/>
                </a:lnTo>
                <a:lnTo>
                  <a:pt x="1743076" y="51173"/>
                </a:lnTo>
                <a:lnTo>
                  <a:pt x="1743076" y="0"/>
                </a:lnTo>
                <a:close/>
              </a:path>
            </a:pathLst>
          </a:custGeom>
          <a:solidFill>
            <a:srgbClr val="9524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8" name="Google Shape;338;p84"/>
          <p:cNvPicPr preferRelativeResize="0"/>
          <p:nvPr/>
        </p:nvPicPr>
        <p:blipFill rotWithShape="1">
          <a:blip r:embed="rId3">
            <a:alphaModFix/>
          </a:blip>
          <a:srcRect b="0" l="0" r="0" t="0"/>
          <a:stretch/>
        </p:blipFill>
        <p:spPr>
          <a:xfrm>
            <a:off x="3292947" y="291770"/>
            <a:ext cx="829762" cy="829768"/>
          </a:xfrm>
          <a:prstGeom prst="rect">
            <a:avLst/>
          </a:prstGeom>
          <a:noFill/>
          <a:ln>
            <a:noFill/>
          </a:ln>
        </p:spPr>
      </p:pic>
      <p:sp>
        <p:nvSpPr>
          <p:cNvPr id="339" name="Google Shape;339;p84"/>
          <p:cNvSpPr/>
          <p:nvPr/>
        </p:nvSpPr>
        <p:spPr>
          <a:xfrm>
            <a:off x="4169269" y="2089482"/>
            <a:ext cx="298450" cy="298450"/>
          </a:xfrm>
          <a:custGeom>
            <a:rect b="b" l="l" r="r" t="t"/>
            <a:pathLst>
              <a:path extrusionOk="0" h="298450" w="298450">
                <a:moveTo>
                  <a:pt x="154628" y="0"/>
                </a:moveTo>
                <a:lnTo>
                  <a:pt x="109299" y="5279"/>
                </a:lnTo>
                <a:lnTo>
                  <a:pt x="67323" y="24225"/>
                </a:lnTo>
                <a:lnTo>
                  <a:pt x="32144" y="56436"/>
                </a:lnTo>
                <a:lnTo>
                  <a:pt x="8820" y="98139"/>
                </a:lnTo>
                <a:lnTo>
                  <a:pt x="0" y="143384"/>
                </a:lnTo>
                <a:lnTo>
                  <a:pt x="5279" y="188732"/>
                </a:lnTo>
                <a:lnTo>
                  <a:pt x="24255" y="230745"/>
                </a:lnTo>
                <a:lnTo>
                  <a:pt x="56528" y="265986"/>
                </a:lnTo>
                <a:lnTo>
                  <a:pt x="98181" y="289248"/>
                </a:lnTo>
                <a:lnTo>
                  <a:pt x="143412" y="298031"/>
                </a:lnTo>
                <a:lnTo>
                  <a:pt x="188759" y="292732"/>
                </a:lnTo>
                <a:lnTo>
                  <a:pt x="230760" y="273749"/>
                </a:lnTo>
                <a:lnTo>
                  <a:pt x="265951" y="241475"/>
                </a:lnTo>
                <a:lnTo>
                  <a:pt x="289213" y="199822"/>
                </a:lnTo>
                <a:lnTo>
                  <a:pt x="298003" y="154591"/>
                </a:lnTo>
                <a:lnTo>
                  <a:pt x="292724" y="109244"/>
                </a:lnTo>
                <a:lnTo>
                  <a:pt x="273778" y="67243"/>
                </a:lnTo>
                <a:lnTo>
                  <a:pt x="241567" y="32052"/>
                </a:lnTo>
                <a:lnTo>
                  <a:pt x="199865" y="8790"/>
                </a:lnTo>
                <a:lnTo>
                  <a:pt x="154628" y="0"/>
                </a:lnTo>
                <a:close/>
              </a:path>
            </a:pathLst>
          </a:custGeom>
          <a:solidFill>
            <a:srgbClr val="DF6FE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0" name="Google Shape;340;p84"/>
          <p:cNvPicPr preferRelativeResize="0"/>
          <p:nvPr/>
        </p:nvPicPr>
        <p:blipFill rotWithShape="1">
          <a:blip r:embed="rId4">
            <a:alphaModFix/>
          </a:blip>
          <a:srcRect b="0" l="0" r="0" t="0"/>
          <a:stretch/>
        </p:blipFill>
        <p:spPr>
          <a:xfrm>
            <a:off x="714375" y="6162675"/>
            <a:ext cx="466725" cy="485775"/>
          </a:xfrm>
          <a:prstGeom prst="rect">
            <a:avLst/>
          </a:prstGeom>
          <a:noFill/>
          <a:ln>
            <a:noFill/>
          </a:ln>
        </p:spPr>
      </p:pic>
      <p:sp>
        <p:nvSpPr>
          <p:cNvPr id="341" name="Google Shape;341;p84"/>
          <p:cNvSpPr txBox="1"/>
          <p:nvPr>
            <p:ph type="title"/>
          </p:nvPr>
        </p:nvSpPr>
        <p:spPr>
          <a:xfrm>
            <a:off x="720725" y="943610"/>
            <a:ext cx="2721000" cy="518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32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2" name="Google Shape;342;p84"/>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3" name="Google Shape;343;p84"/>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4" name="Google Shape;344;p84"/>
          <p:cNvSpPr txBox="1"/>
          <p:nvPr>
            <p:ph idx="12" type="sldNum"/>
          </p:nvPr>
        </p:nvSpPr>
        <p:spPr>
          <a:xfrm>
            <a:off x="11642090" y="6321604"/>
            <a:ext cx="260400" cy="184800"/>
          </a:xfrm>
          <a:prstGeom prst="rect">
            <a:avLst/>
          </a:prstGeom>
          <a:noFill/>
          <a:ln>
            <a:noFill/>
          </a:ln>
        </p:spPr>
        <p:txBody>
          <a:bodyPr anchorCtr="0" anchor="t" bIns="0" lIns="0" spcFirstLastPara="1" rIns="0" wrap="square" tIns="0">
            <a:spAutoFit/>
          </a:bodyPr>
          <a:lstStyle>
            <a:lvl1pPr indent="0" lvl="0"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1pPr>
            <a:lvl2pPr indent="0" lvl="1"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2pPr>
            <a:lvl3pPr indent="0" lvl="2"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3pPr>
            <a:lvl4pPr indent="0" lvl="3"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4pPr>
            <a:lvl5pPr indent="0" lvl="4"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5pPr>
            <a:lvl6pPr indent="0" lvl="5"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6pPr>
            <a:lvl7pPr indent="0" lvl="6"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7pPr>
            <a:lvl8pPr indent="0" lvl="7"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8pPr>
            <a:lvl9pPr indent="0" lvl="8" marL="38100" marR="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p:cSld name="7_Title Slide">
    <p:spTree>
      <p:nvGrpSpPr>
        <p:cNvPr id="354" name="Shape 354"/>
        <p:cNvGrpSpPr/>
        <p:nvPr/>
      </p:nvGrpSpPr>
      <p:grpSpPr>
        <a:xfrm>
          <a:off x="0" y="0"/>
          <a:ext cx="0" cy="0"/>
          <a:chOff x="0" y="0"/>
          <a:chExt cx="0" cy="0"/>
        </a:xfrm>
      </p:grpSpPr>
      <p:sp>
        <p:nvSpPr>
          <p:cNvPr id="355" name="Google Shape;355;p32"/>
          <p:cNvSpPr/>
          <p:nvPr/>
        </p:nvSpPr>
        <p:spPr>
          <a:xfrm rot="-5400000">
            <a:off x="4704929" y="-4703868"/>
            <a:ext cx="2780239" cy="12190095"/>
          </a:xfrm>
          <a:custGeom>
            <a:rect b="b" l="l" r="r" t="t"/>
            <a:pathLst>
              <a:path extrusionOk="0" h="6858000" w="6391355">
                <a:moveTo>
                  <a:pt x="1050758" y="0"/>
                </a:moveTo>
                <a:lnTo>
                  <a:pt x="6391355" y="0"/>
                </a:lnTo>
                <a:lnTo>
                  <a:pt x="6391355" y="6858000"/>
                </a:lnTo>
                <a:lnTo>
                  <a:pt x="816654" y="6858000"/>
                </a:lnTo>
                <a:lnTo>
                  <a:pt x="669666" y="6571010"/>
                </a:lnTo>
                <a:cubicBezTo>
                  <a:pt x="240503" y="5680351"/>
                  <a:pt x="0" y="4681677"/>
                  <a:pt x="0" y="3626830"/>
                </a:cubicBezTo>
                <a:cubicBezTo>
                  <a:pt x="0" y="2337573"/>
                  <a:pt x="359270" y="1132228"/>
                  <a:pt x="983156" y="105449"/>
                </a:cubicBezTo>
                <a:lnTo>
                  <a:pt x="1050758" y="0"/>
                </a:lnTo>
                <a:close/>
              </a:path>
            </a:pathLst>
          </a:custGeom>
          <a:gradFill>
            <a:gsLst>
              <a:gs pos="0">
                <a:srgbClr val="5C2074"/>
              </a:gs>
              <a:gs pos="100000">
                <a:srgbClr val="48195A"/>
              </a:gs>
            </a:gsLst>
            <a:lin ang="10800025" scaled="0"/>
          </a:gradFill>
          <a:ln>
            <a:noFill/>
          </a:ln>
          <a:effectLst>
            <a:outerShdw blurRad="50800" rotWithShape="0" algn="tr" dir="8100000"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chemeClr val="dk1"/>
              </a:buClr>
              <a:buSzPts val="2800"/>
              <a:buFont typeface="Open Sans"/>
              <a:buNone/>
            </a:pPr>
            <a:r>
              <a:t/>
            </a:r>
            <a:endParaRPr b="0" i="0" sz="2800" u="none" cap="none" strike="noStrike">
              <a:solidFill>
                <a:srgbClr val="FFFFFF"/>
              </a:solidFill>
              <a:latin typeface="Roboto"/>
              <a:ea typeface="Roboto"/>
              <a:cs typeface="Roboto"/>
              <a:sym typeface="Roboto"/>
            </a:endParaRPr>
          </a:p>
        </p:txBody>
      </p:sp>
      <p:pic>
        <p:nvPicPr>
          <p:cNvPr descr="A picture containing logo&#10;&#10;Description automatically generated" id="356" name="Google Shape;356;p32"/>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357" name="Google Shape;357;p32"/>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
        <p:nvSpPr>
          <p:cNvPr id="358" name="Google Shape;358;p32"/>
          <p:cNvSpPr txBox="1"/>
          <p:nvPr>
            <p:ph idx="11" type="ftr"/>
          </p:nvPr>
        </p:nvSpPr>
        <p:spPr>
          <a:xfrm>
            <a:off x="2228075" y="6390900"/>
            <a:ext cx="7158000" cy="4257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dk1"/>
              </a:buClr>
              <a:buSzPts val="1100"/>
              <a:buFont typeface="Inter"/>
              <a:buNone/>
              <a:defRPr b="0" i="0" sz="800" u="none" cap="none" strike="noStrike">
                <a:solidFill>
                  <a:schemeClr val="dk1"/>
                </a:solidFill>
                <a:latin typeface="Inter"/>
                <a:ea typeface="Inter"/>
                <a:cs typeface="Inter"/>
                <a:sym typeface="Inter"/>
              </a:defRPr>
            </a:lvl1pPr>
            <a:lvl2pPr lvl="1"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2pPr>
            <a:lvl3pPr lvl="2"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3pPr>
            <a:lvl4pPr lvl="3"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4pPr>
            <a:lvl5pPr lvl="4"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5pPr>
            <a:lvl6pPr lvl="5"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6pPr>
            <a:lvl7pPr lvl="6"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7pPr>
            <a:lvl8pPr lvl="7"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8pPr>
            <a:lvl9pPr lvl="8"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9pPr>
          </a:lstStyle>
          <a:p/>
        </p:txBody>
      </p:sp>
      <p:sp>
        <p:nvSpPr>
          <p:cNvPr id="359" name="Google Shape;359;p32"/>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rtl="0" algn="l">
              <a:lnSpc>
                <a:spcPct val="90000"/>
              </a:lnSpc>
              <a:spcBef>
                <a:spcPts val="1000"/>
              </a:spcBef>
              <a:spcAft>
                <a:spcPts val="0"/>
              </a:spcAft>
              <a:buClr>
                <a:schemeClr val="lt1"/>
              </a:buClr>
              <a:buSzPts val="2800"/>
              <a:buFont typeface="Arial"/>
              <a:buNone/>
              <a:defRPr b="1" i="0" sz="2800" u="none" cap="none" strike="noStrike">
                <a:solidFill>
                  <a:schemeClr val="l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360" name="Google Shape;360;p32"/>
          <p:cNvSpPr/>
          <p:nvPr/>
        </p:nvSpPr>
        <p:spPr>
          <a:xfrm>
            <a:off x="0" y="0"/>
            <a:ext cx="12192000" cy="6858000"/>
          </a:xfrm>
          <a:prstGeom prst="rect">
            <a:avLst/>
          </a:prstGeom>
          <a:solidFill>
            <a:srgbClr val="4312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32"/>
          <p:cNvSpPr txBox="1"/>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chemeClr val="lt1"/>
                </a:solidFill>
                <a:latin typeface="Arial"/>
                <a:ea typeface="Arial"/>
                <a:cs typeface="Arial"/>
                <a:sym typeface="Arial"/>
              </a:rPr>
              <a:t>‹#›</a:t>
            </a:fld>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hart - Purple">
  <p:cSld name="2_Chart - Purple">
    <p:bg>
      <p:bgPr>
        <a:gradFill>
          <a:gsLst>
            <a:gs pos="0">
              <a:srgbClr val="5C2074"/>
            </a:gs>
            <a:gs pos="25000">
              <a:srgbClr val="5C2074"/>
            </a:gs>
            <a:gs pos="90000">
              <a:srgbClr val="32123F"/>
            </a:gs>
            <a:gs pos="100000">
              <a:srgbClr val="32123F"/>
            </a:gs>
          </a:gsLst>
          <a:lin ang="5400012" scaled="0"/>
        </a:gradFill>
      </p:bgPr>
    </p:bg>
    <p:spTree>
      <p:nvGrpSpPr>
        <p:cNvPr id="362" name="Shape 362"/>
        <p:cNvGrpSpPr/>
        <p:nvPr/>
      </p:nvGrpSpPr>
      <p:grpSpPr>
        <a:xfrm>
          <a:off x="0" y="0"/>
          <a:ext cx="0" cy="0"/>
          <a:chOff x="0" y="0"/>
          <a:chExt cx="0" cy="0"/>
        </a:xfrm>
      </p:grpSpPr>
      <p:pic>
        <p:nvPicPr>
          <p:cNvPr descr="Shape&#10;&#10;Description automatically generated with medium confidence" id="363" name="Google Shape;363;p60"/>
          <p:cNvPicPr preferRelativeResize="0"/>
          <p:nvPr/>
        </p:nvPicPr>
        <p:blipFill rotWithShape="1">
          <a:blip r:embed="rId2">
            <a:alphaModFix amt="15000"/>
          </a:blip>
          <a:srcRect b="0" l="0" r="0" t="0"/>
          <a:stretch/>
        </p:blipFill>
        <p:spPr>
          <a:xfrm>
            <a:off x="0" y="0"/>
            <a:ext cx="12192001" cy="6857999"/>
          </a:xfrm>
          <a:prstGeom prst="rect">
            <a:avLst/>
          </a:prstGeom>
          <a:noFill/>
          <a:ln>
            <a:noFill/>
          </a:ln>
        </p:spPr>
      </p:pic>
      <p:pic>
        <p:nvPicPr>
          <p:cNvPr descr="Shape&#10;&#10;Description automatically generated with medium confidence" id="364" name="Google Shape;364;p60"/>
          <p:cNvPicPr preferRelativeResize="0"/>
          <p:nvPr/>
        </p:nvPicPr>
        <p:blipFill rotWithShape="1">
          <a:blip r:embed="rId3">
            <a:alphaModFix amt="5000"/>
          </a:blip>
          <a:srcRect b="0" l="0" r="0" t="0"/>
          <a:stretch/>
        </p:blipFill>
        <p:spPr>
          <a:xfrm flipH="1">
            <a:off x="-1" y="-3"/>
            <a:ext cx="12192001" cy="6858002"/>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spTree>
      <p:nvGrpSpPr>
        <p:cNvPr id="365" name="Shape 365"/>
        <p:cNvGrpSpPr/>
        <p:nvPr/>
      </p:nvGrpSpPr>
      <p:grpSpPr>
        <a:xfrm>
          <a:off x="0" y="0"/>
          <a:ext cx="0" cy="0"/>
          <a:chOff x="0" y="0"/>
          <a:chExt cx="0" cy="0"/>
        </a:xfrm>
      </p:grpSpPr>
      <p:sp>
        <p:nvSpPr>
          <p:cNvPr id="366" name="Google Shape;366;p61"/>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67" name="Google Shape;367;p61"/>
          <p:cNvSpPr/>
          <p:nvPr/>
        </p:nvSpPr>
        <p:spPr>
          <a:xfrm>
            <a:off x="0" y="0"/>
            <a:ext cx="6096000" cy="6858000"/>
          </a:xfrm>
          <a:prstGeom prst="rect">
            <a:avLst/>
          </a:prstGeom>
          <a:gradFill>
            <a:gsLst>
              <a:gs pos="0">
                <a:srgbClr val="5C2074"/>
              </a:gs>
              <a:gs pos="100000">
                <a:srgbClr val="32123F"/>
              </a:gs>
            </a:gsLst>
            <a:lin ang="5400012" scaled="0"/>
          </a:gradFill>
          <a:ln>
            <a:noFill/>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Inter"/>
              <a:ea typeface="Inter"/>
              <a:cs typeface="Inter"/>
              <a:sym typeface="Inter"/>
            </a:endParaRPr>
          </a:p>
        </p:txBody>
      </p:sp>
      <p:pic>
        <p:nvPicPr>
          <p:cNvPr descr="A picture containing logo&#10;&#10;Description automatically generated" id="368" name="Google Shape;368;p61"/>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369" name="Google Shape;369;p61"/>
          <p:cNvSpPr txBox="1"/>
          <p:nvPr>
            <p:ph idx="1" type="body"/>
          </p:nvPr>
        </p:nvSpPr>
        <p:spPr>
          <a:xfrm>
            <a:off x="209550" y="143448"/>
            <a:ext cx="5629200" cy="591000"/>
          </a:xfrm>
          <a:prstGeom prst="rect">
            <a:avLst/>
          </a:prstGeom>
          <a:noFill/>
          <a:ln>
            <a:noFill/>
          </a:ln>
        </p:spPr>
        <p:txBody>
          <a:bodyPr anchorCtr="0" anchor="ctr" bIns="45700" lIns="45700" spcFirstLastPara="1" rIns="45700" wrap="square" tIns="45700">
            <a:noAutofit/>
          </a:bodyPr>
          <a:lstStyle>
            <a:lvl1pPr indent="-406400" lvl="0" marL="457200" marR="0" rtl="0" algn="l">
              <a:lnSpc>
                <a:spcPct val="90000"/>
              </a:lnSpc>
              <a:spcBef>
                <a:spcPts val="1000"/>
              </a:spcBef>
              <a:spcAft>
                <a:spcPts val="0"/>
              </a:spcAft>
              <a:buClr>
                <a:schemeClr val="lt1"/>
              </a:buClr>
              <a:buSzPts val="2800"/>
              <a:buFont typeface="Arial"/>
              <a:buChar char="•"/>
              <a:defRPr b="1" i="0" sz="2800" u="none" cap="none" strike="noStrike">
                <a:solidFill>
                  <a:schemeClr val="l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370" name="Google Shape;370;p61"/>
          <p:cNvSpPr txBox="1"/>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chemeClr val="accent1"/>
                </a:solidFill>
                <a:latin typeface="Arial"/>
                <a:ea typeface="Arial"/>
                <a:cs typeface="Arial"/>
                <a:sym typeface="Arial"/>
              </a:rPr>
              <a:t>‹#›</a:t>
            </a:fld>
            <a:endParaRPr b="0" i="0" sz="1400" u="none" cap="none" strike="noStrike">
              <a:solidFill>
                <a:schemeClr val="accent1"/>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hart - Purple">
  <p:cSld name="6_Chart - Purple">
    <p:bg>
      <p:bgPr>
        <a:gradFill>
          <a:gsLst>
            <a:gs pos="0">
              <a:srgbClr val="5C2074"/>
            </a:gs>
            <a:gs pos="25000">
              <a:srgbClr val="5C2074"/>
            </a:gs>
            <a:gs pos="90000">
              <a:srgbClr val="32123F"/>
            </a:gs>
            <a:gs pos="100000">
              <a:srgbClr val="32123F"/>
            </a:gs>
          </a:gsLst>
          <a:lin ang="5400012" scaled="0"/>
        </a:gradFill>
      </p:bgPr>
    </p:bg>
    <p:spTree>
      <p:nvGrpSpPr>
        <p:cNvPr id="371" name="Shape 371"/>
        <p:cNvGrpSpPr/>
        <p:nvPr/>
      </p:nvGrpSpPr>
      <p:grpSpPr>
        <a:xfrm>
          <a:off x="0" y="0"/>
          <a:ext cx="0" cy="0"/>
          <a:chOff x="0" y="0"/>
          <a:chExt cx="0" cy="0"/>
        </a:xfrm>
      </p:grpSpPr>
      <p:pic>
        <p:nvPicPr>
          <p:cNvPr descr="A picture containing logo&#10;&#10;Description automatically generated" id="372" name="Google Shape;372;p62"/>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373" name="Google Shape;373;p62"/>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74" name="Google Shape;374;p62"/>
          <p:cNvSpPr txBox="1"/>
          <p:nvPr/>
        </p:nvSpPr>
        <p:spPr>
          <a:xfrm>
            <a:off x="10210153" y="6543412"/>
            <a:ext cx="1408500" cy="215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BFBFBF"/>
                </a:solidFill>
                <a:latin typeface="Arial"/>
                <a:ea typeface="Arial"/>
                <a:cs typeface="Arial"/>
                <a:sym typeface="Arial"/>
              </a:rPr>
              <a:t>Private and confidential.</a:t>
            </a:r>
            <a:endParaRPr b="0" i="0" sz="1400" u="none" cap="none" strike="noStrike">
              <a:solidFill>
                <a:srgbClr val="000000"/>
              </a:solidFill>
              <a:latin typeface="Arial"/>
              <a:ea typeface="Arial"/>
              <a:cs typeface="Arial"/>
              <a:sym typeface="Arial"/>
            </a:endParaRPr>
          </a:p>
        </p:txBody>
      </p:sp>
      <p:sp>
        <p:nvSpPr>
          <p:cNvPr id="375" name="Google Shape;375;p62"/>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rtl="0" algn="l">
              <a:lnSpc>
                <a:spcPct val="90000"/>
              </a:lnSpc>
              <a:spcBef>
                <a:spcPts val="1000"/>
              </a:spcBef>
              <a:spcAft>
                <a:spcPts val="0"/>
              </a:spcAft>
              <a:buClr>
                <a:schemeClr val="lt1"/>
              </a:buClr>
              <a:buSzPts val="2800"/>
              <a:buFont typeface="Arial"/>
              <a:buNone/>
              <a:defRPr b="1" i="0" sz="2800" u="none" cap="none" strike="noStrike">
                <a:solidFill>
                  <a:schemeClr val="l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376" name="Google Shape;376;p62"/>
          <p:cNvSpPr txBox="1"/>
          <p:nvPr/>
        </p:nvSpPr>
        <p:spPr>
          <a:xfrm>
            <a:off x="11559540" y="6543412"/>
            <a:ext cx="519000" cy="226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5F3374"/>
                </a:solidFill>
                <a:latin typeface="Arial"/>
                <a:ea typeface="Arial"/>
                <a:cs typeface="Arial"/>
                <a:sym typeface="Arial"/>
              </a:rPr>
              <a:t>‹#›</a:t>
            </a:fld>
            <a:endParaRPr b="0" i="0" sz="1400" u="none" cap="none" strike="noStrike">
              <a:solidFill>
                <a:srgbClr val="5F3374"/>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377" name="Shape 377"/>
        <p:cNvGrpSpPr/>
        <p:nvPr/>
      </p:nvGrpSpPr>
      <p:grpSpPr>
        <a:xfrm>
          <a:off x="0" y="0"/>
          <a:ext cx="0" cy="0"/>
          <a:chOff x="0" y="0"/>
          <a:chExt cx="0" cy="0"/>
        </a:xfrm>
      </p:grpSpPr>
      <p:sp>
        <p:nvSpPr>
          <p:cNvPr id="378" name="Google Shape;378;p63"/>
          <p:cNvSpPr/>
          <p:nvPr/>
        </p:nvSpPr>
        <p:spPr>
          <a:xfrm>
            <a:off x="0" y="6357258"/>
            <a:ext cx="12192000" cy="500700"/>
          </a:xfrm>
          <a:prstGeom prst="rect">
            <a:avLst/>
          </a:prstGeom>
          <a:gradFill>
            <a:gsLst>
              <a:gs pos="0">
                <a:srgbClr val="1E0527"/>
              </a:gs>
              <a:gs pos="100000">
                <a:srgbClr val="4B0D61"/>
              </a:gs>
            </a:gsLst>
            <a:lin ang="0" scaled="0"/>
          </a:gradFill>
          <a:ln>
            <a:noFill/>
          </a:ln>
          <a:effectLst>
            <a:outerShdw blurRad="50800" rotWithShape="0" dir="16200000" dist="254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pen Sans"/>
              <a:ea typeface="Open Sans"/>
              <a:cs typeface="Open Sans"/>
              <a:sym typeface="Open Sans"/>
            </a:endParaRPr>
          </a:p>
        </p:txBody>
      </p:sp>
      <p:sp>
        <p:nvSpPr>
          <p:cNvPr id="379" name="Google Shape;379;p63"/>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rtl="0" algn="l">
              <a:lnSpc>
                <a:spcPct val="90000"/>
              </a:lnSpc>
              <a:spcBef>
                <a:spcPts val="1000"/>
              </a:spcBef>
              <a:spcAft>
                <a:spcPts val="0"/>
              </a:spcAft>
              <a:buClr>
                <a:schemeClr val="accent1"/>
              </a:buClr>
              <a:buSzPts val="2800"/>
              <a:buFont typeface="Arial"/>
              <a:buNone/>
              <a:defRPr b="1" i="0" sz="2800" u="none" cap="none" strike="noStrike">
                <a:solidFill>
                  <a:schemeClr val="accen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380" name="Google Shape;380;p63"/>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logo&#10;&#10;Description automatically generated" id="381" name="Google Shape;381;p63"/>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Slide">
  <p:cSld name="11_Title Slide">
    <p:spTree>
      <p:nvGrpSpPr>
        <p:cNvPr id="382" name="Shape 382"/>
        <p:cNvGrpSpPr/>
        <p:nvPr/>
      </p:nvGrpSpPr>
      <p:grpSpPr>
        <a:xfrm>
          <a:off x="0" y="0"/>
          <a:ext cx="0" cy="0"/>
          <a:chOff x="0" y="0"/>
          <a:chExt cx="0" cy="0"/>
        </a:xfrm>
      </p:grpSpPr>
      <p:sp>
        <p:nvSpPr>
          <p:cNvPr id="383" name="Google Shape;383;p64"/>
          <p:cNvSpPr/>
          <p:nvPr/>
        </p:nvSpPr>
        <p:spPr>
          <a:xfrm>
            <a:off x="8448676" y="0"/>
            <a:ext cx="3738943" cy="6858000"/>
          </a:xfrm>
          <a:custGeom>
            <a:rect b="b" l="l" r="r" t="t"/>
            <a:pathLst>
              <a:path extrusionOk="0" h="6858000" w="6391355">
                <a:moveTo>
                  <a:pt x="1050758" y="0"/>
                </a:moveTo>
                <a:lnTo>
                  <a:pt x="6391355" y="0"/>
                </a:lnTo>
                <a:lnTo>
                  <a:pt x="6391355" y="6858000"/>
                </a:lnTo>
                <a:lnTo>
                  <a:pt x="816654" y="6858000"/>
                </a:lnTo>
                <a:lnTo>
                  <a:pt x="669666" y="6571010"/>
                </a:lnTo>
                <a:cubicBezTo>
                  <a:pt x="240503" y="5680351"/>
                  <a:pt x="0" y="4681677"/>
                  <a:pt x="0" y="3626830"/>
                </a:cubicBezTo>
                <a:cubicBezTo>
                  <a:pt x="0" y="2337573"/>
                  <a:pt x="359270" y="1132228"/>
                  <a:pt x="983156" y="105449"/>
                </a:cubicBezTo>
                <a:lnTo>
                  <a:pt x="1050758" y="0"/>
                </a:lnTo>
                <a:close/>
              </a:path>
            </a:pathLst>
          </a:custGeom>
          <a:gradFill>
            <a:gsLst>
              <a:gs pos="0">
                <a:srgbClr val="5C2074"/>
              </a:gs>
              <a:gs pos="100000">
                <a:srgbClr val="32123F"/>
              </a:gs>
            </a:gsLst>
            <a:lin ang="5400012" scaled="0"/>
          </a:gradFill>
          <a:ln>
            <a:noFill/>
          </a:ln>
          <a:effectLst>
            <a:outerShdw blurRad="50800" rotWithShape="0" algn="tr" dir="8100000"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chemeClr val="dk1"/>
              </a:buClr>
              <a:buSzPts val="2800"/>
              <a:buFont typeface="Open Sans"/>
              <a:buNone/>
            </a:pPr>
            <a:r>
              <a:t/>
            </a:r>
            <a:endParaRPr b="0" i="0" sz="2800" u="none" cap="none" strike="noStrike">
              <a:solidFill>
                <a:srgbClr val="FFFFFF"/>
              </a:solidFill>
              <a:latin typeface="Roboto"/>
              <a:ea typeface="Roboto"/>
              <a:cs typeface="Roboto"/>
              <a:sym typeface="Roboto"/>
            </a:endParaRPr>
          </a:p>
        </p:txBody>
      </p:sp>
      <p:pic>
        <p:nvPicPr>
          <p:cNvPr descr="A picture containing logo&#10;&#10;Description automatically generated" id="384" name="Google Shape;384;p64"/>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385" name="Google Shape;385;p64"/>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rtl="0" algn="l">
              <a:lnSpc>
                <a:spcPct val="90000"/>
              </a:lnSpc>
              <a:spcBef>
                <a:spcPts val="1000"/>
              </a:spcBef>
              <a:spcAft>
                <a:spcPts val="0"/>
              </a:spcAft>
              <a:buClr>
                <a:schemeClr val="accent1"/>
              </a:buClr>
              <a:buSzPts val="2800"/>
              <a:buFont typeface="Arial"/>
              <a:buNone/>
              <a:defRPr b="1" i="0" sz="2800" u="none" cap="none" strike="noStrike">
                <a:solidFill>
                  <a:schemeClr val="accen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386" name="Google Shape;386;p64"/>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Slide">
  <p:cSld name="14_Title Slide">
    <p:spTree>
      <p:nvGrpSpPr>
        <p:cNvPr id="387" name="Shape 387"/>
        <p:cNvGrpSpPr/>
        <p:nvPr/>
      </p:nvGrpSpPr>
      <p:grpSpPr>
        <a:xfrm>
          <a:off x="0" y="0"/>
          <a:ext cx="0" cy="0"/>
          <a:chOff x="0" y="0"/>
          <a:chExt cx="0" cy="0"/>
        </a:xfrm>
      </p:grpSpPr>
      <p:sp>
        <p:nvSpPr>
          <p:cNvPr id="388" name="Google Shape;388;p65"/>
          <p:cNvSpPr/>
          <p:nvPr/>
        </p:nvSpPr>
        <p:spPr>
          <a:xfrm>
            <a:off x="8448676" y="0"/>
            <a:ext cx="3738943" cy="6858000"/>
          </a:xfrm>
          <a:custGeom>
            <a:rect b="b" l="l" r="r" t="t"/>
            <a:pathLst>
              <a:path extrusionOk="0" h="6858000" w="6391355">
                <a:moveTo>
                  <a:pt x="1050758" y="0"/>
                </a:moveTo>
                <a:lnTo>
                  <a:pt x="6391355" y="0"/>
                </a:lnTo>
                <a:lnTo>
                  <a:pt x="6391355" y="6858000"/>
                </a:lnTo>
                <a:lnTo>
                  <a:pt x="816654" y="6858000"/>
                </a:lnTo>
                <a:lnTo>
                  <a:pt x="669666" y="6571010"/>
                </a:lnTo>
                <a:cubicBezTo>
                  <a:pt x="240503" y="5680351"/>
                  <a:pt x="0" y="4681677"/>
                  <a:pt x="0" y="3626830"/>
                </a:cubicBezTo>
                <a:cubicBezTo>
                  <a:pt x="0" y="2337573"/>
                  <a:pt x="359270" y="1132228"/>
                  <a:pt x="983156" y="105449"/>
                </a:cubicBezTo>
                <a:lnTo>
                  <a:pt x="1050758" y="0"/>
                </a:lnTo>
                <a:close/>
              </a:path>
            </a:pathLst>
          </a:custGeom>
          <a:gradFill>
            <a:gsLst>
              <a:gs pos="0">
                <a:srgbClr val="5C2074"/>
              </a:gs>
              <a:gs pos="100000">
                <a:srgbClr val="32123F"/>
              </a:gs>
            </a:gsLst>
            <a:lin ang="5400012" scaled="0"/>
          </a:gradFill>
          <a:ln>
            <a:noFill/>
          </a:ln>
          <a:effectLst>
            <a:outerShdw blurRad="50800" rotWithShape="0" algn="tr" dir="8100000"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FFFFFF"/>
              </a:solidFill>
              <a:latin typeface="Roboto"/>
              <a:ea typeface="Roboto"/>
              <a:cs typeface="Roboto"/>
              <a:sym typeface="Roboto"/>
            </a:endParaRPr>
          </a:p>
        </p:txBody>
      </p:sp>
      <p:pic>
        <p:nvPicPr>
          <p:cNvPr descr="A picture containing logo&#10;&#10;Description automatically generated" id="389" name="Google Shape;389;p65"/>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390" name="Google Shape;390;p65"/>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rtl="0" algn="l">
              <a:lnSpc>
                <a:spcPct val="100000"/>
              </a:lnSpc>
              <a:spcBef>
                <a:spcPts val="0"/>
              </a:spcBef>
              <a:spcAft>
                <a:spcPts val="0"/>
              </a:spcAft>
              <a:buClr>
                <a:srgbClr val="000000"/>
              </a:buClr>
              <a:buSzPts val="2800"/>
              <a:buFont typeface="Arial"/>
              <a:buNone/>
              <a:defRPr b="1" i="0" sz="2800" u="none" cap="none" strike="noStrike">
                <a:solidFill>
                  <a:schemeClr val="accent1"/>
                </a:solidFill>
                <a:latin typeface="Inter"/>
                <a:ea typeface="Inter"/>
                <a:cs typeface="Inter"/>
                <a:sym typeface="Inter"/>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91" name="Google Shape;391;p65"/>
          <p:cNvSpPr txBox="1"/>
          <p:nvPr/>
        </p:nvSpPr>
        <p:spPr>
          <a:xfrm>
            <a:off x="10210153" y="6543412"/>
            <a:ext cx="1408500" cy="215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BFBFBF"/>
                </a:solidFill>
                <a:latin typeface="Arial"/>
                <a:ea typeface="Arial"/>
                <a:cs typeface="Arial"/>
                <a:sym typeface="Arial"/>
              </a:rPr>
              <a:t>Private and confidential.</a:t>
            </a:r>
            <a:endParaRPr b="0" i="0" sz="1400" u="none" cap="none" strike="noStrike">
              <a:solidFill>
                <a:srgbClr val="000000"/>
              </a:solidFill>
              <a:latin typeface="Arial"/>
              <a:ea typeface="Arial"/>
              <a:cs typeface="Arial"/>
              <a:sym typeface="Arial"/>
            </a:endParaRPr>
          </a:p>
        </p:txBody>
      </p:sp>
      <p:sp>
        <p:nvSpPr>
          <p:cNvPr id="392" name="Google Shape;392;p65"/>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ntent - Purple">
  <p:cSld name="Two Column Content - Purple">
    <p:bg>
      <p:bgPr>
        <a:gradFill>
          <a:gsLst>
            <a:gs pos="0">
              <a:srgbClr val="5C2074"/>
            </a:gs>
            <a:gs pos="25000">
              <a:srgbClr val="5C2074"/>
            </a:gs>
            <a:gs pos="90000">
              <a:srgbClr val="32123F"/>
            </a:gs>
            <a:gs pos="100000">
              <a:srgbClr val="32123F"/>
            </a:gs>
          </a:gsLst>
          <a:lin ang="5400012" scaled="0"/>
        </a:gradFill>
      </p:bgPr>
    </p:bg>
    <p:spTree>
      <p:nvGrpSpPr>
        <p:cNvPr id="393" name="Shape 393"/>
        <p:cNvGrpSpPr/>
        <p:nvPr/>
      </p:nvGrpSpPr>
      <p:grpSpPr>
        <a:xfrm>
          <a:off x="0" y="0"/>
          <a:ext cx="0" cy="0"/>
          <a:chOff x="0" y="0"/>
          <a:chExt cx="0" cy="0"/>
        </a:xfrm>
      </p:grpSpPr>
      <p:pic>
        <p:nvPicPr>
          <p:cNvPr descr="Shape&#10;&#10;Description automatically generated with medium confidence" id="394" name="Google Shape;394;p66"/>
          <p:cNvPicPr preferRelativeResize="0"/>
          <p:nvPr/>
        </p:nvPicPr>
        <p:blipFill rotWithShape="1">
          <a:blip r:embed="rId2">
            <a:alphaModFix amt="25000"/>
          </a:blip>
          <a:srcRect b="0" l="0" r="0" t="0"/>
          <a:stretch/>
        </p:blipFill>
        <p:spPr>
          <a:xfrm>
            <a:off x="0" y="0"/>
            <a:ext cx="12192001" cy="6857999"/>
          </a:xfrm>
          <a:prstGeom prst="rect">
            <a:avLst/>
          </a:prstGeom>
          <a:noFill/>
          <a:ln>
            <a:noFill/>
          </a:ln>
        </p:spPr>
      </p:pic>
      <p:grpSp>
        <p:nvGrpSpPr>
          <p:cNvPr id="395" name="Google Shape;395;p66"/>
          <p:cNvGrpSpPr/>
          <p:nvPr/>
        </p:nvGrpSpPr>
        <p:grpSpPr>
          <a:xfrm>
            <a:off x="9184538" y="-378350"/>
            <a:ext cx="1660421" cy="1666875"/>
            <a:chOff x="9184538" y="-378350"/>
            <a:chExt cx="1660421" cy="1666875"/>
          </a:xfrm>
        </p:grpSpPr>
        <p:sp>
          <p:nvSpPr>
            <p:cNvPr id="396" name="Google Shape;396;p66"/>
            <p:cNvSpPr/>
            <p:nvPr/>
          </p:nvSpPr>
          <p:spPr>
            <a:xfrm>
              <a:off x="9184538" y="-378350"/>
              <a:ext cx="1579800" cy="1579800"/>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397" name="Google Shape;397;p66"/>
            <p:cNvPicPr preferRelativeResize="0"/>
            <p:nvPr/>
          </p:nvPicPr>
          <p:blipFill rotWithShape="1">
            <a:blip r:embed="rId3">
              <a:alphaModFix/>
            </a:blip>
            <a:srcRect b="0" l="0" r="0" t="0"/>
            <a:stretch/>
          </p:blipFill>
          <p:spPr>
            <a:xfrm>
              <a:off x="9265042" y="-243516"/>
              <a:ext cx="1579917" cy="1532041"/>
            </a:xfrm>
            <a:prstGeom prst="rect">
              <a:avLst/>
            </a:prstGeom>
            <a:noFill/>
            <a:ln>
              <a:noFill/>
            </a:ln>
          </p:spPr>
        </p:pic>
      </p:grpSp>
      <p:sp>
        <p:nvSpPr>
          <p:cNvPr id="398" name="Google Shape;398;p66"/>
          <p:cNvSpPr txBox="1"/>
          <p:nvPr>
            <p:ph idx="1" type="body"/>
          </p:nvPr>
        </p:nvSpPr>
        <p:spPr>
          <a:xfrm>
            <a:off x="641350" y="2219325"/>
            <a:ext cx="4044900" cy="2419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10000"/>
              </a:lnSpc>
              <a:spcBef>
                <a:spcPts val="1000"/>
              </a:spcBef>
              <a:spcAft>
                <a:spcPts val="0"/>
              </a:spcAft>
              <a:buClr>
                <a:srgbClr val="000000"/>
              </a:buClr>
              <a:buSzPts val="2000"/>
              <a:buFont typeface="Arial"/>
              <a:buNone/>
              <a:defRPr b="1" i="0" sz="2000" u="none" cap="none" strike="noStrike">
                <a:solidFill>
                  <a:schemeClr val="accent6"/>
                </a:solidFill>
                <a:latin typeface="Inter"/>
                <a:ea typeface="Inter"/>
                <a:cs typeface="Inter"/>
                <a:sym typeface="Inter"/>
              </a:defRPr>
            </a:lvl1pPr>
            <a:lvl2pPr indent="-228600" lvl="1" marL="914400" marR="0" rtl="0" algn="l">
              <a:lnSpc>
                <a:spcPct val="110000"/>
              </a:lnSpc>
              <a:spcBef>
                <a:spcPts val="500"/>
              </a:spcBef>
              <a:spcAft>
                <a:spcPts val="0"/>
              </a:spcAft>
              <a:buClr>
                <a:srgbClr val="000000"/>
              </a:buClr>
              <a:buSzPts val="2000"/>
              <a:buFont typeface="Arial"/>
              <a:buNone/>
              <a:defRPr b="0" i="0" sz="2000" u="none" cap="none" strike="noStrike">
                <a:solidFill>
                  <a:srgbClr val="918898"/>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800"/>
              <a:buFont typeface="Arial"/>
              <a:buNone/>
              <a:defRPr b="0" i="0" sz="1800" u="none" cap="none" strike="noStrike">
                <a:solidFill>
                  <a:srgbClr val="918898"/>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600"/>
              <a:buFont typeface="Arial"/>
              <a:buNone/>
              <a:defRPr b="0" i="0" sz="1600" u="none" cap="none" strike="noStrike">
                <a:solidFill>
                  <a:srgbClr val="918898"/>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600"/>
              <a:buFont typeface="Arial"/>
              <a:buNone/>
              <a:defRPr b="0" i="0" sz="1600" u="none" cap="none" strike="noStrike">
                <a:solidFill>
                  <a:srgbClr val="918898"/>
                </a:solidFill>
                <a:latin typeface="Arial"/>
                <a:ea typeface="Arial"/>
                <a:cs typeface="Arial"/>
                <a:sym typeface="Arial"/>
              </a:defRPr>
            </a:lvl5pPr>
            <a:lvl6pPr indent="-228600" lvl="5" marL="27432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6pPr>
            <a:lvl7pPr indent="-228600" lvl="6" marL="32004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7pPr>
            <a:lvl8pPr indent="-228600" lvl="7" marL="36576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8pPr>
            <a:lvl9pPr indent="-228600" lvl="8" marL="41148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9pPr>
          </a:lstStyle>
          <a:p/>
        </p:txBody>
      </p:sp>
      <p:sp>
        <p:nvSpPr>
          <p:cNvPr id="399" name="Google Shape;399;p66"/>
          <p:cNvSpPr txBox="1"/>
          <p:nvPr>
            <p:ph idx="2" type="body"/>
          </p:nvPr>
        </p:nvSpPr>
        <p:spPr>
          <a:xfrm>
            <a:off x="6096000" y="2219325"/>
            <a:ext cx="5410200" cy="2419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10000"/>
              </a:lnSpc>
              <a:spcBef>
                <a:spcPts val="1000"/>
              </a:spcBef>
              <a:spcAft>
                <a:spcPts val="0"/>
              </a:spcAft>
              <a:buClr>
                <a:srgbClr val="000000"/>
              </a:buClr>
              <a:buSzPts val="1400"/>
              <a:buFont typeface="Arial"/>
              <a:buNone/>
              <a:defRPr b="0" i="0" sz="1400" u="none" cap="none" strike="noStrike">
                <a:solidFill>
                  <a:schemeClr val="accent6"/>
                </a:solidFill>
                <a:latin typeface="Inter"/>
                <a:ea typeface="Inter"/>
                <a:cs typeface="Inter"/>
                <a:sym typeface="Inter"/>
              </a:defRPr>
            </a:lvl1pPr>
            <a:lvl2pPr indent="-228600" lvl="1" marL="914400" marR="0" rtl="0" algn="l">
              <a:lnSpc>
                <a:spcPct val="110000"/>
              </a:lnSpc>
              <a:spcBef>
                <a:spcPts val="500"/>
              </a:spcBef>
              <a:spcAft>
                <a:spcPts val="0"/>
              </a:spcAft>
              <a:buClr>
                <a:srgbClr val="000000"/>
              </a:buClr>
              <a:buSzPts val="2000"/>
              <a:buFont typeface="Arial"/>
              <a:buNone/>
              <a:defRPr b="0" i="0" sz="2000" u="none" cap="none" strike="noStrike">
                <a:solidFill>
                  <a:srgbClr val="918898"/>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800"/>
              <a:buFont typeface="Arial"/>
              <a:buNone/>
              <a:defRPr b="0" i="0" sz="1800" u="none" cap="none" strike="noStrike">
                <a:solidFill>
                  <a:srgbClr val="918898"/>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600"/>
              <a:buFont typeface="Arial"/>
              <a:buNone/>
              <a:defRPr b="0" i="0" sz="1600" u="none" cap="none" strike="noStrike">
                <a:solidFill>
                  <a:srgbClr val="918898"/>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600"/>
              <a:buFont typeface="Arial"/>
              <a:buNone/>
              <a:defRPr b="0" i="0" sz="1600" u="none" cap="none" strike="noStrike">
                <a:solidFill>
                  <a:srgbClr val="918898"/>
                </a:solidFill>
                <a:latin typeface="Arial"/>
                <a:ea typeface="Arial"/>
                <a:cs typeface="Arial"/>
                <a:sym typeface="Arial"/>
              </a:defRPr>
            </a:lvl5pPr>
            <a:lvl6pPr indent="-228600" lvl="5" marL="27432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6pPr>
            <a:lvl7pPr indent="-228600" lvl="6" marL="32004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7pPr>
            <a:lvl8pPr indent="-228600" lvl="7" marL="36576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8pPr>
            <a:lvl9pPr indent="-228600" lvl="8" marL="41148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9pPr>
          </a:lstStyle>
          <a:p/>
        </p:txBody>
      </p:sp>
      <p:sp>
        <p:nvSpPr>
          <p:cNvPr id="400" name="Google Shape;400;p66"/>
          <p:cNvSpPr txBox="1"/>
          <p:nvPr>
            <p:ph idx="11" type="ftr"/>
          </p:nvPr>
        </p:nvSpPr>
        <p:spPr>
          <a:xfrm>
            <a:off x="1447800" y="6199340"/>
            <a:ext cx="6572400" cy="406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01" name="Google Shape;401;p66"/>
          <p:cNvSpPr/>
          <p:nvPr/>
        </p:nvSpPr>
        <p:spPr>
          <a:xfrm>
            <a:off x="8799236" y="1049169"/>
            <a:ext cx="304800" cy="304800"/>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02" name="Google Shape;402;p66"/>
          <p:cNvPicPr preferRelativeResize="0"/>
          <p:nvPr/>
        </p:nvPicPr>
        <p:blipFill rotWithShape="1">
          <a:blip r:embed="rId4">
            <a:alphaModFix/>
          </a:blip>
          <a:srcRect b="0" l="0" r="0" t="0"/>
          <a:stretch/>
        </p:blipFill>
        <p:spPr>
          <a:xfrm>
            <a:off x="707572" y="6155037"/>
            <a:ext cx="482600" cy="495300"/>
          </a:xfrm>
          <a:prstGeom prst="rect">
            <a:avLst/>
          </a:prstGeom>
          <a:noFill/>
          <a:ln>
            <a:noFill/>
          </a:ln>
        </p:spPr>
      </p:pic>
      <p:sp>
        <p:nvSpPr>
          <p:cNvPr id="403" name="Google Shape;403;p66"/>
          <p:cNvSpPr txBox="1"/>
          <p:nvPr/>
        </p:nvSpPr>
        <p:spPr>
          <a:xfrm>
            <a:off x="11008154" y="6264187"/>
            <a:ext cx="922500" cy="2769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
        <p:nvSpPr>
          <p:cNvPr id="404" name="Google Shape;404;p66"/>
          <p:cNvSpPr txBox="1"/>
          <p:nvPr>
            <p:ph type="title"/>
          </p:nvPr>
        </p:nvSpPr>
        <p:spPr>
          <a:xfrm>
            <a:off x="641351" y="1470991"/>
            <a:ext cx="7715700" cy="72600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lt1"/>
              </a:buClr>
              <a:buSzPts val="3200"/>
              <a:buFont typeface="Arial"/>
              <a:buNone/>
              <a:defRPr b="1" i="0" sz="32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300"/>
                                        <p:tgtEl>
                                          <p:spTgt spid="395"/>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300"/>
                                        <p:tgtEl>
                                          <p:spTgt spid="4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Slide">
  <p:cSld name="9_Title Slide">
    <p:spTree>
      <p:nvGrpSpPr>
        <p:cNvPr id="405" name="Shape 405"/>
        <p:cNvGrpSpPr/>
        <p:nvPr/>
      </p:nvGrpSpPr>
      <p:grpSpPr>
        <a:xfrm>
          <a:off x="0" y="0"/>
          <a:ext cx="0" cy="0"/>
          <a:chOff x="0" y="0"/>
          <a:chExt cx="0" cy="0"/>
        </a:xfrm>
      </p:grpSpPr>
      <p:pic>
        <p:nvPicPr>
          <p:cNvPr descr="A picture containing logo&#10;&#10;Description automatically generated" id="406" name="Google Shape;406;p67"/>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407" name="Google Shape;407;p67"/>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rtl="0" algn="l">
              <a:lnSpc>
                <a:spcPct val="90000"/>
              </a:lnSpc>
              <a:spcBef>
                <a:spcPts val="1000"/>
              </a:spcBef>
              <a:spcAft>
                <a:spcPts val="0"/>
              </a:spcAft>
              <a:buClr>
                <a:schemeClr val="accent1"/>
              </a:buClr>
              <a:buSzPts val="2800"/>
              <a:buFont typeface="Arial"/>
              <a:buNone/>
              <a:defRPr b="1" i="0" sz="2800" u="none" cap="none" strike="noStrike">
                <a:solidFill>
                  <a:schemeClr val="accen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 Purple">
  <p:cSld name="Chart - Purple">
    <p:bg>
      <p:bgPr>
        <a:gradFill>
          <a:gsLst>
            <a:gs pos="0">
              <a:srgbClr val="5C2074"/>
            </a:gs>
            <a:gs pos="25000">
              <a:srgbClr val="5C2074"/>
            </a:gs>
            <a:gs pos="90000">
              <a:srgbClr val="32123F"/>
            </a:gs>
            <a:gs pos="100000">
              <a:srgbClr val="32123F"/>
            </a:gs>
          </a:gsLst>
          <a:lin ang="5400012" scaled="0"/>
        </a:gradFill>
      </p:bgPr>
    </p:bg>
    <p:spTree>
      <p:nvGrpSpPr>
        <p:cNvPr id="408" name="Shape 408"/>
        <p:cNvGrpSpPr/>
        <p:nvPr/>
      </p:nvGrpSpPr>
      <p:grpSpPr>
        <a:xfrm>
          <a:off x="0" y="0"/>
          <a:ext cx="0" cy="0"/>
          <a:chOff x="0" y="0"/>
          <a:chExt cx="0" cy="0"/>
        </a:xfrm>
      </p:grpSpPr>
      <p:pic>
        <p:nvPicPr>
          <p:cNvPr descr="Shape&#10;&#10;Description automatically generated with medium confidence" id="409" name="Google Shape;409;p68"/>
          <p:cNvPicPr preferRelativeResize="0"/>
          <p:nvPr/>
        </p:nvPicPr>
        <p:blipFill rotWithShape="1">
          <a:blip r:embed="rId2">
            <a:alphaModFix amt="15000"/>
          </a:blip>
          <a:srcRect b="0" l="0" r="0" t="0"/>
          <a:stretch/>
        </p:blipFill>
        <p:spPr>
          <a:xfrm>
            <a:off x="0" y="0"/>
            <a:ext cx="12192001" cy="6857999"/>
          </a:xfrm>
          <a:prstGeom prst="rect">
            <a:avLst/>
          </a:prstGeom>
          <a:noFill/>
          <a:ln>
            <a:noFill/>
          </a:ln>
        </p:spPr>
      </p:pic>
      <p:sp>
        <p:nvSpPr>
          <p:cNvPr id="410" name="Google Shape;410;p68"/>
          <p:cNvSpPr/>
          <p:nvPr>
            <p:ph idx="2" type="chart"/>
          </p:nvPr>
        </p:nvSpPr>
        <p:spPr>
          <a:xfrm>
            <a:off x="2216150" y="616502"/>
            <a:ext cx="7772400" cy="5008500"/>
          </a:xfrm>
          <a:prstGeom prst="rect">
            <a:avLst/>
          </a:prstGeom>
          <a:noFill/>
          <a:ln>
            <a:noFill/>
          </a:ln>
        </p:spPr>
        <p:txBody>
          <a:bodyPr anchorCtr="0" anchor="t" bIns="45700" lIns="91425" spcFirstLastPara="1" rIns="91425" wrap="square" tIns="45700">
            <a:noAutofit/>
          </a:bodyPr>
          <a:lstStyle>
            <a:lvl1pPr lvl="0" marR="0" rtl="0" algn="l">
              <a:lnSpc>
                <a:spcPct val="110000"/>
              </a:lnSpc>
              <a:spcBef>
                <a:spcPts val="1000"/>
              </a:spcBef>
              <a:spcAft>
                <a:spcPts val="0"/>
              </a:spcAft>
              <a:buClr>
                <a:srgbClr val="E070EA"/>
              </a:buClr>
              <a:buSzPts val="1400"/>
              <a:buFont typeface="Arial"/>
              <a:buChar char="•"/>
              <a:defRPr b="0" i="0" sz="1400" u="none" cap="none" strike="noStrike">
                <a:solidFill>
                  <a:schemeClr val="accent6"/>
                </a:solidFill>
                <a:latin typeface="Arial"/>
                <a:ea typeface="Arial"/>
                <a:cs typeface="Arial"/>
                <a:sym typeface="Arial"/>
              </a:defRPr>
            </a:lvl1pPr>
            <a:lvl2pPr lvl="1"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2pPr>
            <a:lvl3pPr lvl="2"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3pPr>
            <a:lvl4pPr lvl="3"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4pPr>
            <a:lvl5pPr lvl="4"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11" name="Google Shape;411;p68"/>
          <p:cNvSpPr/>
          <p:nvPr/>
        </p:nvSpPr>
        <p:spPr>
          <a:xfrm>
            <a:off x="-2460710" y="-2097727"/>
            <a:ext cx="3908400" cy="3908400"/>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chemeClr val="lt1"/>
              </a:solidFill>
              <a:latin typeface="Arial"/>
              <a:ea typeface="Arial"/>
              <a:cs typeface="Arial"/>
              <a:sym typeface="Arial"/>
            </a:endParaRPr>
          </a:p>
        </p:txBody>
      </p:sp>
      <p:sp>
        <p:nvSpPr>
          <p:cNvPr id="412" name="Google Shape;412;p68"/>
          <p:cNvSpPr/>
          <p:nvPr/>
        </p:nvSpPr>
        <p:spPr>
          <a:xfrm>
            <a:off x="9514389" y="-921808"/>
            <a:ext cx="1401600" cy="1401600"/>
          </a:xfrm>
          <a:prstGeom prst="ellipse">
            <a:avLst/>
          </a:prstGeom>
          <a:noFill/>
          <a:ln cap="flat" cmpd="sng" w="50800">
            <a:solidFill>
              <a:srgbClr val="E070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chemeClr val="lt1"/>
              </a:solidFill>
              <a:latin typeface="Arial"/>
              <a:ea typeface="Arial"/>
              <a:cs typeface="Arial"/>
              <a:sym typeface="Arial"/>
            </a:endParaRPr>
          </a:p>
        </p:txBody>
      </p:sp>
      <p:sp>
        <p:nvSpPr>
          <p:cNvPr id="413" name="Google Shape;413;p68"/>
          <p:cNvSpPr/>
          <p:nvPr/>
        </p:nvSpPr>
        <p:spPr>
          <a:xfrm>
            <a:off x="950388" y="802820"/>
            <a:ext cx="312600" cy="312600"/>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chemeClr val="lt1"/>
              </a:solidFill>
              <a:latin typeface="Arial"/>
              <a:ea typeface="Arial"/>
              <a:cs typeface="Arial"/>
              <a:sym typeface="Arial"/>
            </a:endParaRPr>
          </a:p>
        </p:txBody>
      </p:sp>
      <p:sp>
        <p:nvSpPr>
          <p:cNvPr id="414" name="Google Shape;414;p68"/>
          <p:cNvSpPr/>
          <p:nvPr/>
        </p:nvSpPr>
        <p:spPr>
          <a:xfrm>
            <a:off x="10486662" y="3721393"/>
            <a:ext cx="2478000" cy="2478000"/>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chemeClr val="lt1"/>
              </a:solidFill>
              <a:latin typeface="Arial"/>
              <a:ea typeface="Arial"/>
              <a:cs typeface="Arial"/>
              <a:sym typeface="Arial"/>
            </a:endParaRPr>
          </a:p>
        </p:txBody>
      </p:sp>
      <p:sp>
        <p:nvSpPr>
          <p:cNvPr id="415" name="Google Shape;415;p68"/>
          <p:cNvSpPr/>
          <p:nvPr/>
        </p:nvSpPr>
        <p:spPr>
          <a:xfrm rot="-2700000">
            <a:off x="12015813" y="2703918"/>
            <a:ext cx="600758" cy="600758"/>
          </a:xfrm>
          <a:prstGeom prst="ellipse">
            <a:avLst/>
          </a:prstGeom>
          <a:gradFill>
            <a:gsLst>
              <a:gs pos="0">
                <a:srgbClr val="E070EA"/>
              </a:gs>
              <a:gs pos="100000">
                <a:srgbClr val="6567D6"/>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chemeClr val="lt1"/>
              </a:solidFill>
              <a:latin typeface="Arial"/>
              <a:ea typeface="Arial"/>
              <a:cs typeface="Arial"/>
              <a:sym typeface="Arial"/>
            </a:endParaRPr>
          </a:p>
        </p:txBody>
      </p:sp>
      <p:sp>
        <p:nvSpPr>
          <p:cNvPr id="416" name="Google Shape;416;p68"/>
          <p:cNvSpPr txBox="1"/>
          <p:nvPr>
            <p:ph idx="11" type="ftr"/>
          </p:nvPr>
        </p:nvSpPr>
        <p:spPr>
          <a:xfrm>
            <a:off x="1447800" y="6199340"/>
            <a:ext cx="6572400" cy="406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lt1"/>
              </a:buClr>
              <a:buSzPts val="1400"/>
              <a:buFont typeface="Arial"/>
              <a:buNone/>
              <a:defRPr b="0" i="0" sz="11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dk1"/>
              </a:buClr>
              <a:buSzPts val="1400"/>
              <a:buFont typeface="Open Sans"/>
              <a:buNone/>
              <a:defRPr b="0" i="0" sz="1800" u="none" cap="none" strike="noStrike">
                <a:solidFill>
                  <a:schemeClr val="dk1"/>
                </a:solidFill>
                <a:latin typeface="Open Sans"/>
                <a:ea typeface="Open Sans"/>
                <a:cs typeface="Open Sans"/>
                <a:sym typeface="Open Sans"/>
              </a:defRPr>
            </a:lvl2pPr>
            <a:lvl3pPr lvl="2" marR="0" rtl="0" algn="l">
              <a:lnSpc>
                <a:spcPct val="100000"/>
              </a:lnSpc>
              <a:spcBef>
                <a:spcPts val="0"/>
              </a:spcBef>
              <a:spcAft>
                <a:spcPts val="0"/>
              </a:spcAft>
              <a:buClr>
                <a:schemeClr val="dk1"/>
              </a:buClr>
              <a:buSzPts val="1400"/>
              <a:buFont typeface="Open Sans"/>
              <a:buNone/>
              <a:defRPr b="0" i="0" sz="1800" u="none" cap="none" strike="noStrike">
                <a:solidFill>
                  <a:schemeClr val="dk1"/>
                </a:solidFill>
                <a:latin typeface="Open Sans"/>
                <a:ea typeface="Open Sans"/>
                <a:cs typeface="Open Sans"/>
                <a:sym typeface="Open Sans"/>
              </a:defRPr>
            </a:lvl3pPr>
            <a:lvl4pPr lvl="3" marR="0" rtl="0" algn="l">
              <a:lnSpc>
                <a:spcPct val="100000"/>
              </a:lnSpc>
              <a:spcBef>
                <a:spcPts val="0"/>
              </a:spcBef>
              <a:spcAft>
                <a:spcPts val="0"/>
              </a:spcAft>
              <a:buClr>
                <a:schemeClr val="dk1"/>
              </a:buClr>
              <a:buSzPts val="1400"/>
              <a:buFont typeface="Open Sans"/>
              <a:buNone/>
              <a:defRPr b="0" i="0" sz="1800" u="none" cap="none" strike="noStrike">
                <a:solidFill>
                  <a:schemeClr val="dk1"/>
                </a:solidFill>
                <a:latin typeface="Open Sans"/>
                <a:ea typeface="Open Sans"/>
                <a:cs typeface="Open Sans"/>
                <a:sym typeface="Open Sans"/>
              </a:defRPr>
            </a:lvl4pPr>
            <a:lvl5pPr lvl="4" marR="0" rtl="0" algn="l">
              <a:lnSpc>
                <a:spcPct val="100000"/>
              </a:lnSpc>
              <a:spcBef>
                <a:spcPts val="0"/>
              </a:spcBef>
              <a:spcAft>
                <a:spcPts val="0"/>
              </a:spcAft>
              <a:buClr>
                <a:schemeClr val="dk1"/>
              </a:buClr>
              <a:buSzPts val="1400"/>
              <a:buFont typeface="Open Sans"/>
              <a:buNone/>
              <a:defRPr b="0" i="0" sz="1800" u="none" cap="none" strike="noStrike">
                <a:solidFill>
                  <a:schemeClr val="dk1"/>
                </a:solidFill>
                <a:latin typeface="Open Sans"/>
                <a:ea typeface="Open Sans"/>
                <a:cs typeface="Open Sans"/>
                <a:sym typeface="Open Sans"/>
              </a:defRPr>
            </a:lvl5pPr>
            <a:lvl6pPr lvl="5" marR="0" rtl="0" algn="l">
              <a:lnSpc>
                <a:spcPct val="100000"/>
              </a:lnSpc>
              <a:spcBef>
                <a:spcPts val="0"/>
              </a:spcBef>
              <a:spcAft>
                <a:spcPts val="0"/>
              </a:spcAft>
              <a:buClr>
                <a:schemeClr val="dk1"/>
              </a:buClr>
              <a:buSzPts val="1400"/>
              <a:buFont typeface="Open Sans"/>
              <a:buNone/>
              <a:defRPr b="0" i="0" sz="1800" u="none" cap="none" strike="noStrike">
                <a:solidFill>
                  <a:schemeClr val="dk1"/>
                </a:solidFill>
                <a:latin typeface="Open Sans"/>
                <a:ea typeface="Open Sans"/>
                <a:cs typeface="Open Sans"/>
                <a:sym typeface="Open Sans"/>
              </a:defRPr>
            </a:lvl6pPr>
            <a:lvl7pPr lvl="6" marR="0" rtl="0" algn="l">
              <a:lnSpc>
                <a:spcPct val="100000"/>
              </a:lnSpc>
              <a:spcBef>
                <a:spcPts val="0"/>
              </a:spcBef>
              <a:spcAft>
                <a:spcPts val="0"/>
              </a:spcAft>
              <a:buClr>
                <a:schemeClr val="dk1"/>
              </a:buClr>
              <a:buSzPts val="1400"/>
              <a:buFont typeface="Open Sans"/>
              <a:buNone/>
              <a:defRPr b="0" i="0" sz="1800" u="none" cap="none" strike="noStrike">
                <a:solidFill>
                  <a:schemeClr val="dk1"/>
                </a:solidFill>
                <a:latin typeface="Open Sans"/>
                <a:ea typeface="Open Sans"/>
                <a:cs typeface="Open Sans"/>
                <a:sym typeface="Open Sans"/>
              </a:defRPr>
            </a:lvl7pPr>
            <a:lvl8pPr lvl="7" marR="0" rtl="0" algn="l">
              <a:lnSpc>
                <a:spcPct val="100000"/>
              </a:lnSpc>
              <a:spcBef>
                <a:spcPts val="0"/>
              </a:spcBef>
              <a:spcAft>
                <a:spcPts val="0"/>
              </a:spcAft>
              <a:buClr>
                <a:schemeClr val="dk1"/>
              </a:buClr>
              <a:buSzPts val="1400"/>
              <a:buFont typeface="Open Sans"/>
              <a:buNone/>
              <a:defRPr b="0" i="0" sz="1800" u="none" cap="none" strike="noStrike">
                <a:solidFill>
                  <a:schemeClr val="dk1"/>
                </a:solidFill>
                <a:latin typeface="Open Sans"/>
                <a:ea typeface="Open Sans"/>
                <a:cs typeface="Open Sans"/>
                <a:sym typeface="Open Sans"/>
              </a:defRPr>
            </a:lvl8pPr>
            <a:lvl9pPr lvl="8" marR="0" rtl="0" algn="l">
              <a:lnSpc>
                <a:spcPct val="100000"/>
              </a:lnSpc>
              <a:spcBef>
                <a:spcPts val="0"/>
              </a:spcBef>
              <a:spcAft>
                <a:spcPts val="0"/>
              </a:spcAft>
              <a:buClr>
                <a:schemeClr val="dk1"/>
              </a:buClr>
              <a:buSzPts val="1400"/>
              <a:buFont typeface="Open Sans"/>
              <a:buNone/>
              <a:defRPr b="0" i="0" sz="1800" u="none" cap="none" strike="noStrike">
                <a:solidFill>
                  <a:schemeClr val="dk1"/>
                </a:solidFill>
                <a:latin typeface="Open Sans"/>
                <a:ea typeface="Open Sans"/>
                <a:cs typeface="Open Sans"/>
                <a:sym typeface="Open Sans"/>
              </a:defRPr>
            </a:lvl9pPr>
          </a:lstStyle>
          <a:p/>
        </p:txBody>
      </p:sp>
      <p:pic>
        <p:nvPicPr>
          <p:cNvPr id="417" name="Google Shape;417;p68"/>
          <p:cNvPicPr preferRelativeResize="0"/>
          <p:nvPr/>
        </p:nvPicPr>
        <p:blipFill rotWithShape="1">
          <a:blip r:embed="rId3">
            <a:alphaModFix/>
          </a:blip>
          <a:srcRect b="0" l="0" r="0" t="0"/>
          <a:stretch/>
        </p:blipFill>
        <p:spPr>
          <a:xfrm>
            <a:off x="707572" y="6155037"/>
            <a:ext cx="482600" cy="495300"/>
          </a:xfrm>
          <a:prstGeom prst="rect">
            <a:avLst/>
          </a:prstGeom>
          <a:noFill/>
          <a:ln>
            <a:noFill/>
          </a:ln>
        </p:spPr>
      </p:pic>
      <p:sp>
        <p:nvSpPr>
          <p:cNvPr id="418" name="Google Shape;418;p68"/>
          <p:cNvSpPr txBox="1"/>
          <p:nvPr/>
        </p:nvSpPr>
        <p:spPr>
          <a:xfrm>
            <a:off x="11008154" y="6264187"/>
            <a:ext cx="922500" cy="2769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chemeClr val="lt2"/>
              </a:buClr>
              <a:buSzPts val="1200"/>
              <a:buFont typeface="Arial"/>
              <a:buNone/>
            </a:pPr>
            <a:fld id="{00000000-1234-1234-1234-123412341234}" type="slidenum">
              <a:rPr b="0" i="0" lang="en-US" sz="1200" u="none" cap="none" strike="noStrike">
                <a:solidFill>
                  <a:schemeClr val="lt2"/>
                </a:solidFill>
                <a:latin typeface="Arial"/>
                <a:ea typeface="Arial"/>
                <a:cs typeface="Arial"/>
                <a:sym typeface="Arial"/>
              </a:rPr>
              <a:t>‹#›</a:t>
            </a:fld>
            <a:endParaRPr b="0" i="0" sz="1200" u="none" cap="none" strike="noStrike">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300"/>
                                        <p:tgtEl>
                                          <p:spTgt spid="411"/>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300"/>
                                        <p:tgtEl>
                                          <p:spTgt spid="413"/>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300"/>
                                        <p:tgtEl>
                                          <p:spTgt spid="412"/>
                                        </p:tgtEl>
                                      </p:cBhvr>
                                    </p:animEffect>
                                  </p:childTnLst>
                                </p:cTn>
                              </p:par>
                            </p:childTnLst>
                          </p:cTn>
                        </p:par>
                        <p:par>
                          <p:cTn fill="hold">
                            <p:stCondLst>
                              <p:cond delay="900"/>
                            </p:stCondLst>
                            <p:childTnLst>
                              <p:par>
                                <p:cTn fill="hold" nodeType="after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300"/>
                                        <p:tgtEl>
                                          <p:spTgt spid="415"/>
                                        </p:tgtEl>
                                      </p:cBhvr>
                                    </p:animEffect>
                                  </p:childTnLst>
                                </p:cTn>
                              </p:par>
                            </p:childTnLst>
                          </p:cTn>
                        </p:par>
                        <p:par>
                          <p:cTn fill="hold">
                            <p:stCondLst>
                              <p:cond delay="1200"/>
                            </p:stCondLst>
                            <p:childTnLst>
                              <p:par>
                                <p:cTn fill="hold" nodeType="after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3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Slide">
  <p:cSld name="8_Title Slide">
    <p:spTree>
      <p:nvGrpSpPr>
        <p:cNvPr id="419" name="Shape 419"/>
        <p:cNvGrpSpPr/>
        <p:nvPr/>
      </p:nvGrpSpPr>
      <p:grpSpPr>
        <a:xfrm>
          <a:off x="0" y="0"/>
          <a:ext cx="0" cy="0"/>
          <a:chOff x="0" y="0"/>
          <a:chExt cx="0" cy="0"/>
        </a:xfrm>
      </p:grpSpPr>
      <p:sp>
        <p:nvSpPr>
          <p:cNvPr id="420" name="Google Shape;420;p69"/>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21" name="Google Shape;421;p69"/>
          <p:cNvSpPr/>
          <p:nvPr/>
        </p:nvSpPr>
        <p:spPr>
          <a:xfrm>
            <a:off x="0" y="0"/>
            <a:ext cx="7785000" cy="6858000"/>
          </a:xfrm>
          <a:prstGeom prst="rect">
            <a:avLst/>
          </a:prstGeom>
          <a:gradFill>
            <a:gsLst>
              <a:gs pos="0">
                <a:srgbClr val="5C2074"/>
              </a:gs>
              <a:gs pos="100000">
                <a:srgbClr val="32123F"/>
              </a:gs>
            </a:gsLst>
            <a:lin ang="5400012" scaled="0"/>
          </a:gradFill>
          <a:ln>
            <a:noFill/>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picture containing logo&#10;&#10;Description automatically generated" id="422" name="Google Shape;422;p69"/>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423" name="Google Shape;423;p69"/>
          <p:cNvSpPr txBox="1"/>
          <p:nvPr>
            <p:ph idx="1" type="body"/>
          </p:nvPr>
        </p:nvSpPr>
        <p:spPr>
          <a:xfrm>
            <a:off x="209550" y="143448"/>
            <a:ext cx="5629200" cy="591000"/>
          </a:xfrm>
          <a:prstGeom prst="rect">
            <a:avLst/>
          </a:prstGeom>
          <a:noFill/>
          <a:ln>
            <a:noFill/>
          </a:ln>
        </p:spPr>
        <p:txBody>
          <a:bodyPr anchorCtr="0" anchor="ctr" bIns="45700" lIns="45700" spcFirstLastPara="1" rIns="45700" wrap="square" tIns="45700">
            <a:noAutofit/>
          </a:bodyPr>
          <a:lstStyle>
            <a:lvl1pPr indent="-406400" lvl="0" marL="457200" marR="0" rtl="0" algn="l">
              <a:lnSpc>
                <a:spcPct val="90000"/>
              </a:lnSpc>
              <a:spcBef>
                <a:spcPts val="1000"/>
              </a:spcBef>
              <a:spcAft>
                <a:spcPts val="0"/>
              </a:spcAft>
              <a:buClr>
                <a:schemeClr val="lt1"/>
              </a:buClr>
              <a:buSzPts val="2800"/>
              <a:buFont typeface="Arial"/>
              <a:buChar char="•"/>
              <a:defRPr b="1" i="0" sz="2800" u="none" cap="none" strike="noStrike">
                <a:solidFill>
                  <a:schemeClr val="l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
  <p:cSld name="6_Title Slide">
    <p:spTree>
      <p:nvGrpSpPr>
        <p:cNvPr id="424" name="Shape 424"/>
        <p:cNvGrpSpPr/>
        <p:nvPr/>
      </p:nvGrpSpPr>
      <p:grpSpPr>
        <a:xfrm>
          <a:off x="0" y="0"/>
          <a:ext cx="0" cy="0"/>
          <a:chOff x="0" y="0"/>
          <a:chExt cx="0" cy="0"/>
        </a:xfrm>
      </p:grpSpPr>
      <p:sp>
        <p:nvSpPr>
          <p:cNvPr id="425" name="Google Shape;425;p70"/>
          <p:cNvSpPr/>
          <p:nvPr/>
        </p:nvSpPr>
        <p:spPr>
          <a:xfrm>
            <a:off x="2" y="1262744"/>
            <a:ext cx="12192000" cy="5595300"/>
          </a:xfrm>
          <a:prstGeom prst="rect">
            <a:avLst/>
          </a:prstGeom>
          <a:gradFill>
            <a:gsLst>
              <a:gs pos="0">
                <a:srgbClr val="5C2074"/>
              </a:gs>
              <a:gs pos="100000">
                <a:srgbClr val="32123F"/>
              </a:gs>
            </a:gsLst>
            <a:lin ang="5400012" scaled="0"/>
          </a:gradFill>
          <a:ln>
            <a:noFill/>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
        <p:nvSpPr>
          <p:cNvPr id="426" name="Google Shape;426;p70"/>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logo&#10;&#10;Description automatically generated" id="427" name="Google Shape;427;p70"/>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428" name="Google Shape;428;p70"/>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rtl="0" algn="l">
              <a:lnSpc>
                <a:spcPct val="90000"/>
              </a:lnSpc>
              <a:spcBef>
                <a:spcPts val="1000"/>
              </a:spcBef>
              <a:spcAft>
                <a:spcPts val="0"/>
              </a:spcAft>
              <a:buClr>
                <a:schemeClr val="accent1"/>
              </a:buClr>
              <a:buSzPts val="2800"/>
              <a:buFont typeface="Arial"/>
              <a:buNone/>
              <a:defRPr b="1" i="0" sz="2800" u="none" cap="none" strike="noStrike">
                <a:solidFill>
                  <a:schemeClr val="accen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p:cSld name="4_Title Slide">
    <p:spTree>
      <p:nvGrpSpPr>
        <p:cNvPr id="429" name="Shape 429"/>
        <p:cNvGrpSpPr/>
        <p:nvPr/>
      </p:nvGrpSpPr>
      <p:grpSpPr>
        <a:xfrm>
          <a:off x="0" y="0"/>
          <a:ext cx="0" cy="0"/>
          <a:chOff x="0" y="0"/>
          <a:chExt cx="0" cy="0"/>
        </a:xfrm>
      </p:grpSpPr>
      <p:sp>
        <p:nvSpPr>
          <p:cNvPr id="430" name="Google Shape;430;p71"/>
          <p:cNvSpPr/>
          <p:nvPr/>
        </p:nvSpPr>
        <p:spPr>
          <a:xfrm>
            <a:off x="7162800" y="0"/>
            <a:ext cx="5033192" cy="6858000"/>
          </a:xfrm>
          <a:custGeom>
            <a:rect b="b" l="l" r="r" t="t"/>
            <a:pathLst>
              <a:path extrusionOk="0" h="6858000" w="6391355">
                <a:moveTo>
                  <a:pt x="1050758" y="0"/>
                </a:moveTo>
                <a:lnTo>
                  <a:pt x="6391355" y="0"/>
                </a:lnTo>
                <a:lnTo>
                  <a:pt x="6391355" y="6858000"/>
                </a:lnTo>
                <a:lnTo>
                  <a:pt x="816654" y="6858000"/>
                </a:lnTo>
                <a:lnTo>
                  <a:pt x="669666" y="6571010"/>
                </a:lnTo>
                <a:cubicBezTo>
                  <a:pt x="240503" y="5680351"/>
                  <a:pt x="0" y="4681677"/>
                  <a:pt x="0" y="3626830"/>
                </a:cubicBezTo>
                <a:cubicBezTo>
                  <a:pt x="0" y="2337573"/>
                  <a:pt x="359270" y="1132228"/>
                  <a:pt x="983156" y="105449"/>
                </a:cubicBezTo>
                <a:lnTo>
                  <a:pt x="1050758" y="0"/>
                </a:lnTo>
                <a:close/>
              </a:path>
            </a:pathLst>
          </a:custGeom>
          <a:gradFill>
            <a:gsLst>
              <a:gs pos="0">
                <a:srgbClr val="5C2074"/>
              </a:gs>
              <a:gs pos="100000">
                <a:srgbClr val="32123F"/>
              </a:gs>
            </a:gsLst>
            <a:lin ang="5400012" scaled="0"/>
          </a:gradFill>
          <a:ln>
            <a:noFill/>
          </a:ln>
          <a:effectLst>
            <a:outerShdw blurRad="50800" rotWithShape="0" algn="tr" dir="8100000"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chemeClr val="dk1"/>
              </a:buClr>
              <a:buSzPts val="2800"/>
              <a:buFont typeface="Open Sans"/>
              <a:buNone/>
            </a:pPr>
            <a:r>
              <a:t/>
            </a:r>
            <a:endParaRPr b="0" i="0" sz="2800" u="none" cap="none" strike="noStrike">
              <a:solidFill>
                <a:srgbClr val="FFFFFF"/>
              </a:solidFill>
              <a:latin typeface="Roboto"/>
              <a:ea typeface="Roboto"/>
              <a:cs typeface="Roboto"/>
              <a:sym typeface="Roboto"/>
            </a:endParaRPr>
          </a:p>
        </p:txBody>
      </p:sp>
      <p:pic>
        <p:nvPicPr>
          <p:cNvPr descr="A picture containing logo&#10;&#10;Description automatically generated" id="431" name="Google Shape;431;p71"/>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432" name="Google Shape;432;p71"/>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rtl="0" algn="l">
              <a:lnSpc>
                <a:spcPct val="90000"/>
              </a:lnSpc>
              <a:spcBef>
                <a:spcPts val="1000"/>
              </a:spcBef>
              <a:spcAft>
                <a:spcPts val="0"/>
              </a:spcAft>
              <a:buClr>
                <a:schemeClr val="accent1"/>
              </a:buClr>
              <a:buSzPts val="2800"/>
              <a:buFont typeface="Arial"/>
              <a:buNone/>
              <a:defRPr b="1" i="0" sz="2800" u="none" cap="none" strike="noStrike">
                <a:solidFill>
                  <a:schemeClr val="accen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433" name="Google Shape;433;p71"/>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Slide">
  <p:cSld name="10_Title Slide">
    <p:spTree>
      <p:nvGrpSpPr>
        <p:cNvPr id="434" name="Shape 434"/>
        <p:cNvGrpSpPr/>
        <p:nvPr/>
      </p:nvGrpSpPr>
      <p:grpSpPr>
        <a:xfrm>
          <a:off x="0" y="0"/>
          <a:ext cx="0" cy="0"/>
          <a:chOff x="0" y="0"/>
          <a:chExt cx="0" cy="0"/>
        </a:xfrm>
      </p:grpSpPr>
      <p:sp>
        <p:nvSpPr>
          <p:cNvPr id="435" name="Google Shape;435;p72"/>
          <p:cNvSpPr/>
          <p:nvPr/>
        </p:nvSpPr>
        <p:spPr>
          <a:xfrm>
            <a:off x="4341091" y="0"/>
            <a:ext cx="7851000" cy="6856500"/>
          </a:xfrm>
          <a:prstGeom prst="rect">
            <a:avLst/>
          </a:prstGeom>
          <a:gradFill>
            <a:gsLst>
              <a:gs pos="0">
                <a:srgbClr val="5C2074"/>
              </a:gs>
              <a:gs pos="100000">
                <a:srgbClr val="32123F"/>
              </a:gs>
            </a:gsLst>
            <a:lin ang="5400012" scaled="0"/>
          </a:gradFill>
          <a:ln>
            <a:noFill/>
          </a:ln>
          <a:effectLst>
            <a:outerShdw blurRad="50800" rotWithShape="0" algn="tr" dir="8100000"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chemeClr val="dk1"/>
              </a:buClr>
              <a:buSzPts val="2800"/>
              <a:buFont typeface="Open Sans"/>
              <a:buNone/>
            </a:pPr>
            <a:r>
              <a:t/>
            </a:r>
            <a:endParaRPr b="0" i="0" sz="2800" u="none" cap="none" strike="noStrike">
              <a:solidFill>
                <a:srgbClr val="FFFFFF"/>
              </a:solidFill>
              <a:latin typeface="Roboto"/>
              <a:ea typeface="Roboto"/>
              <a:cs typeface="Roboto"/>
              <a:sym typeface="Roboto"/>
            </a:endParaRPr>
          </a:p>
        </p:txBody>
      </p:sp>
      <p:pic>
        <p:nvPicPr>
          <p:cNvPr descr="A picture containing logo&#10;&#10;Description automatically generated" id="436" name="Google Shape;436;p72"/>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437" name="Google Shape;437;p72"/>
          <p:cNvSpPr txBox="1"/>
          <p:nvPr>
            <p:ph idx="1" type="body"/>
          </p:nvPr>
        </p:nvSpPr>
        <p:spPr>
          <a:xfrm>
            <a:off x="209550" y="143448"/>
            <a:ext cx="4131600" cy="591000"/>
          </a:xfrm>
          <a:prstGeom prst="rect">
            <a:avLst/>
          </a:prstGeom>
          <a:noFill/>
          <a:ln>
            <a:noFill/>
          </a:ln>
        </p:spPr>
        <p:txBody>
          <a:bodyPr anchorCtr="0" anchor="ctr" bIns="45700" lIns="45700" spcFirstLastPara="1" rIns="45700" wrap="square" tIns="45700">
            <a:noAutofit/>
          </a:bodyPr>
          <a:lstStyle>
            <a:lvl1pPr indent="-228600" lvl="0" marL="457200" marR="0" rtl="0" algn="l">
              <a:lnSpc>
                <a:spcPct val="90000"/>
              </a:lnSpc>
              <a:spcBef>
                <a:spcPts val="1000"/>
              </a:spcBef>
              <a:spcAft>
                <a:spcPts val="0"/>
              </a:spcAft>
              <a:buClr>
                <a:schemeClr val="accent1"/>
              </a:buClr>
              <a:buSzPts val="2800"/>
              <a:buFont typeface="Arial"/>
              <a:buNone/>
              <a:defRPr b="1" i="0" sz="2800" u="none" cap="none" strike="noStrike">
                <a:solidFill>
                  <a:schemeClr val="accen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438" name="Google Shape;438;p72"/>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9" name="Shape 439"/>
        <p:cNvGrpSpPr/>
        <p:nvPr/>
      </p:nvGrpSpPr>
      <p:grpSpPr>
        <a:xfrm>
          <a:off x="0" y="0"/>
          <a:ext cx="0" cy="0"/>
          <a:chOff x="0" y="0"/>
          <a:chExt cx="0" cy="0"/>
        </a:xfrm>
      </p:grpSpPr>
      <p:sp>
        <p:nvSpPr>
          <p:cNvPr id="440" name="Google Shape;440;p73"/>
          <p:cNvSpPr/>
          <p:nvPr/>
        </p:nvSpPr>
        <p:spPr>
          <a:xfrm>
            <a:off x="0" y="4608945"/>
            <a:ext cx="12192000" cy="2249100"/>
          </a:xfrm>
          <a:prstGeom prst="rect">
            <a:avLst/>
          </a:prstGeom>
          <a:gradFill>
            <a:gsLst>
              <a:gs pos="0">
                <a:srgbClr val="1E0527"/>
              </a:gs>
              <a:gs pos="100000">
                <a:srgbClr val="4B0D61"/>
              </a:gs>
            </a:gsLst>
            <a:lin ang="2700006" scaled="0"/>
          </a:gradFill>
          <a:ln>
            <a:noFill/>
          </a:ln>
          <a:effectLst>
            <a:outerShdw blurRad="50800" rotWithShape="0" dir="16200000" dist="254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Open Sans"/>
              <a:ea typeface="Open Sans"/>
              <a:cs typeface="Open Sans"/>
              <a:sym typeface="Open Sans"/>
            </a:endParaRPr>
          </a:p>
        </p:txBody>
      </p:sp>
      <p:pic>
        <p:nvPicPr>
          <p:cNvPr descr="A picture containing logo&#10;&#10;Description automatically generated" id="441" name="Google Shape;441;p73"/>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442" name="Google Shape;442;p73"/>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43" name="Google Shape;443;p73"/>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rtl="0" algn="l">
              <a:lnSpc>
                <a:spcPct val="90000"/>
              </a:lnSpc>
              <a:spcBef>
                <a:spcPts val="1000"/>
              </a:spcBef>
              <a:spcAft>
                <a:spcPts val="0"/>
              </a:spcAft>
              <a:buClr>
                <a:schemeClr val="accent1"/>
              </a:buClr>
              <a:buSzPts val="2800"/>
              <a:buFont typeface="Arial"/>
              <a:buNone/>
              <a:defRPr b="1" i="0" sz="2800" u="none" cap="none" strike="noStrike">
                <a:solidFill>
                  <a:schemeClr val="accen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444" name="Google Shape;444;p73"/>
          <p:cNvSpPr txBox="1"/>
          <p:nvPr/>
        </p:nvSpPr>
        <p:spPr>
          <a:xfrm>
            <a:off x="10210153" y="6543412"/>
            <a:ext cx="1408500" cy="215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BFBFBF"/>
                </a:solidFill>
                <a:latin typeface="Arial"/>
                <a:ea typeface="Arial"/>
                <a:cs typeface="Arial"/>
                <a:sym typeface="Arial"/>
              </a:rPr>
              <a:t>Private and confidential.</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hart - Purple">
  <p:cSld name="5_Chart - Purple">
    <p:bg>
      <p:bgPr>
        <a:gradFill>
          <a:gsLst>
            <a:gs pos="0">
              <a:srgbClr val="5C2074"/>
            </a:gs>
            <a:gs pos="25000">
              <a:srgbClr val="5C2074"/>
            </a:gs>
            <a:gs pos="90000">
              <a:srgbClr val="32123F"/>
            </a:gs>
            <a:gs pos="100000">
              <a:srgbClr val="32123F"/>
            </a:gs>
          </a:gsLst>
          <a:lin ang="5400012" scaled="0"/>
        </a:gradFill>
      </p:bgPr>
    </p:bg>
    <p:spTree>
      <p:nvGrpSpPr>
        <p:cNvPr id="445" name="Shape 445"/>
        <p:cNvGrpSpPr/>
        <p:nvPr/>
      </p:nvGrpSpPr>
      <p:grpSpPr>
        <a:xfrm>
          <a:off x="0" y="0"/>
          <a:ext cx="0" cy="0"/>
          <a:chOff x="0" y="0"/>
          <a:chExt cx="0" cy="0"/>
        </a:xfrm>
      </p:grpSpPr>
      <p:sp>
        <p:nvSpPr>
          <p:cNvPr id="446" name="Google Shape;446;p74"/>
          <p:cNvSpPr/>
          <p:nvPr/>
        </p:nvSpPr>
        <p:spPr>
          <a:xfrm>
            <a:off x="8534400" y="0"/>
            <a:ext cx="3659051" cy="6858000"/>
          </a:xfrm>
          <a:custGeom>
            <a:rect b="b" l="l" r="r" t="t"/>
            <a:pathLst>
              <a:path extrusionOk="0" h="6858000" w="6391355">
                <a:moveTo>
                  <a:pt x="1050758" y="0"/>
                </a:moveTo>
                <a:lnTo>
                  <a:pt x="6391355" y="0"/>
                </a:lnTo>
                <a:lnTo>
                  <a:pt x="6391355" y="6858000"/>
                </a:lnTo>
                <a:lnTo>
                  <a:pt x="816654" y="6858000"/>
                </a:lnTo>
                <a:lnTo>
                  <a:pt x="669666" y="6571010"/>
                </a:lnTo>
                <a:cubicBezTo>
                  <a:pt x="240503" y="5680351"/>
                  <a:pt x="0" y="4681677"/>
                  <a:pt x="0" y="3626830"/>
                </a:cubicBezTo>
                <a:cubicBezTo>
                  <a:pt x="0" y="2337573"/>
                  <a:pt x="359270" y="1132228"/>
                  <a:pt x="983156" y="105449"/>
                </a:cubicBezTo>
                <a:lnTo>
                  <a:pt x="1050758" y="0"/>
                </a:lnTo>
                <a:close/>
              </a:path>
            </a:pathLst>
          </a:custGeom>
          <a:solidFill>
            <a:schemeClr val="lt1"/>
          </a:solidFill>
          <a:ln>
            <a:noFill/>
          </a:ln>
          <a:effectLst>
            <a:outerShdw blurRad="50800" rotWithShape="0" algn="r" dir="10800000"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chemeClr val="dk1"/>
              </a:buClr>
              <a:buSzPts val="2800"/>
              <a:buFont typeface="Open Sans"/>
              <a:buNone/>
            </a:pPr>
            <a:r>
              <a:t/>
            </a:r>
            <a:endParaRPr b="0" i="0" sz="2800" u="none" cap="none" strike="noStrike">
              <a:solidFill>
                <a:srgbClr val="FFFFFF"/>
              </a:solidFill>
              <a:latin typeface="Roboto"/>
              <a:ea typeface="Roboto"/>
              <a:cs typeface="Roboto"/>
              <a:sym typeface="Roboto"/>
            </a:endParaRPr>
          </a:p>
        </p:txBody>
      </p:sp>
      <p:sp>
        <p:nvSpPr>
          <p:cNvPr id="447" name="Google Shape;447;p74"/>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accen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
        <p:nvSpPr>
          <p:cNvPr id="448" name="Google Shape;448;p74"/>
          <p:cNvSpPr txBox="1"/>
          <p:nvPr/>
        </p:nvSpPr>
        <p:spPr>
          <a:xfrm>
            <a:off x="10210153" y="6543412"/>
            <a:ext cx="1408500" cy="215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BFBFBF"/>
                </a:solidFill>
                <a:latin typeface="Arial"/>
                <a:ea typeface="Arial"/>
                <a:cs typeface="Arial"/>
                <a:sym typeface="Arial"/>
              </a:rPr>
              <a:t>Private and confidential.</a:t>
            </a:r>
            <a:endParaRPr b="0" i="0" sz="1400" u="none" cap="none" strike="noStrike">
              <a:solidFill>
                <a:srgbClr val="000000"/>
              </a:solidFill>
              <a:latin typeface="Arial"/>
              <a:ea typeface="Arial"/>
              <a:cs typeface="Arial"/>
              <a:sym typeface="Arial"/>
            </a:endParaRPr>
          </a:p>
        </p:txBody>
      </p:sp>
      <p:pic>
        <p:nvPicPr>
          <p:cNvPr descr="A picture containing logo&#10;&#10;Description automatically generated" id="449" name="Google Shape;449;p74"/>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450" name="Google Shape;450;p74"/>
          <p:cNvSpPr txBox="1"/>
          <p:nvPr>
            <p:ph idx="1" type="body"/>
          </p:nvPr>
        </p:nvSpPr>
        <p:spPr>
          <a:xfrm>
            <a:off x="209550" y="143448"/>
            <a:ext cx="11195100" cy="591000"/>
          </a:xfrm>
          <a:prstGeom prst="rect">
            <a:avLst/>
          </a:prstGeom>
          <a:noFill/>
          <a:ln>
            <a:noFill/>
          </a:ln>
        </p:spPr>
        <p:txBody>
          <a:bodyPr anchorCtr="0" anchor="ctr" bIns="45700" lIns="45700" spcFirstLastPara="1" rIns="45700" wrap="square" tIns="45700">
            <a:noAutofit/>
          </a:bodyPr>
          <a:lstStyle>
            <a:lvl1pPr indent="-228600" lvl="0" marL="457200" marR="0" rtl="0" algn="l">
              <a:lnSpc>
                <a:spcPct val="90000"/>
              </a:lnSpc>
              <a:spcBef>
                <a:spcPts val="1000"/>
              </a:spcBef>
              <a:spcAft>
                <a:spcPts val="0"/>
              </a:spcAft>
              <a:buClr>
                <a:schemeClr val="lt1"/>
              </a:buClr>
              <a:buSzPts val="2800"/>
              <a:buFont typeface="Arial"/>
              <a:buNone/>
              <a:defRPr b="1" i="0" sz="2800" u="none" cap="none" strike="noStrike">
                <a:solidFill>
                  <a:schemeClr val="lt1"/>
                </a:solidFill>
                <a:latin typeface="Inter"/>
                <a:ea typeface="Inter"/>
                <a:cs typeface="Inter"/>
                <a:sym typeface="Inte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hart - Purple">
  <p:cSld name="3_Chart - Purple">
    <p:bg>
      <p:bgPr>
        <a:gradFill>
          <a:gsLst>
            <a:gs pos="0">
              <a:srgbClr val="5C2074"/>
            </a:gs>
            <a:gs pos="25000">
              <a:srgbClr val="5C2074"/>
            </a:gs>
            <a:gs pos="90000">
              <a:srgbClr val="32123F"/>
            </a:gs>
            <a:gs pos="100000">
              <a:srgbClr val="32123F"/>
            </a:gs>
          </a:gsLst>
          <a:lin ang="5400012" scaled="0"/>
        </a:gradFill>
      </p:bgPr>
    </p:bg>
    <p:spTree>
      <p:nvGrpSpPr>
        <p:cNvPr id="451" name="Shape 451"/>
        <p:cNvGrpSpPr/>
        <p:nvPr/>
      </p:nvGrpSpPr>
      <p:grpSpPr>
        <a:xfrm>
          <a:off x="0" y="0"/>
          <a:ext cx="0" cy="0"/>
          <a:chOff x="0" y="0"/>
          <a:chExt cx="0" cy="0"/>
        </a:xfrm>
      </p:grpSpPr>
      <p:pic>
        <p:nvPicPr>
          <p:cNvPr descr="Shape&#10;&#10;Description automatically generated with medium confidence" id="452" name="Google Shape;452;p75"/>
          <p:cNvPicPr preferRelativeResize="0"/>
          <p:nvPr/>
        </p:nvPicPr>
        <p:blipFill rotWithShape="1">
          <a:blip r:embed="rId2">
            <a:alphaModFix amt="15000"/>
          </a:blip>
          <a:srcRect b="0" l="0" r="0" t="0"/>
          <a:stretch/>
        </p:blipFill>
        <p:spPr>
          <a:xfrm>
            <a:off x="0" y="0"/>
            <a:ext cx="12192001" cy="6857999"/>
          </a:xfrm>
          <a:prstGeom prst="rect">
            <a:avLst/>
          </a:prstGeom>
          <a:noFill/>
          <a:ln>
            <a:noFill/>
          </a:ln>
        </p:spPr>
      </p:pic>
      <p:pic>
        <p:nvPicPr>
          <p:cNvPr descr="Shape&#10;&#10;Description automatically generated with medium confidence" id="453" name="Google Shape;453;p75"/>
          <p:cNvPicPr preferRelativeResize="0"/>
          <p:nvPr/>
        </p:nvPicPr>
        <p:blipFill rotWithShape="1">
          <a:blip r:embed="rId3">
            <a:alphaModFix amt="5000"/>
          </a:blip>
          <a:srcRect b="0" l="0" r="0" t="0"/>
          <a:stretch/>
        </p:blipFill>
        <p:spPr>
          <a:xfrm flipH="1">
            <a:off x="-1" y="-1649"/>
            <a:ext cx="12192001" cy="6858002"/>
          </a:xfrm>
          <a:prstGeom prst="rect">
            <a:avLst/>
          </a:prstGeom>
          <a:noFill/>
          <a:ln>
            <a:noFill/>
          </a:ln>
        </p:spPr>
      </p:pic>
      <p:sp>
        <p:nvSpPr>
          <p:cNvPr id="454" name="Google Shape;454;p75"/>
          <p:cNvSpPr/>
          <p:nvPr/>
        </p:nvSpPr>
        <p:spPr>
          <a:xfrm flipH="1">
            <a:off x="2520" y="0"/>
            <a:ext cx="4026554" cy="6858000"/>
          </a:xfrm>
          <a:custGeom>
            <a:rect b="b" l="l" r="r" t="t"/>
            <a:pathLst>
              <a:path extrusionOk="0" h="6858000" w="6391355">
                <a:moveTo>
                  <a:pt x="1050758" y="0"/>
                </a:moveTo>
                <a:lnTo>
                  <a:pt x="6391355" y="0"/>
                </a:lnTo>
                <a:lnTo>
                  <a:pt x="6391355" y="6858000"/>
                </a:lnTo>
                <a:lnTo>
                  <a:pt x="816654" y="6858000"/>
                </a:lnTo>
                <a:lnTo>
                  <a:pt x="669666" y="6571010"/>
                </a:lnTo>
                <a:cubicBezTo>
                  <a:pt x="240503" y="5680351"/>
                  <a:pt x="0" y="4681677"/>
                  <a:pt x="0" y="3626830"/>
                </a:cubicBezTo>
                <a:cubicBezTo>
                  <a:pt x="0" y="2337573"/>
                  <a:pt x="359270" y="1132228"/>
                  <a:pt x="983156" y="105449"/>
                </a:cubicBezTo>
                <a:lnTo>
                  <a:pt x="1050758" y="0"/>
                </a:lnTo>
                <a:close/>
              </a:path>
            </a:pathLst>
          </a:custGeom>
          <a:solidFill>
            <a:schemeClr val="lt1"/>
          </a:solidFill>
          <a:ln>
            <a:noFill/>
          </a:ln>
          <a:effectLst>
            <a:outerShdw blurRad="50800" rotWithShape="0" algn="l"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chemeClr val="dk1"/>
              </a:buClr>
              <a:buSzPts val="2800"/>
              <a:buFont typeface="Open Sans"/>
              <a:buNone/>
            </a:pPr>
            <a:r>
              <a:t/>
            </a:r>
            <a:endParaRPr b="0" i="0" sz="2800" u="none" cap="none" strike="noStrike">
              <a:solidFill>
                <a:srgbClr val="FFFFFF"/>
              </a:solidFill>
              <a:latin typeface="Roboto"/>
              <a:ea typeface="Roboto"/>
              <a:cs typeface="Roboto"/>
              <a:sym typeface="Roboto"/>
            </a:endParaRPr>
          </a:p>
        </p:txBody>
      </p:sp>
      <p:sp>
        <p:nvSpPr>
          <p:cNvPr id="455" name="Google Shape;455;p75"/>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6" name="Google Shape;456;p75"/>
          <p:cNvSpPr txBox="1"/>
          <p:nvPr/>
        </p:nvSpPr>
        <p:spPr>
          <a:xfrm>
            <a:off x="10210153" y="6543412"/>
            <a:ext cx="1408500" cy="215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BFBFBF"/>
                </a:solidFill>
                <a:latin typeface="Arial"/>
                <a:ea typeface="Arial"/>
                <a:cs typeface="Arial"/>
                <a:sym typeface="Arial"/>
              </a:rPr>
              <a:t>Private and confidential.</a:t>
            </a:r>
            <a:endParaRPr b="0" i="0" sz="1400" u="none" cap="none" strike="noStrike">
              <a:solidFill>
                <a:srgbClr val="000000"/>
              </a:solidFill>
              <a:latin typeface="Arial"/>
              <a:ea typeface="Arial"/>
              <a:cs typeface="Arial"/>
              <a:sym typeface="Arial"/>
            </a:endParaRPr>
          </a:p>
        </p:txBody>
      </p:sp>
      <p:pic>
        <p:nvPicPr>
          <p:cNvPr descr="A picture containing logo&#10;&#10;Description automatically generated" id="457" name="Google Shape;457;p75"/>
          <p:cNvPicPr preferRelativeResize="0"/>
          <p:nvPr/>
        </p:nvPicPr>
        <p:blipFill rotWithShape="1">
          <a:blip r:embed="rId4">
            <a:alphaModFix/>
          </a:blip>
          <a:srcRect b="0" l="0" r="0" t="0"/>
          <a:stretch/>
        </p:blipFill>
        <p:spPr>
          <a:xfrm>
            <a:off x="57150" y="6448775"/>
            <a:ext cx="1754271" cy="310081"/>
          </a:xfrm>
          <a:prstGeom prst="rect">
            <a:avLst/>
          </a:prstGeom>
          <a:noFill/>
          <a:ln>
            <a:noFill/>
          </a:ln>
        </p:spPr>
      </p:pic>
      <p:sp>
        <p:nvSpPr>
          <p:cNvPr id="458" name="Google Shape;458;p75"/>
          <p:cNvSpPr txBox="1"/>
          <p:nvPr>
            <p:ph idx="11" type="ftr"/>
          </p:nvPr>
        </p:nvSpPr>
        <p:spPr>
          <a:xfrm>
            <a:off x="3924299" y="6390900"/>
            <a:ext cx="5825700" cy="4257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lt1"/>
              </a:buClr>
              <a:buSzPts val="1100"/>
              <a:buFont typeface="Inter"/>
              <a:buNone/>
              <a:defRPr b="0" i="0" sz="8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2pPr>
            <a:lvl3pPr lvl="2"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3pPr>
            <a:lvl4pPr lvl="3"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4pPr>
            <a:lvl5pPr lvl="4"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5pPr>
            <a:lvl6pPr lvl="5"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6pPr>
            <a:lvl7pPr lvl="6"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7pPr>
            <a:lvl8pPr lvl="7"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8pPr>
            <a:lvl9pPr lvl="8"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hart - Purple">
  <p:cSld name="4_Chart - Purple">
    <p:bg>
      <p:bgPr>
        <a:gradFill>
          <a:gsLst>
            <a:gs pos="0">
              <a:srgbClr val="5C2074"/>
            </a:gs>
            <a:gs pos="25000">
              <a:srgbClr val="5C2074"/>
            </a:gs>
            <a:gs pos="90000">
              <a:srgbClr val="32123F"/>
            </a:gs>
            <a:gs pos="100000">
              <a:srgbClr val="32123F"/>
            </a:gs>
          </a:gsLst>
          <a:lin ang="5400012" scaled="0"/>
        </a:gradFill>
      </p:bgPr>
    </p:bg>
    <p:spTree>
      <p:nvGrpSpPr>
        <p:cNvPr id="459" name="Shape 459"/>
        <p:cNvGrpSpPr/>
        <p:nvPr/>
      </p:nvGrpSpPr>
      <p:grpSpPr>
        <a:xfrm>
          <a:off x="0" y="0"/>
          <a:ext cx="0" cy="0"/>
          <a:chOff x="0" y="0"/>
          <a:chExt cx="0" cy="0"/>
        </a:xfrm>
      </p:grpSpPr>
      <p:sp>
        <p:nvSpPr>
          <p:cNvPr id="460" name="Google Shape;460;p76"/>
          <p:cNvSpPr/>
          <p:nvPr/>
        </p:nvSpPr>
        <p:spPr>
          <a:xfrm flipH="1">
            <a:off x="-6044" y="0"/>
            <a:ext cx="4457970" cy="6858000"/>
          </a:xfrm>
          <a:custGeom>
            <a:rect b="b" l="l" r="r" t="t"/>
            <a:pathLst>
              <a:path extrusionOk="0" h="6858000" w="6391355">
                <a:moveTo>
                  <a:pt x="1050758" y="0"/>
                </a:moveTo>
                <a:lnTo>
                  <a:pt x="6391355" y="0"/>
                </a:lnTo>
                <a:lnTo>
                  <a:pt x="6391355" y="6858000"/>
                </a:lnTo>
                <a:lnTo>
                  <a:pt x="816654" y="6858000"/>
                </a:lnTo>
                <a:lnTo>
                  <a:pt x="669666" y="6571010"/>
                </a:lnTo>
                <a:cubicBezTo>
                  <a:pt x="240503" y="5680351"/>
                  <a:pt x="0" y="4681677"/>
                  <a:pt x="0" y="3626830"/>
                </a:cubicBezTo>
                <a:cubicBezTo>
                  <a:pt x="0" y="2337573"/>
                  <a:pt x="359270" y="1132228"/>
                  <a:pt x="983156" y="105449"/>
                </a:cubicBezTo>
                <a:lnTo>
                  <a:pt x="1050758" y="0"/>
                </a:lnTo>
                <a:close/>
              </a:path>
            </a:pathLst>
          </a:custGeom>
          <a:solidFill>
            <a:schemeClr val="lt1"/>
          </a:solidFill>
          <a:ln>
            <a:noFill/>
          </a:ln>
          <a:effectLst>
            <a:outerShdw blurRad="50800" rotWithShape="0" algn="l"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chemeClr val="dk1"/>
              </a:buClr>
              <a:buSzPts val="2800"/>
              <a:buFont typeface="Open Sans"/>
              <a:buNone/>
            </a:pPr>
            <a:r>
              <a:t/>
            </a:r>
            <a:endParaRPr b="0" i="0" sz="2800" u="none" cap="none" strike="noStrike">
              <a:solidFill>
                <a:srgbClr val="FFFFFF"/>
              </a:solidFill>
              <a:latin typeface="Roboto"/>
              <a:ea typeface="Roboto"/>
              <a:cs typeface="Roboto"/>
              <a:sym typeface="Roboto"/>
            </a:endParaRPr>
          </a:p>
        </p:txBody>
      </p:sp>
      <p:sp>
        <p:nvSpPr>
          <p:cNvPr id="461" name="Google Shape;461;p76"/>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62" name="Google Shape;462;p76"/>
          <p:cNvSpPr txBox="1"/>
          <p:nvPr/>
        </p:nvSpPr>
        <p:spPr>
          <a:xfrm>
            <a:off x="10210153" y="6543412"/>
            <a:ext cx="1408500" cy="215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BFBFBF"/>
                </a:solidFill>
                <a:latin typeface="Arial"/>
                <a:ea typeface="Arial"/>
                <a:cs typeface="Arial"/>
                <a:sym typeface="Arial"/>
              </a:rPr>
              <a:t>Private and confidential.</a:t>
            </a:r>
            <a:endParaRPr b="0" i="0" sz="1400" u="none" cap="none" strike="noStrike">
              <a:solidFill>
                <a:srgbClr val="000000"/>
              </a:solidFill>
              <a:latin typeface="Arial"/>
              <a:ea typeface="Arial"/>
              <a:cs typeface="Arial"/>
              <a:sym typeface="Arial"/>
            </a:endParaRPr>
          </a:p>
        </p:txBody>
      </p:sp>
      <p:pic>
        <p:nvPicPr>
          <p:cNvPr descr="A picture containing logo&#10;&#10;Description automatically generated" id="463" name="Google Shape;463;p76"/>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464" name="Google Shape;464;p76"/>
          <p:cNvSpPr txBox="1"/>
          <p:nvPr>
            <p:ph idx="11" type="ftr"/>
          </p:nvPr>
        </p:nvSpPr>
        <p:spPr>
          <a:xfrm>
            <a:off x="4229096" y="6390900"/>
            <a:ext cx="5825700" cy="4257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lt1"/>
              </a:buClr>
              <a:buSzPts val="1100"/>
              <a:buFont typeface="Inter"/>
              <a:buNone/>
              <a:defRPr b="0" i="0" sz="8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2pPr>
            <a:lvl3pPr lvl="2"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3pPr>
            <a:lvl4pPr lvl="3"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4pPr>
            <a:lvl5pPr lvl="4"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5pPr>
            <a:lvl6pPr lvl="5"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6pPr>
            <a:lvl7pPr lvl="6"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7pPr>
            <a:lvl8pPr lvl="7"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8pPr>
            <a:lvl9pPr lvl="8"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hart - Purple">
  <p:cSld name="7_Chart - Purple">
    <p:bg>
      <p:bgPr>
        <a:gradFill>
          <a:gsLst>
            <a:gs pos="0">
              <a:srgbClr val="5C2074"/>
            </a:gs>
            <a:gs pos="25000">
              <a:srgbClr val="5C2074"/>
            </a:gs>
            <a:gs pos="90000">
              <a:srgbClr val="32123F"/>
            </a:gs>
            <a:gs pos="100000">
              <a:srgbClr val="32123F"/>
            </a:gs>
          </a:gsLst>
          <a:lin ang="5400012" scaled="0"/>
        </a:gradFill>
      </p:bgPr>
    </p:bg>
    <p:spTree>
      <p:nvGrpSpPr>
        <p:cNvPr id="465" name="Shape 465"/>
        <p:cNvGrpSpPr/>
        <p:nvPr/>
      </p:nvGrpSpPr>
      <p:grpSpPr>
        <a:xfrm>
          <a:off x="0" y="0"/>
          <a:ext cx="0" cy="0"/>
          <a:chOff x="0" y="0"/>
          <a:chExt cx="0" cy="0"/>
        </a:xfrm>
      </p:grpSpPr>
      <p:sp>
        <p:nvSpPr>
          <p:cNvPr id="466" name="Google Shape;466;p77"/>
          <p:cNvSpPr/>
          <p:nvPr/>
        </p:nvSpPr>
        <p:spPr>
          <a:xfrm flipH="1">
            <a:off x="-609" y="0"/>
            <a:ext cx="4074489" cy="6858000"/>
          </a:xfrm>
          <a:custGeom>
            <a:rect b="b" l="l" r="r" t="t"/>
            <a:pathLst>
              <a:path extrusionOk="0" h="6858000" w="6391355">
                <a:moveTo>
                  <a:pt x="1050758" y="0"/>
                </a:moveTo>
                <a:lnTo>
                  <a:pt x="6391355" y="0"/>
                </a:lnTo>
                <a:lnTo>
                  <a:pt x="6391355" y="6858000"/>
                </a:lnTo>
                <a:lnTo>
                  <a:pt x="816654" y="6858000"/>
                </a:lnTo>
                <a:lnTo>
                  <a:pt x="669666" y="6571010"/>
                </a:lnTo>
                <a:cubicBezTo>
                  <a:pt x="240503" y="5680351"/>
                  <a:pt x="0" y="4681677"/>
                  <a:pt x="0" y="3626830"/>
                </a:cubicBezTo>
                <a:cubicBezTo>
                  <a:pt x="0" y="2337573"/>
                  <a:pt x="359270" y="1132228"/>
                  <a:pt x="983156" y="105449"/>
                </a:cubicBezTo>
                <a:lnTo>
                  <a:pt x="1050758" y="0"/>
                </a:lnTo>
                <a:close/>
              </a:path>
            </a:pathLst>
          </a:custGeom>
          <a:solidFill>
            <a:schemeClr val="lt1"/>
          </a:solidFill>
          <a:ln>
            <a:noFill/>
          </a:ln>
          <a:effectLst>
            <a:outerShdw blurRad="50800" rotWithShape="0" algn="l"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chemeClr val="dk1"/>
              </a:buClr>
              <a:buSzPts val="2800"/>
              <a:buFont typeface="Open Sans"/>
              <a:buNone/>
            </a:pPr>
            <a:r>
              <a:t/>
            </a:r>
            <a:endParaRPr b="0" i="0" sz="2800" u="none" cap="none" strike="noStrike">
              <a:solidFill>
                <a:srgbClr val="FFFFFF"/>
              </a:solidFill>
              <a:latin typeface="Roboto"/>
              <a:ea typeface="Roboto"/>
              <a:cs typeface="Roboto"/>
              <a:sym typeface="Roboto"/>
            </a:endParaRPr>
          </a:p>
        </p:txBody>
      </p:sp>
      <p:sp>
        <p:nvSpPr>
          <p:cNvPr id="467" name="Google Shape;467;p77"/>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68" name="Google Shape;468;p77"/>
          <p:cNvSpPr txBox="1"/>
          <p:nvPr/>
        </p:nvSpPr>
        <p:spPr>
          <a:xfrm>
            <a:off x="10210153" y="6543412"/>
            <a:ext cx="1408500" cy="215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0" i="1" lang="en-US" sz="800" u="none" cap="none" strike="noStrike">
                <a:solidFill>
                  <a:srgbClr val="BFBFBF"/>
                </a:solidFill>
                <a:latin typeface="Arial"/>
                <a:ea typeface="Arial"/>
                <a:cs typeface="Arial"/>
                <a:sym typeface="Arial"/>
              </a:rPr>
              <a:t>Private and confidential.</a:t>
            </a:r>
            <a:endParaRPr b="0" i="0" sz="1400" u="none" cap="none" strike="noStrike">
              <a:solidFill>
                <a:srgbClr val="000000"/>
              </a:solidFill>
              <a:latin typeface="Arial"/>
              <a:ea typeface="Arial"/>
              <a:cs typeface="Arial"/>
              <a:sym typeface="Arial"/>
            </a:endParaRPr>
          </a:p>
        </p:txBody>
      </p:sp>
      <p:pic>
        <p:nvPicPr>
          <p:cNvPr descr="A picture containing logo&#10;&#10;Description automatically generated" id="469" name="Google Shape;469;p77"/>
          <p:cNvPicPr preferRelativeResize="0"/>
          <p:nvPr/>
        </p:nvPicPr>
        <p:blipFill rotWithShape="1">
          <a:blip r:embed="rId2">
            <a:alphaModFix/>
          </a:blip>
          <a:srcRect b="0" l="0" r="0" t="0"/>
          <a:stretch/>
        </p:blipFill>
        <p:spPr>
          <a:xfrm>
            <a:off x="57150" y="6448775"/>
            <a:ext cx="1754271" cy="310081"/>
          </a:xfrm>
          <a:prstGeom prst="rect">
            <a:avLst/>
          </a:prstGeom>
          <a:noFill/>
          <a:ln>
            <a:noFill/>
          </a:ln>
        </p:spPr>
      </p:pic>
      <p:sp>
        <p:nvSpPr>
          <p:cNvPr id="470" name="Google Shape;470;p77"/>
          <p:cNvSpPr txBox="1"/>
          <p:nvPr>
            <p:ph idx="11" type="ftr"/>
          </p:nvPr>
        </p:nvSpPr>
        <p:spPr>
          <a:xfrm>
            <a:off x="4229096" y="6390900"/>
            <a:ext cx="5825700" cy="4257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lt1"/>
              </a:buClr>
              <a:buSzPts val="1100"/>
              <a:buFont typeface="Inter"/>
              <a:buNone/>
              <a:defRPr b="0" i="0" sz="800" u="none" cap="none" strike="noStrike">
                <a:solidFill>
                  <a:schemeClr val="lt1"/>
                </a:solidFill>
                <a:latin typeface="Inter"/>
                <a:ea typeface="Inter"/>
                <a:cs typeface="Inter"/>
                <a:sym typeface="Inter"/>
              </a:defRPr>
            </a:lvl1pPr>
            <a:lvl2pPr lvl="1"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2pPr>
            <a:lvl3pPr lvl="2"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3pPr>
            <a:lvl4pPr lvl="3"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4pPr>
            <a:lvl5pPr lvl="4"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5pPr>
            <a:lvl6pPr lvl="5"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6pPr>
            <a:lvl7pPr lvl="6"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7pPr>
            <a:lvl8pPr lvl="7"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8pPr>
            <a:lvl9pPr lvl="8" marR="0" rtl="0" algn="l">
              <a:lnSpc>
                <a:spcPct val="100000"/>
              </a:lnSpc>
              <a:spcBef>
                <a:spcPts val="0"/>
              </a:spcBef>
              <a:spcAft>
                <a:spcPts val="0"/>
              </a:spcAft>
              <a:buClr>
                <a:schemeClr val="dk1"/>
              </a:buClr>
              <a:buSzPts val="1100"/>
              <a:buFont typeface="Inter"/>
              <a:buNone/>
              <a:defRPr b="0" i="0" sz="1400" u="none" cap="none" strike="noStrike">
                <a:solidFill>
                  <a:schemeClr val="dk1"/>
                </a:solidFill>
                <a:latin typeface="Inter"/>
                <a:ea typeface="Inter"/>
                <a:cs typeface="Inter"/>
                <a:sym typeface="Inte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71" name="Shape 471"/>
        <p:cNvGrpSpPr/>
        <p:nvPr/>
      </p:nvGrpSpPr>
      <p:grpSpPr>
        <a:xfrm>
          <a:off x="0" y="0"/>
          <a:ext cx="0" cy="0"/>
          <a:chOff x="0" y="0"/>
          <a:chExt cx="0" cy="0"/>
        </a:xfrm>
      </p:grpSpPr>
      <p:pic>
        <p:nvPicPr>
          <p:cNvPr descr="A picture containing outdoor&#10;&#10;Description automatically generated" id="472" name="Google Shape;472;p78"/>
          <p:cNvPicPr preferRelativeResize="0"/>
          <p:nvPr/>
        </p:nvPicPr>
        <p:blipFill rotWithShape="1">
          <a:blip r:embed="rId2">
            <a:alphaModFix/>
          </a:blip>
          <a:srcRect b="9008" l="0" r="0" t="0"/>
          <a:stretch/>
        </p:blipFill>
        <p:spPr>
          <a:xfrm>
            <a:off x="0" y="0"/>
            <a:ext cx="12192438" cy="6858000"/>
          </a:xfrm>
          <a:prstGeom prst="rect">
            <a:avLst/>
          </a:prstGeom>
          <a:noFill/>
          <a:ln>
            <a:noFill/>
          </a:ln>
        </p:spPr>
      </p:pic>
      <p:sp>
        <p:nvSpPr>
          <p:cNvPr id="473" name="Google Shape;473;p78"/>
          <p:cNvSpPr/>
          <p:nvPr/>
        </p:nvSpPr>
        <p:spPr>
          <a:xfrm>
            <a:off x="-436" y="0"/>
            <a:ext cx="12192300" cy="6858000"/>
          </a:xfrm>
          <a:prstGeom prst="rect">
            <a:avLst/>
          </a:prstGeom>
          <a:solidFill>
            <a:srgbClr val="492858">
              <a:alpha val="66274"/>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474" name="Google Shape;474;p78"/>
          <p:cNvSpPr/>
          <p:nvPr/>
        </p:nvSpPr>
        <p:spPr>
          <a:xfrm flipH="1">
            <a:off x="7950" y="0"/>
            <a:ext cx="5176998" cy="6858000"/>
          </a:xfrm>
          <a:custGeom>
            <a:rect b="b" l="l" r="r" t="t"/>
            <a:pathLst>
              <a:path extrusionOk="0" h="6858000" w="6391355">
                <a:moveTo>
                  <a:pt x="1050758" y="0"/>
                </a:moveTo>
                <a:lnTo>
                  <a:pt x="6391355" y="0"/>
                </a:lnTo>
                <a:lnTo>
                  <a:pt x="6391355" y="6858000"/>
                </a:lnTo>
                <a:lnTo>
                  <a:pt x="816654" y="6858000"/>
                </a:lnTo>
                <a:lnTo>
                  <a:pt x="669666" y="6571010"/>
                </a:lnTo>
                <a:cubicBezTo>
                  <a:pt x="240503" y="5680351"/>
                  <a:pt x="0" y="4681677"/>
                  <a:pt x="0" y="3626830"/>
                </a:cubicBezTo>
                <a:cubicBezTo>
                  <a:pt x="0" y="2337573"/>
                  <a:pt x="359270" y="1132228"/>
                  <a:pt x="983156" y="105449"/>
                </a:cubicBezTo>
                <a:lnTo>
                  <a:pt x="1050758" y="0"/>
                </a:lnTo>
                <a:close/>
              </a:path>
            </a:pathLst>
          </a:custGeom>
          <a:solidFill>
            <a:schemeClr val="lt1"/>
          </a:solidFill>
          <a:ln>
            <a:noFill/>
          </a:ln>
          <a:effectLst>
            <a:outerShdw blurRad="50800" rotWithShape="0" algn="l" dist="38100">
              <a:srgbClr val="000000">
                <a:alpha val="40000"/>
              </a:srgbClr>
            </a:outerShdw>
          </a:effectLst>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chemeClr val="dk1"/>
              </a:buClr>
              <a:buSzPts val="2800"/>
              <a:buFont typeface="Open Sans"/>
              <a:buNone/>
            </a:pPr>
            <a:r>
              <a:t/>
            </a:r>
            <a:endParaRPr b="0" i="0" sz="28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hart - Purple">
  <p:cSld name="1_Chart - Purple">
    <p:bg>
      <p:bgPr>
        <a:gradFill>
          <a:gsLst>
            <a:gs pos="0">
              <a:srgbClr val="5C2074"/>
            </a:gs>
            <a:gs pos="25000">
              <a:srgbClr val="5C2074"/>
            </a:gs>
            <a:gs pos="90000">
              <a:srgbClr val="32123F"/>
            </a:gs>
            <a:gs pos="100000">
              <a:srgbClr val="32123F"/>
            </a:gs>
          </a:gsLst>
          <a:lin ang="5400012" scaled="0"/>
        </a:gradFill>
      </p:bgPr>
    </p:bg>
    <p:spTree>
      <p:nvGrpSpPr>
        <p:cNvPr id="475" name="Shape 475"/>
        <p:cNvGrpSpPr/>
        <p:nvPr/>
      </p:nvGrpSpPr>
      <p:grpSpPr>
        <a:xfrm>
          <a:off x="0" y="0"/>
          <a:ext cx="0" cy="0"/>
          <a:chOff x="0" y="0"/>
          <a:chExt cx="0" cy="0"/>
        </a:xfrm>
      </p:grpSpPr>
      <p:pic>
        <p:nvPicPr>
          <p:cNvPr descr="Shape&#10;&#10;Description automatically generated with medium confidence" id="476" name="Google Shape;476;p79"/>
          <p:cNvPicPr preferRelativeResize="0"/>
          <p:nvPr/>
        </p:nvPicPr>
        <p:blipFill rotWithShape="1">
          <a:blip r:embed="rId2">
            <a:alphaModFix amt="15000"/>
          </a:blip>
          <a:srcRect b="0" l="0" r="0" t="0"/>
          <a:stretch/>
        </p:blipFill>
        <p:spPr>
          <a:xfrm>
            <a:off x="0" y="0"/>
            <a:ext cx="12192001" cy="6857999"/>
          </a:xfrm>
          <a:prstGeom prst="rect">
            <a:avLst/>
          </a:prstGeom>
          <a:noFill/>
          <a:ln>
            <a:noFill/>
          </a:ln>
        </p:spPr>
      </p:pic>
      <p:sp>
        <p:nvSpPr>
          <p:cNvPr id="477" name="Google Shape;477;p79"/>
          <p:cNvSpPr/>
          <p:nvPr/>
        </p:nvSpPr>
        <p:spPr>
          <a:xfrm>
            <a:off x="-2460710" y="-2097727"/>
            <a:ext cx="3908400" cy="3908400"/>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478" name="Google Shape;478;p79"/>
          <p:cNvSpPr/>
          <p:nvPr/>
        </p:nvSpPr>
        <p:spPr>
          <a:xfrm>
            <a:off x="9514389" y="-921808"/>
            <a:ext cx="1401600" cy="1401600"/>
          </a:xfrm>
          <a:prstGeom prst="ellipse">
            <a:avLst/>
          </a:prstGeom>
          <a:noFill/>
          <a:ln cap="flat" cmpd="sng" w="50800">
            <a:solidFill>
              <a:srgbClr val="E070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479" name="Google Shape;479;p79"/>
          <p:cNvSpPr/>
          <p:nvPr/>
        </p:nvSpPr>
        <p:spPr>
          <a:xfrm>
            <a:off x="950388" y="802820"/>
            <a:ext cx="312600" cy="312600"/>
          </a:xfrm>
          <a:prstGeom prst="ellipse">
            <a:avLst/>
          </a:prstGeom>
          <a:solidFill>
            <a:srgbClr val="E070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480" name="Google Shape;480;p79"/>
          <p:cNvSpPr/>
          <p:nvPr/>
        </p:nvSpPr>
        <p:spPr>
          <a:xfrm>
            <a:off x="10486662" y="3721393"/>
            <a:ext cx="2478000" cy="2478000"/>
          </a:xfrm>
          <a:prstGeom prst="ellipse">
            <a:avLst/>
          </a:prstGeom>
          <a:noFill/>
          <a:ln cap="flat" cmpd="sng" w="50800">
            <a:solidFill>
              <a:srgbClr val="9525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481" name="Google Shape;481;p79"/>
          <p:cNvSpPr/>
          <p:nvPr/>
        </p:nvSpPr>
        <p:spPr>
          <a:xfrm rot="-2700000">
            <a:off x="12015813" y="2703918"/>
            <a:ext cx="600758" cy="600758"/>
          </a:xfrm>
          <a:prstGeom prst="ellipse">
            <a:avLst/>
          </a:prstGeom>
          <a:gradFill>
            <a:gsLst>
              <a:gs pos="0">
                <a:srgbClr val="E070EA"/>
              </a:gs>
              <a:gs pos="100000">
                <a:srgbClr val="6567D6"/>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482" name="Google Shape;482;p79"/>
          <p:cNvSpPr txBox="1"/>
          <p:nvPr>
            <p:ph idx="12" type="sldNum"/>
          </p:nvPr>
        </p:nvSpPr>
        <p:spPr>
          <a:xfrm>
            <a:off x="11559540" y="6532142"/>
            <a:ext cx="519000" cy="2268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White" type="secHead">
  <p:cSld name="SECTION_HEADER">
    <p:bg>
      <p:bgPr>
        <a:gradFill>
          <a:gsLst>
            <a:gs pos="0">
              <a:schemeClr val="lt1"/>
            </a:gs>
            <a:gs pos="25000">
              <a:schemeClr val="lt1"/>
            </a:gs>
            <a:gs pos="90000">
              <a:schemeClr val="lt2"/>
            </a:gs>
            <a:gs pos="100000">
              <a:schemeClr val="lt2"/>
            </a:gs>
          </a:gsLst>
          <a:lin ang="5400012" scaled="0"/>
        </a:gradFill>
      </p:bgPr>
    </p:bg>
    <p:spTree>
      <p:nvGrpSpPr>
        <p:cNvPr id="483" name="Shape 483"/>
        <p:cNvGrpSpPr/>
        <p:nvPr/>
      </p:nvGrpSpPr>
      <p:grpSpPr>
        <a:xfrm>
          <a:off x="0" y="0"/>
          <a:ext cx="0" cy="0"/>
          <a:chOff x="0" y="0"/>
          <a:chExt cx="0" cy="0"/>
        </a:xfrm>
      </p:grpSpPr>
      <p:pic>
        <p:nvPicPr>
          <p:cNvPr descr="Shape&#10;&#10;Description automatically generated with medium confidence" id="484" name="Google Shape;484;p80"/>
          <p:cNvPicPr preferRelativeResize="0"/>
          <p:nvPr/>
        </p:nvPicPr>
        <p:blipFill rotWithShape="1">
          <a:blip r:embed="rId2">
            <a:alphaModFix amt="5000"/>
          </a:blip>
          <a:srcRect b="0" l="0" r="0" t="0"/>
          <a:stretch/>
        </p:blipFill>
        <p:spPr>
          <a:xfrm>
            <a:off x="0" y="0"/>
            <a:ext cx="12192001" cy="6857999"/>
          </a:xfrm>
          <a:prstGeom prst="rect">
            <a:avLst/>
          </a:prstGeom>
          <a:noFill/>
          <a:ln>
            <a:noFill/>
          </a:ln>
        </p:spPr>
      </p:pic>
      <p:sp>
        <p:nvSpPr>
          <p:cNvPr id="485" name="Google Shape;485;p80"/>
          <p:cNvSpPr txBox="1"/>
          <p:nvPr>
            <p:ph type="title"/>
          </p:nvPr>
        </p:nvSpPr>
        <p:spPr>
          <a:xfrm>
            <a:off x="641350" y="395289"/>
            <a:ext cx="10515600" cy="99540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rgbClr val="441357"/>
              </a:buClr>
              <a:buSzPts val="3200"/>
              <a:buFont typeface="Inter"/>
              <a:buNone/>
              <a:defRPr b="1" i="0" sz="3200" u="none" cap="none" strike="noStrike">
                <a:solidFill>
                  <a:srgbClr val="441357"/>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86" name="Google Shape;486;p80"/>
          <p:cNvSpPr txBox="1"/>
          <p:nvPr>
            <p:ph idx="1" type="body"/>
          </p:nvPr>
        </p:nvSpPr>
        <p:spPr>
          <a:xfrm>
            <a:off x="641350" y="1390651"/>
            <a:ext cx="10515600" cy="39030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10000"/>
              </a:lnSpc>
              <a:spcBef>
                <a:spcPts val="1000"/>
              </a:spcBef>
              <a:spcAft>
                <a:spcPts val="0"/>
              </a:spcAft>
              <a:buClr>
                <a:srgbClr val="000000"/>
              </a:buClr>
              <a:buSzPts val="1400"/>
              <a:buFont typeface="Arial"/>
              <a:buNone/>
              <a:defRPr b="0" i="0" sz="1400" u="none" cap="none" strike="noStrike">
                <a:solidFill>
                  <a:srgbClr val="5C2074"/>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2000"/>
              <a:buFont typeface="Arial"/>
              <a:buNone/>
              <a:defRPr b="0" i="0" sz="2000" u="none" cap="none" strike="noStrike">
                <a:solidFill>
                  <a:srgbClr val="918898"/>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800"/>
              <a:buFont typeface="Arial"/>
              <a:buNone/>
              <a:defRPr b="0" i="0" sz="1800" u="none" cap="none" strike="noStrike">
                <a:solidFill>
                  <a:srgbClr val="918898"/>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600"/>
              <a:buFont typeface="Arial"/>
              <a:buNone/>
              <a:defRPr b="0" i="0" sz="1600" u="none" cap="none" strike="noStrike">
                <a:solidFill>
                  <a:srgbClr val="918898"/>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600"/>
              <a:buFont typeface="Arial"/>
              <a:buNone/>
              <a:defRPr b="0" i="0" sz="1600" u="none" cap="none" strike="noStrike">
                <a:solidFill>
                  <a:srgbClr val="918898"/>
                </a:solidFill>
                <a:latin typeface="Arial"/>
                <a:ea typeface="Arial"/>
                <a:cs typeface="Arial"/>
                <a:sym typeface="Arial"/>
              </a:defRPr>
            </a:lvl5pPr>
            <a:lvl6pPr indent="-228600" lvl="5" marL="27432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6pPr>
            <a:lvl7pPr indent="-228600" lvl="6" marL="32004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7pPr>
            <a:lvl8pPr indent="-228600" lvl="7" marL="36576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8pPr>
            <a:lvl9pPr indent="-228600" lvl="8" marL="4114800" marR="0" rtl="0" algn="l">
              <a:lnSpc>
                <a:spcPct val="90000"/>
              </a:lnSpc>
              <a:spcBef>
                <a:spcPts val="500"/>
              </a:spcBef>
              <a:spcAft>
                <a:spcPts val="0"/>
              </a:spcAft>
              <a:buClr>
                <a:srgbClr val="918898"/>
              </a:buClr>
              <a:buSzPts val="1600"/>
              <a:buFont typeface="Arial"/>
              <a:buNone/>
              <a:defRPr b="0" i="0" sz="1600" u="none" cap="none" strike="noStrike">
                <a:solidFill>
                  <a:srgbClr val="918898"/>
                </a:solidFill>
                <a:latin typeface="Arial"/>
                <a:ea typeface="Arial"/>
                <a:cs typeface="Arial"/>
                <a:sym typeface="Arial"/>
              </a:defRPr>
            </a:lvl9pPr>
          </a:lstStyle>
          <a:p/>
        </p:txBody>
      </p:sp>
      <p:sp>
        <p:nvSpPr>
          <p:cNvPr id="487" name="Google Shape;487;p80"/>
          <p:cNvSpPr txBox="1"/>
          <p:nvPr>
            <p:ph idx="11" type="ftr"/>
          </p:nvPr>
        </p:nvSpPr>
        <p:spPr>
          <a:xfrm>
            <a:off x="1447800" y="6199340"/>
            <a:ext cx="6572400" cy="4068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5C2074"/>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pic>
        <p:nvPicPr>
          <p:cNvPr id="488" name="Google Shape;488;p80"/>
          <p:cNvPicPr preferRelativeResize="0"/>
          <p:nvPr/>
        </p:nvPicPr>
        <p:blipFill rotWithShape="1">
          <a:blip r:embed="rId3">
            <a:alphaModFix/>
          </a:blip>
          <a:srcRect b="0" l="0" r="0" t="0"/>
          <a:stretch/>
        </p:blipFill>
        <p:spPr>
          <a:xfrm>
            <a:off x="713604" y="6161228"/>
            <a:ext cx="470535" cy="482917"/>
          </a:xfrm>
          <a:prstGeom prst="rect">
            <a:avLst/>
          </a:prstGeom>
          <a:noFill/>
          <a:ln>
            <a:noFill/>
          </a:ln>
        </p:spPr>
      </p:pic>
      <p:sp>
        <p:nvSpPr>
          <p:cNvPr id="489" name="Google Shape;489;p80"/>
          <p:cNvSpPr txBox="1"/>
          <p:nvPr/>
        </p:nvSpPr>
        <p:spPr>
          <a:xfrm>
            <a:off x="11008154" y="6264187"/>
            <a:ext cx="922500" cy="2769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5C2074"/>
                </a:solidFill>
                <a:latin typeface="Inter"/>
                <a:ea typeface="Inter"/>
                <a:cs typeface="Inter"/>
                <a:sym typeface="Inter"/>
              </a:rPr>
              <a:t>‹#›</a:t>
            </a:fld>
            <a:endParaRPr b="0" i="0" sz="1200" u="none" cap="none" strike="noStrike">
              <a:solidFill>
                <a:srgbClr val="5C2074"/>
              </a:solidFill>
              <a:latin typeface="Inter"/>
              <a:ea typeface="Inter"/>
              <a:cs typeface="Inter"/>
              <a:sym typeface="Inte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8.xml"/><Relationship Id="rId22" Type="http://schemas.openxmlformats.org/officeDocument/2006/relationships/slideLayout" Target="../slideLayouts/slideLayout60.xml"/><Relationship Id="rId21" Type="http://schemas.openxmlformats.org/officeDocument/2006/relationships/slideLayout" Target="../slideLayouts/slideLayout59.xml"/><Relationship Id="rId23" Type="http://schemas.openxmlformats.org/officeDocument/2006/relationships/theme" Target="../theme/theme2.xml"/><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11" Type="http://schemas.openxmlformats.org/officeDocument/2006/relationships/slideLayout" Target="../slideLayouts/slideLayout49.xml"/><Relationship Id="rId10" Type="http://schemas.openxmlformats.org/officeDocument/2006/relationships/slideLayout" Target="../slideLayouts/slideLayout48.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5" Type="http://schemas.openxmlformats.org/officeDocument/2006/relationships/slideLayout" Target="../slideLayouts/slideLayout53.xml"/><Relationship Id="rId14" Type="http://schemas.openxmlformats.org/officeDocument/2006/relationships/slideLayout" Target="../slideLayouts/slideLayout52.xml"/><Relationship Id="rId17" Type="http://schemas.openxmlformats.org/officeDocument/2006/relationships/slideLayout" Target="../slideLayouts/slideLayout55.xml"/><Relationship Id="rId16" Type="http://schemas.openxmlformats.org/officeDocument/2006/relationships/slideLayout" Target="../slideLayouts/slideLayout54.xml"/><Relationship Id="rId19" Type="http://schemas.openxmlformats.org/officeDocument/2006/relationships/slideLayout" Target="../slideLayouts/slideLayout57.xml"/><Relationship Id="rId1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441357"/>
              </a:buClr>
              <a:buSzPts val="4400"/>
              <a:buFont typeface="Arial"/>
              <a:buNone/>
              <a:defRPr b="0" i="0" sz="4400" u="none" cap="none" strike="noStrike">
                <a:solidFill>
                  <a:srgbClr val="441357"/>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17500" lvl="0" marL="457200" marR="0" rtl="0" algn="l">
              <a:lnSpc>
                <a:spcPct val="110000"/>
              </a:lnSpc>
              <a:spcBef>
                <a:spcPts val="10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1pPr>
            <a:lvl2pPr indent="-317500" lvl="1" marL="914400"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2pPr>
            <a:lvl3pPr indent="-317500" lvl="2" marL="1371600"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3pPr>
            <a:lvl4pPr indent="-317500" lvl="3" marL="1828800"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4pPr>
            <a:lvl5pPr indent="-317500" lvl="4" marL="2286000" marR="0" rtl="0" algn="l">
              <a:lnSpc>
                <a:spcPct val="110000"/>
              </a:lnSpc>
              <a:spcBef>
                <a:spcPts val="500"/>
              </a:spcBef>
              <a:spcAft>
                <a:spcPts val="0"/>
              </a:spcAft>
              <a:buClr>
                <a:srgbClr val="E070EA"/>
              </a:buClr>
              <a:buSzPts val="1400"/>
              <a:buFont typeface="Arial"/>
              <a:buChar char="•"/>
              <a:defRPr b="0" i="0" sz="1400" u="none" cap="none" strike="noStrike">
                <a:solidFill>
                  <a:srgbClr val="5C2074"/>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91889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8" name="Shape 298"/>
        <p:cNvGrpSpPr/>
        <p:nvPr/>
      </p:nvGrpSpPr>
      <p:grpSpPr>
        <a:xfrm>
          <a:off x="0" y="0"/>
          <a:ext cx="0" cy="0"/>
          <a:chOff x="0" y="0"/>
          <a:chExt cx="0" cy="0"/>
        </a:xfrm>
      </p:grpSpPr>
      <p:sp>
        <p:nvSpPr>
          <p:cNvPr id="299" name="Google Shape;299;p28"/>
          <p:cNvSpPr txBox="1"/>
          <p:nvPr>
            <p:ph type="title"/>
          </p:nvPr>
        </p:nvSpPr>
        <p:spPr>
          <a:xfrm>
            <a:off x="720725" y="943610"/>
            <a:ext cx="2721000" cy="518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3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0" name="Google Shape;300;p28"/>
          <p:cNvSpPr txBox="1"/>
          <p:nvPr>
            <p:ph idx="1" type="body"/>
          </p:nvPr>
        </p:nvSpPr>
        <p:spPr>
          <a:xfrm>
            <a:off x="3197605" y="2629598"/>
            <a:ext cx="5796900" cy="16263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1550" u="sng" cap="none" strike="noStrike">
                <a:solidFill>
                  <a:srgbClr val="DF6EEA"/>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301" name="Google Shape;301;p28"/>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2" name="Google Shape;302;p28"/>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3" name="Google Shape;303;p28"/>
          <p:cNvSpPr txBox="1"/>
          <p:nvPr>
            <p:ph idx="12" type="sldNum"/>
          </p:nvPr>
        </p:nvSpPr>
        <p:spPr>
          <a:xfrm>
            <a:off x="11642090" y="6321604"/>
            <a:ext cx="260400" cy="184800"/>
          </a:xfrm>
          <a:prstGeom prst="rect">
            <a:avLst/>
          </a:prstGeom>
          <a:noFill/>
          <a:ln>
            <a:noFill/>
          </a:ln>
        </p:spPr>
        <p:txBody>
          <a:bodyPr anchorCtr="0" anchor="t" bIns="0" lIns="0" spcFirstLastPara="1" rIns="0" wrap="square" tIns="0">
            <a:spAutoFit/>
          </a:bodyPr>
          <a:lstStyle>
            <a:lvl1pPr indent="0" lvl="0" marL="38100" marR="0" rtl="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1pPr>
            <a:lvl2pPr indent="0" lvl="1" marL="38100" marR="0" rtl="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2pPr>
            <a:lvl3pPr indent="0" lvl="2" marL="38100" marR="0" rtl="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3pPr>
            <a:lvl4pPr indent="0" lvl="3" marL="38100" marR="0" rtl="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4pPr>
            <a:lvl5pPr indent="0" lvl="4" marL="38100" marR="0" rtl="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5pPr>
            <a:lvl6pPr indent="0" lvl="5" marL="38100" marR="0" rtl="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6pPr>
            <a:lvl7pPr indent="0" lvl="6" marL="38100" marR="0" rtl="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7pPr>
            <a:lvl8pPr indent="0" lvl="7" marL="38100" marR="0" rtl="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8pPr>
            <a:lvl9pPr indent="0" lvl="8" marL="38100" marR="0" rtl="0" algn="l">
              <a:lnSpc>
                <a:spcPct val="119166"/>
              </a:lnSpc>
              <a:spcBef>
                <a:spcPts val="0"/>
              </a:spcBef>
              <a:spcAft>
                <a:spcPts val="0"/>
              </a:spcAft>
              <a:buClr>
                <a:srgbClr val="000000"/>
              </a:buClr>
              <a:buSzPts val="1200"/>
              <a:buFont typeface="Arial"/>
              <a:buNone/>
              <a:defRPr b="0" i="0" sz="1200" u="none" cap="none" strike="noStrike">
                <a:solidFill>
                  <a:srgbClr val="E7E6E6"/>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5" name="Shape 345"/>
        <p:cNvGrpSpPr/>
        <p:nvPr/>
      </p:nvGrpSpPr>
      <p:grpSpPr>
        <a:xfrm>
          <a:off x="0" y="0"/>
          <a:ext cx="0" cy="0"/>
          <a:chOff x="0" y="0"/>
          <a:chExt cx="0" cy="0"/>
        </a:xfrm>
      </p:grpSpPr>
      <p:grpSp>
        <p:nvGrpSpPr>
          <p:cNvPr id="346" name="Google Shape;346;p31"/>
          <p:cNvGrpSpPr/>
          <p:nvPr/>
        </p:nvGrpSpPr>
        <p:grpSpPr>
          <a:xfrm>
            <a:off x="-1139853" y="727789"/>
            <a:ext cx="849900" cy="4778700"/>
            <a:chOff x="-1139853" y="727789"/>
            <a:chExt cx="849900" cy="4778700"/>
          </a:xfrm>
        </p:grpSpPr>
        <p:sp>
          <p:nvSpPr>
            <p:cNvPr id="347" name="Google Shape;347;p31"/>
            <p:cNvSpPr/>
            <p:nvPr/>
          </p:nvSpPr>
          <p:spPr>
            <a:xfrm>
              <a:off x="-1139853" y="727789"/>
              <a:ext cx="849900" cy="587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348" name="Google Shape;348;p31"/>
            <p:cNvSpPr/>
            <p:nvPr/>
          </p:nvSpPr>
          <p:spPr>
            <a:xfrm>
              <a:off x="-1139853" y="1426289"/>
              <a:ext cx="849900" cy="5877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349" name="Google Shape;349;p31"/>
            <p:cNvSpPr/>
            <p:nvPr/>
          </p:nvSpPr>
          <p:spPr>
            <a:xfrm>
              <a:off x="-1139853" y="2124789"/>
              <a:ext cx="849900" cy="5877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350" name="Google Shape;350;p31"/>
            <p:cNvSpPr/>
            <p:nvPr/>
          </p:nvSpPr>
          <p:spPr>
            <a:xfrm>
              <a:off x="-1139853" y="2823289"/>
              <a:ext cx="849900" cy="5877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351" name="Google Shape;351;p31"/>
            <p:cNvSpPr/>
            <p:nvPr/>
          </p:nvSpPr>
          <p:spPr>
            <a:xfrm>
              <a:off x="-1139853" y="3521789"/>
              <a:ext cx="849900" cy="5877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352" name="Google Shape;352;p31"/>
            <p:cNvSpPr/>
            <p:nvPr/>
          </p:nvSpPr>
          <p:spPr>
            <a:xfrm>
              <a:off x="-1139853" y="4220289"/>
              <a:ext cx="849900" cy="5877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353" name="Google Shape;353;p31"/>
            <p:cNvSpPr/>
            <p:nvPr/>
          </p:nvSpPr>
          <p:spPr>
            <a:xfrm>
              <a:off x="-1139853" y="4918789"/>
              <a:ext cx="849900" cy="5877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grpSp>
    </p:spTree>
  </p:cSld>
  <p:clrMap accent1="accent1" accent2="accent2" accent3="accent3" accent4="accent4" accent5="accent5" accent6="accent6" bg1="lt1" bg2="dk2" tx1="dk1" tx2="lt2" folHlink="folHlink" hlink="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3.png"/><Relationship Id="rId4" Type="http://schemas.openxmlformats.org/officeDocument/2006/relationships/image" Target="../media/image34.png"/><Relationship Id="rId9"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31.png"/><Relationship Id="rId7" Type="http://schemas.openxmlformats.org/officeDocument/2006/relationships/image" Target="../media/image51.png"/><Relationship Id="rId8" Type="http://schemas.openxmlformats.org/officeDocument/2006/relationships/image" Target="../media/image39.png"/><Relationship Id="rId11" Type="http://schemas.openxmlformats.org/officeDocument/2006/relationships/image" Target="../media/image40.jpg"/><Relationship Id="rId10" Type="http://schemas.openxmlformats.org/officeDocument/2006/relationships/image" Target="../media/image38.jpg"/><Relationship Id="rId13" Type="http://schemas.openxmlformats.org/officeDocument/2006/relationships/image" Target="../media/image43.png"/><Relationship Id="rId12" Type="http://schemas.openxmlformats.org/officeDocument/2006/relationships/image" Target="../media/image4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42.png"/><Relationship Id="rId4" Type="http://schemas.openxmlformats.org/officeDocument/2006/relationships/image" Target="../media/image4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1.xml"/><Relationship Id="rId3" Type="http://schemas.openxmlformats.org/officeDocument/2006/relationships/image" Target="../media/image4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7.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1"/>
          <p:cNvSpPr txBox="1"/>
          <p:nvPr>
            <p:ph type="ctrTitle"/>
          </p:nvPr>
        </p:nvSpPr>
        <p:spPr>
          <a:xfrm>
            <a:off x="191025" y="2070150"/>
            <a:ext cx="5176500" cy="2717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5000"/>
              <a:buFont typeface="Arial"/>
              <a:buNone/>
            </a:pPr>
            <a:r>
              <a:rPr lang="en-US">
                <a:latin typeface="Montserrat"/>
                <a:ea typeface="Montserrat"/>
                <a:cs typeface="Montserrat"/>
                <a:sym typeface="Montserrat"/>
              </a:rPr>
              <a:t>Growth Team Overview</a:t>
            </a:r>
            <a:endParaRPr>
              <a:latin typeface="Montserrat"/>
              <a:ea typeface="Montserrat"/>
              <a:cs typeface="Montserrat"/>
              <a:sym typeface="Montserrat"/>
            </a:endParaRPr>
          </a:p>
        </p:txBody>
      </p:sp>
      <p:pic>
        <p:nvPicPr>
          <p:cNvPr id="495" name="Google Shape;495;p1"/>
          <p:cNvPicPr preferRelativeResize="0"/>
          <p:nvPr>
            <p:ph idx="2" type="pic"/>
          </p:nvPr>
        </p:nvPicPr>
        <p:blipFill rotWithShape="1">
          <a:blip r:embed="rId3">
            <a:alphaModFix/>
          </a:blip>
          <a:srcRect b="0" l="6852" r="6853" t="0"/>
          <a:stretch/>
        </p:blipFill>
        <p:spPr>
          <a:xfrm>
            <a:off x="5478000" y="71475"/>
            <a:ext cx="6713999" cy="6786526"/>
          </a:xfrm>
          <a:prstGeom prst="rect">
            <a:avLst/>
          </a:prstGeom>
          <a:noFill/>
          <a:ln>
            <a:noFill/>
          </a:ln>
        </p:spPr>
      </p:pic>
      <p:sp>
        <p:nvSpPr>
          <p:cNvPr id="496" name="Google Shape;496;p1"/>
          <p:cNvSpPr txBox="1"/>
          <p:nvPr/>
        </p:nvSpPr>
        <p:spPr>
          <a:xfrm>
            <a:off x="297300" y="6080775"/>
            <a:ext cx="4854600" cy="43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Created</a:t>
            </a:r>
            <a:endParaRPr b="0" i="0" sz="14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2"/>
          <p:cNvSpPr txBox="1"/>
          <p:nvPr>
            <p:ph idx="1" type="body"/>
          </p:nvPr>
        </p:nvSpPr>
        <p:spPr>
          <a:xfrm>
            <a:off x="0" y="3036338"/>
            <a:ext cx="6096000" cy="785400"/>
          </a:xfrm>
          <a:prstGeom prst="rect">
            <a:avLst/>
          </a:prstGeom>
          <a:noFill/>
          <a:ln>
            <a:noFill/>
          </a:ln>
        </p:spPr>
        <p:txBody>
          <a:bodyPr anchorCtr="0" anchor="ctr" bIns="45700" lIns="45700" spcFirstLastPara="1" rIns="45700" wrap="square" tIns="45700">
            <a:noAutofit/>
          </a:bodyPr>
          <a:lstStyle/>
          <a:p>
            <a:pPr indent="0" lvl="0" marL="50800" rtl="0" algn="ctr">
              <a:lnSpc>
                <a:spcPct val="90000"/>
              </a:lnSpc>
              <a:spcBef>
                <a:spcPts val="1000"/>
              </a:spcBef>
              <a:spcAft>
                <a:spcPts val="0"/>
              </a:spcAft>
              <a:buSzPts val="2800"/>
              <a:buNone/>
            </a:pPr>
            <a:r>
              <a:rPr lang="en-US" sz="4800">
                <a:solidFill>
                  <a:schemeClr val="lt1"/>
                </a:solidFill>
                <a:latin typeface="Arial"/>
                <a:ea typeface="Arial"/>
                <a:cs typeface="Arial"/>
                <a:sym typeface="Arial"/>
              </a:rPr>
              <a:t>AGENDA</a:t>
            </a:r>
            <a:endParaRPr/>
          </a:p>
        </p:txBody>
      </p:sp>
      <p:sp>
        <p:nvSpPr>
          <p:cNvPr id="503" name="Google Shape;503;p2"/>
          <p:cNvSpPr txBox="1"/>
          <p:nvPr/>
        </p:nvSpPr>
        <p:spPr>
          <a:xfrm>
            <a:off x="6698755" y="1362697"/>
            <a:ext cx="4894500" cy="28629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2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Who is Cover Whale?</a:t>
            </a:r>
            <a:endParaRPr b="0" i="0" sz="2000" u="none" cap="none" strike="noStrike">
              <a:solidFill>
                <a:schemeClr val="dk1"/>
              </a:solidFill>
              <a:latin typeface="Arial"/>
              <a:ea typeface="Arial"/>
              <a:cs typeface="Arial"/>
              <a:sym typeface="Arial"/>
            </a:endParaRPr>
          </a:p>
          <a:p>
            <a:pPr indent="-355600" lvl="0" marL="457200" marR="0" rtl="0" algn="l">
              <a:lnSpc>
                <a:spcPct val="2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Growth Team Overview &amp; Goals</a:t>
            </a:r>
            <a:endParaRPr b="0" i="0" sz="2000" u="none" cap="none" strike="noStrike">
              <a:solidFill>
                <a:schemeClr val="dk1"/>
              </a:solidFill>
              <a:latin typeface="Arial"/>
              <a:ea typeface="Arial"/>
              <a:cs typeface="Arial"/>
              <a:sym typeface="Arial"/>
            </a:endParaRPr>
          </a:p>
          <a:p>
            <a:pPr indent="-355600" lvl="0" marL="457200" marR="0" rtl="0" algn="l">
              <a:lnSpc>
                <a:spcPct val="2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What makes a Partner?</a:t>
            </a:r>
            <a:endParaRPr b="0" i="0" sz="2000" u="none" cap="none" strike="noStrike">
              <a:solidFill>
                <a:schemeClr val="dk1"/>
              </a:solidFill>
              <a:latin typeface="Arial"/>
              <a:ea typeface="Arial"/>
              <a:cs typeface="Arial"/>
              <a:sym typeface="Arial"/>
            </a:endParaRPr>
          </a:p>
          <a:p>
            <a:pPr indent="-355600" lvl="0" marL="457200" marR="0" rtl="0" algn="l">
              <a:lnSpc>
                <a:spcPct val="2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The roles of BDMs &amp; BDAs</a:t>
            </a:r>
            <a:endParaRPr b="0" i="0" sz="1400" u="none" cap="none" strike="noStrike">
              <a:solidFill>
                <a:srgbClr val="000000"/>
              </a:solidFill>
              <a:latin typeface="Arial"/>
              <a:ea typeface="Arial"/>
              <a:cs typeface="Arial"/>
              <a:sym typeface="Arial"/>
            </a:endParaRPr>
          </a:p>
          <a:p>
            <a:pPr indent="-355600" lvl="0" marL="457200" marR="0" rtl="0" algn="l">
              <a:lnSpc>
                <a:spcPct val="2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Team Metrics &amp; Partner Reporting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509" name="Google Shape;509;p3"/>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
        <p:nvSpPr>
          <p:cNvPr id="510" name="Google Shape;510;p3"/>
          <p:cNvSpPr txBox="1"/>
          <p:nvPr/>
        </p:nvSpPr>
        <p:spPr>
          <a:xfrm>
            <a:off x="3050381" y="3244334"/>
            <a:ext cx="6100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11" name="Google Shape;511;p3"/>
          <p:cNvSpPr txBox="1"/>
          <p:nvPr/>
        </p:nvSpPr>
        <p:spPr>
          <a:xfrm>
            <a:off x="3050381" y="3244334"/>
            <a:ext cx="6100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12" name="Google Shape;512;p3"/>
          <p:cNvSpPr txBox="1"/>
          <p:nvPr/>
        </p:nvSpPr>
        <p:spPr>
          <a:xfrm>
            <a:off x="3049859" y="3244334"/>
            <a:ext cx="609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13" name="Google Shape;513;p3"/>
          <p:cNvSpPr txBox="1"/>
          <p:nvPr/>
        </p:nvSpPr>
        <p:spPr>
          <a:xfrm>
            <a:off x="3049859" y="3244334"/>
            <a:ext cx="609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14" name="Google Shape;514;p3"/>
          <p:cNvSpPr txBox="1"/>
          <p:nvPr/>
        </p:nvSpPr>
        <p:spPr>
          <a:xfrm>
            <a:off x="3049859" y="3244334"/>
            <a:ext cx="609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15" name="Google Shape;515;p3"/>
          <p:cNvSpPr txBox="1"/>
          <p:nvPr/>
        </p:nvSpPr>
        <p:spPr>
          <a:xfrm>
            <a:off x="3049859" y="3244334"/>
            <a:ext cx="609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pic>
        <p:nvPicPr>
          <p:cNvPr id="516" name="Google Shape;516;p3"/>
          <p:cNvPicPr preferRelativeResize="0"/>
          <p:nvPr/>
        </p:nvPicPr>
        <p:blipFill rotWithShape="1">
          <a:blip r:embed="rId3">
            <a:alphaModFix/>
          </a:blip>
          <a:srcRect b="0" l="0" r="0" t="0"/>
          <a:stretch/>
        </p:blipFill>
        <p:spPr>
          <a:xfrm>
            <a:off x="0" y="0"/>
            <a:ext cx="12192000" cy="685800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517" name="Google Shape;517;p3"/>
          <p:cNvSpPr txBox="1"/>
          <p:nvPr/>
        </p:nvSpPr>
        <p:spPr>
          <a:xfrm>
            <a:off x="1360885" y="1030288"/>
            <a:ext cx="6207900" cy="1139100"/>
          </a:xfrm>
          <a:prstGeom prst="rect">
            <a:avLst/>
          </a:prstGeom>
          <a:noFill/>
          <a:ln>
            <a:noFill/>
          </a:ln>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WHO IS COVER WHALE</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dk1"/>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p:txBody>
      </p:sp>
      <p:sp>
        <p:nvSpPr>
          <p:cNvPr id="518" name="Google Shape;518;p3"/>
          <p:cNvSpPr txBox="1"/>
          <p:nvPr/>
        </p:nvSpPr>
        <p:spPr>
          <a:xfrm>
            <a:off x="1524000" y="1801922"/>
            <a:ext cx="8440200" cy="1477500"/>
          </a:xfrm>
          <a:prstGeom prst="rect">
            <a:avLst/>
          </a:prstGeom>
          <a:noFill/>
          <a:ln>
            <a:noFill/>
          </a:ln>
        </p:spPr>
        <p:txBody>
          <a:bodyPr anchorCtr="0" anchor="t" bIns="45700" lIns="91425" spcFirstLastPara="1" rIns="91425" wrap="square" tIns="45700">
            <a:spAutoFit/>
          </a:bodyPr>
          <a:lstStyle/>
          <a:p>
            <a:pPr indent="0" lvl="0" marL="12700" marR="5080" rtl="0" algn="just">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Inter"/>
                <a:ea typeface="Inter"/>
                <a:cs typeface="Inter"/>
                <a:sym typeface="Inter"/>
              </a:rPr>
              <a:t>Cover Whale, an insurTech MGA founded in 2019, uses data and technology to provide a trucking platform that streamlines the application and quoting process to provide industry-leading 24/7 access to fast quotes, binders, and policy documents.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9" name="Google Shape;519;p3"/>
          <p:cNvSpPr txBox="1"/>
          <p:nvPr/>
        </p:nvSpPr>
        <p:spPr>
          <a:xfrm>
            <a:off x="1746647" y="3457575"/>
            <a:ext cx="8440200" cy="1385400"/>
          </a:xfrm>
          <a:prstGeom prst="rect">
            <a:avLst/>
          </a:prstGeom>
          <a:noFill/>
          <a:ln>
            <a:noFill/>
          </a:ln>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rgbClr val="DF6FEA"/>
                </a:solidFill>
                <a:latin typeface="Inter"/>
                <a:ea typeface="Inter"/>
                <a:cs typeface="Inter"/>
                <a:sym typeface="Inter"/>
              </a:rPr>
              <a:t>Our current product offerings for Commercial Auto include:</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dk1"/>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p:txBody>
      </p:sp>
      <p:sp>
        <p:nvSpPr>
          <p:cNvPr id="520" name="Google Shape;520;p3"/>
          <p:cNvSpPr txBox="1"/>
          <p:nvPr/>
        </p:nvSpPr>
        <p:spPr>
          <a:xfrm>
            <a:off x="2150271" y="4334470"/>
            <a:ext cx="2825400" cy="1616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accent2"/>
              </a:buClr>
              <a:buSzPts val="1800"/>
              <a:buFont typeface="Arial"/>
              <a:buChar char="•"/>
            </a:pPr>
            <a:r>
              <a:rPr b="0" i="0" lang="en-US" sz="1800" u="none" cap="none" strike="noStrike">
                <a:solidFill>
                  <a:schemeClr val="lt2"/>
                </a:solidFill>
                <a:latin typeface="Inter"/>
                <a:ea typeface="Inter"/>
                <a:cs typeface="Inter"/>
                <a:sym typeface="Inter"/>
              </a:rPr>
              <a:t>Auto Liability</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accent2"/>
              </a:buClr>
              <a:buSzPts val="1800"/>
              <a:buFont typeface="Arial"/>
              <a:buChar char="•"/>
            </a:pPr>
            <a:r>
              <a:rPr b="0" i="0" lang="en-US" sz="1800" u="none" cap="none" strike="noStrike">
                <a:solidFill>
                  <a:schemeClr val="lt2"/>
                </a:solidFill>
                <a:latin typeface="Inter"/>
                <a:ea typeface="Inter"/>
                <a:cs typeface="Inter"/>
                <a:sym typeface="Inter"/>
              </a:rPr>
              <a:t>Auto Physical Damage</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accent2"/>
              </a:buClr>
              <a:buSzPts val="1800"/>
              <a:buFont typeface="Arial"/>
              <a:buChar char="•"/>
            </a:pPr>
            <a:r>
              <a:rPr b="0" i="0" lang="en-US" sz="1800" u="none" cap="none" strike="noStrike">
                <a:solidFill>
                  <a:schemeClr val="lt2"/>
                </a:solidFill>
                <a:latin typeface="Inter"/>
                <a:ea typeface="Inter"/>
                <a:cs typeface="Inter"/>
                <a:sym typeface="Inter"/>
              </a:rPr>
              <a:t>Motor Truck Cargo</a:t>
            </a:r>
            <a:endParaRPr b="0" i="0" sz="1400" u="none" cap="none" strike="noStrike">
              <a:solidFill>
                <a:srgbClr val="000000"/>
              </a:solidFill>
              <a:latin typeface="Arial"/>
              <a:ea typeface="Arial"/>
              <a:cs typeface="Arial"/>
              <a:sym typeface="Arial"/>
            </a:endParaRPr>
          </a:p>
        </p:txBody>
      </p:sp>
      <p:sp>
        <p:nvSpPr>
          <p:cNvPr id="521" name="Google Shape;521;p3"/>
          <p:cNvSpPr txBox="1"/>
          <p:nvPr/>
        </p:nvSpPr>
        <p:spPr>
          <a:xfrm>
            <a:off x="5607844" y="4325936"/>
            <a:ext cx="6215100" cy="1200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accent2"/>
              </a:buClr>
              <a:buSzPts val="1800"/>
              <a:buFont typeface="Arial"/>
              <a:buChar char="•"/>
            </a:pPr>
            <a:r>
              <a:rPr b="0" i="0" lang="en-US" sz="1800" u="none" cap="none" strike="noStrike">
                <a:solidFill>
                  <a:schemeClr val="lt2"/>
                </a:solidFill>
                <a:latin typeface="Inter"/>
                <a:ea typeface="Inter"/>
                <a:cs typeface="Inter"/>
                <a:sym typeface="Inter"/>
              </a:rPr>
              <a:t>Truckers General Liability</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accent2"/>
              </a:buClr>
              <a:buSzPts val="1800"/>
              <a:buFont typeface="Arial"/>
              <a:buChar char="•"/>
            </a:pPr>
            <a:r>
              <a:rPr b="0" i="0" lang="en-US" sz="1800" u="none" cap="none" strike="noStrike">
                <a:solidFill>
                  <a:schemeClr val="lt2"/>
                </a:solidFill>
                <a:latin typeface="Inter"/>
                <a:ea typeface="Inter"/>
                <a:cs typeface="Inter"/>
                <a:sym typeface="Inter"/>
              </a:rPr>
              <a:t>Non-Trucking Liability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4"/>
          <p:cNvSpPr txBox="1"/>
          <p:nvPr>
            <p:ph type="ctrTitle"/>
          </p:nvPr>
        </p:nvSpPr>
        <p:spPr>
          <a:xfrm>
            <a:off x="707572" y="2698449"/>
            <a:ext cx="4588200" cy="30075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527" name="Google Shape;527;p4"/>
          <p:cNvSpPr txBox="1"/>
          <p:nvPr/>
        </p:nvSpPr>
        <p:spPr>
          <a:xfrm>
            <a:off x="3050381" y="3244334"/>
            <a:ext cx="6100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28" name="Google Shape;528;p4"/>
          <p:cNvSpPr txBox="1"/>
          <p:nvPr/>
        </p:nvSpPr>
        <p:spPr>
          <a:xfrm>
            <a:off x="3050381" y="3244334"/>
            <a:ext cx="6100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29" name="Google Shape;529;p4"/>
          <p:cNvSpPr txBox="1"/>
          <p:nvPr/>
        </p:nvSpPr>
        <p:spPr>
          <a:xfrm>
            <a:off x="3049859" y="3244334"/>
            <a:ext cx="609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30" name="Google Shape;530;p4"/>
          <p:cNvSpPr txBox="1"/>
          <p:nvPr/>
        </p:nvSpPr>
        <p:spPr>
          <a:xfrm>
            <a:off x="3049859" y="3244334"/>
            <a:ext cx="609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31" name="Google Shape;531;p4"/>
          <p:cNvSpPr txBox="1"/>
          <p:nvPr/>
        </p:nvSpPr>
        <p:spPr>
          <a:xfrm>
            <a:off x="3049859" y="3244334"/>
            <a:ext cx="609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532" name="Google Shape;532;p4"/>
          <p:cNvSpPr txBox="1"/>
          <p:nvPr/>
        </p:nvSpPr>
        <p:spPr>
          <a:xfrm>
            <a:off x="3049859" y="3244334"/>
            <a:ext cx="609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pic>
        <p:nvPicPr>
          <p:cNvPr id="533" name="Google Shape;533;p4"/>
          <p:cNvPicPr preferRelativeResize="0"/>
          <p:nvPr/>
        </p:nvPicPr>
        <p:blipFill rotWithShape="1">
          <a:blip r:embed="rId3">
            <a:alphaModFix/>
          </a:blip>
          <a:srcRect b="0" l="0" r="0" t="0"/>
          <a:stretch/>
        </p:blipFill>
        <p:spPr>
          <a:xfrm>
            <a:off x="0" y="0"/>
            <a:ext cx="12192000" cy="685800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534" name="Google Shape;534;p4"/>
          <p:cNvSpPr txBox="1"/>
          <p:nvPr/>
        </p:nvSpPr>
        <p:spPr>
          <a:xfrm>
            <a:off x="1030003" y="569095"/>
            <a:ext cx="4588200" cy="1631700"/>
          </a:xfrm>
          <a:prstGeom prst="rect">
            <a:avLst/>
          </a:prstGeom>
          <a:noFill/>
          <a:ln>
            <a:noFill/>
          </a:ln>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Better for Truckers. Faster for Agents.</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dk1"/>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p:txBody>
      </p:sp>
      <p:sp>
        <p:nvSpPr>
          <p:cNvPr id="535" name="Google Shape;535;p4"/>
          <p:cNvSpPr/>
          <p:nvPr>
            <p:ph idx="2" type="pic"/>
          </p:nvPr>
        </p:nvSpPr>
        <p:spPr>
          <a:xfrm>
            <a:off x="6281074" y="-29140"/>
            <a:ext cx="5901000" cy="6910500"/>
          </a:xfrm>
          <a:prstGeom prst="rect">
            <a:avLst/>
          </a:prstGeom>
          <a:solidFill>
            <a:schemeClr val="lt2"/>
          </a:solidFill>
          <a:ln>
            <a:noFill/>
          </a:ln>
        </p:spPr>
      </p:sp>
      <p:pic>
        <p:nvPicPr>
          <p:cNvPr id="536" name="Google Shape;536;p4"/>
          <p:cNvPicPr preferRelativeResize="0"/>
          <p:nvPr/>
        </p:nvPicPr>
        <p:blipFill rotWithShape="1">
          <a:blip r:embed="rId4">
            <a:alphaModFix/>
          </a:blip>
          <a:srcRect b="0" l="0" r="0" t="0"/>
          <a:stretch/>
        </p:blipFill>
        <p:spPr>
          <a:xfrm>
            <a:off x="128850" y="1900238"/>
            <a:ext cx="6038850" cy="3057525"/>
          </a:xfrm>
          <a:prstGeom prst="rect">
            <a:avLst/>
          </a:prstGeom>
          <a:solidFill>
            <a:srgbClr val="ECECEC"/>
          </a:solidFill>
          <a:ln cap="sq" cmpd="sng" w="88900">
            <a:solidFill>
              <a:srgbClr val="FFFFFF"/>
            </a:solidFill>
            <a:prstDash val="solid"/>
            <a:miter lim="8000"/>
            <a:headEnd len="sm" w="sm" type="none"/>
            <a:tailEnd len="sm" w="sm" type="none"/>
          </a:ln>
          <a:effectLst>
            <a:outerShdw blurRad="55000" rotWithShape="0" algn="tl" dir="5400000" dist="18000">
              <a:srgbClr val="000000">
                <a:alpha val="40000"/>
              </a:srgbClr>
            </a:outerShdw>
          </a:effectLst>
        </p:spPr>
      </p:pic>
      <p:pic>
        <p:nvPicPr>
          <p:cNvPr id="537" name="Google Shape;537;p4"/>
          <p:cNvPicPr preferRelativeResize="0"/>
          <p:nvPr/>
        </p:nvPicPr>
        <p:blipFill rotWithShape="1">
          <a:blip r:embed="rId5">
            <a:alphaModFix/>
          </a:blip>
          <a:srcRect b="0" l="0" r="0" t="0"/>
          <a:stretch/>
        </p:blipFill>
        <p:spPr>
          <a:xfrm>
            <a:off x="6281075" y="1369131"/>
            <a:ext cx="5901000" cy="41197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25000">
              <a:schemeClr val="dk2"/>
            </a:gs>
            <a:gs pos="90000">
              <a:schemeClr val="lt2"/>
            </a:gs>
            <a:gs pos="100000">
              <a:schemeClr val="lt2"/>
            </a:gs>
          </a:gsLst>
          <a:lin ang="2700006" scaled="0"/>
        </a:gradFill>
      </p:bgPr>
    </p:bg>
    <p:spTree>
      <p:nvGrpSpPr>
        <p:cNvPr id="541" name="Shape 541"/>
        <p:cNvGrpSpPr/>
        <p:nvPr/>
      </p:nvGrpSpPr>
      <p:grpSpPr>
        <a:xfrm>
          <a:off x="0" y="0"/>
          <a:ext cx="0" cy="0"/>
          <a:chOff x="0" y="0"/>
          <a:chExt cx="0" cy="0"/>
        </a:xfrm>
      </p:grpSpPr>
      <p:sp>
        <p:nvSpPr>
          <p:cNvPr id="542" name="Google Shape;542;p5"/>
          <p:cNvSpPr txBox="1"/>
          <p:nvPr>
            <p:ph type="title"/>
          </p:nvPr>
        </p:nvSpPr>
        <p:spPr>
          <a:xfrm>
            <a:off x="641350" y="395289"/>
            <a:ext cx="10515600" cy="9954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Inter"/>
              <a:buNone/>
            </a:pPr>
            <a:r>
              <a:rPr b="0" i="0" lang="en-US" sz="3200" u="none" cap="none" strike="noStrike">
                <a:solidFill>
                  <a:schemeClr val="lt1"/>
                </a:solidFill>
              </a:rPr>
              <a:t>The Cover Whale platform is the </a:t>
            </a:r>
            <a:r>
              <a:rPr i="0" lang="en-US" sz="3200" u="none" cap="none" strike="noStrike">
                <a:solidFill>
                  <a:schemeClr val="lt1"/>
                </a:solidFill>
              </a:rPr>
              <a:t>fastest</a:t>
            </a:r>
            <a:r>
              <a:rPr b="0" i="0" lang="en-US" sz="3200" u="none" cap="none" strike="noStrike">
                <a:solidFill>
                  <a:schemeClr val="lt1"/>
                </a:solidFill>
              </a:rPr>
              <a:t>, </a:t>
            </a:r>
            <a:r>
              <a:rPr i="0" lang="en-US" sz="3200" u="none" cap="none" strike="noStrike">
                <a:solidFill>
                  <a:schemeClr val="lt1"/>
                </a:solidFill>
              </a:rPr>
              <a:t>most efficient</a:t>
            </a:r>
            <a:r>
              <a:rPr b="0" i="0" lang="en-US" sz="3200" u="none" cap="none" strike="noStrike">
                <a:solidFill>
                  <a:schemeClr val="lt1"/>
                </a:solidFill>
              </a:rPr>
              <a:t> way to price and place </a:t>
            </a:r>
            <a:r>
              <a:rPr i="0" lang="en-US" sz="3200" u="none" cap="none" strike="noStrike">
                <a:solidFill>
                  <a:schemeClr val="lt1"/>
                </a:solidFill>
              </a:rPr>
              <a:t>transportation risks</a:t>
            </a:r>
            <a:r>
              <a:rPr b="0" i="0" lang="en-US" sz="3200" u="none" cap="none" strike="noStrike">
                <a:solidFill>
                  <a:schemeClr val="lt1"/>
                </a:solidFill>
              </a:rPr>
              <a:t>.</a:t>
            </a:r>
            <a:br>
              <a:rPr b="0" i="0" lang="en-US" sz="3200" u="none" cap="none" strike="noStrike">
                <a:solidFill>
                  <a:schemeClr val="lt1"/>
                </a:solidFill>
              </a:rPr>
            </a:br>
            <a:endParaRPr/>
          </a:p>
        </p:txBody>
      </p:sp>
      <p:sp>
        <p:nvSpPr>
          <p:cNvPr id="543" name="Google Shape;543;p5"/>
          <p:cNvSpPr txBox="1"/>
          <p:nvPr/>
        </p:nvSpPr>
        <p:spPr>
          <a:xfrm>
            <a:off x="641350" y="395289"/>
            <a:ext cx="10515600" cy="99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200" u="none" cap="none" strike="noStrike">
              <a:solidFill>
                <a:schemeClr val="lt1"/>
              </a:solidFill>
              <a:latin typeface="Arial"/>
              <a:ea typeface="Arial"/>
              <a:cs typeface="Arial"/>
              <a:sym typeface="Arial"/>
            </a:endParaRPr>
          </a:p>
        </p:txBody>
      </p:sp>
      <p:grpSp>
        <p:nvGrpSpPr>
          <p:cNvPr id="544" name="Google Shape;544;p5"/>
          <p:cNvGrpSpPr/>
          <p:nvPr/>
        </p:nvGrpSpPr>
        <p:grpSpPr>
          <a:xfrm>
            <a:off x="349261" y="1733274"/>
            <a:ext cx="11842992" cy="3534453"/>
            <a:chOff x="349261" y="1352274"/>
            <a:chExt cx="11842992" cy="3534453"/>
          </a:xfrm>
        </p:grpSpPr>
        <p:sp>
          <p:nvSpPr>
            <p:cNvPr id="545" name="Google Shape;545;p5"/>
            <p:cNvSpPr/>
            <p:nvPr/>
          </p:nvSpPr>
          <p:spPr>
            <a:xfrm>
              <a:off x="6737646" y="2414717"/>
              <a:ext cx="1844675" cy="1842135"/>
            </a:xfrm>
            <a:custGeom>
              <a:rect b="b" l="l" r="r" t="t"/>
              <a:pathLst>
                <a:path extrusionOk="0" h="1842135" w="1844675">
                  <a:moveTo>
                    <a:pt x="930043" y="0"/>
                  </a:moveTo>
                  <a:lnTo>
                    <a:pt x="884277" y="816"/>
                  </a:lnTo>
                  <a:lnTo>
                    <a:pt x="838267" y="3944"/>
                  </a:lnTo>
                  <a:lnTo>
                    <a:pt x="792083" y="9426"/>
                  </a:lnTo>
                  <a:lnTo>
                    <a:pt x="745795" y="17303"/>
                  </a:lnTo>
                  <a:lnTo>
                    <a:pt x="699473" y="27619"/>
                  </a:lnTo>
                  <a:lnTo>
                    <a:pt x="653719" y="40260"/>
                  </a:lnTo>
                  <a:lnTo>
                    <a:pt x="609140" y="55038"/>
                  </a:lnTo>
                  <a:lnTo>
                    <a:pt x="565778" y="71883"/>
                  </a:lnTo>
                  <a:lnTo>
                    <a:pt x="523675" y="90724"/>
                  </a:lnTo>
                  <a:lnTo>
                    <a:pt x="482874" y="111492"/>
                  </a:lnTo>
                  <a:lnTo>
                    <a:pt x="443416" y="134116"/>
                  </a:lnTo>
                  <a:lnTo>
                    <a:pt x="405345" y="158527"/>
                  </a:lnTo>
                  <a:lnTo>
                    <a:pt x="368701" y="184653"/>
                  </a:lnTo>
                  <a:lnTo>
                    <a:pt x="333528" y="212425"/>
                  </a:lnTo>
                  <a:lnTo>
                    <a:pt x="299868" y="241773"/>
                  </a:lnTo>
                  <a:lnTo>
                    <a:pt x="267763" y="272626"/>
                  </a:lnTo>
                  <a:lnTo>
                    <a:pt x="237254" y="304915"/>
                  </a:lnTo>
                  <a:lnTo>
                    <a:pt x="208385" y="338569"/>
                  </a:lnTo>
                  <a:lnTo>
                    <a:pt x="181198" y="373518"/>
                  </a:lnTo>
                  <a:lnTo>
                    <a:pt x="155734" y="409692"/>
                  </a:lnTo>
                  <a:lnTo>
                    <a:pt x="132037" y="447021"/>
                  </a:lnTo>
                  <a:lnTo>
                    <a:pt x="110148" y="485434"/>
                  </a:lnTo>
                  <a:lnTo>
                    <a:pt x="90109" y="524862"/>
                  </a:lnTo>
                  <a:lnTo>
                    <a:pt x="71963" y="565234"/>
                  </a:lnTo>
                  <a:lnTo>
                    <a:pt x="55751" y="606480"/>
                  </a:lnTo>
                  <a:lnTo>
                    <a:pt x="41518" y="648530"/>
                  </a:lnTo>
                  <a:lnTo>
                    <a:pt x="29303" y="691314"/>
                  </a:lnTo>
                  <a:lnTo>
                    <a:pt x="19150" y="734762"/>
                  </a:lnTo>
                  <a:lnTo>
                    <a:pt x="11101" y="778803"/>
                  </a:lnTo>
                  <a:lnTo>
                    <a:pt x="5198" y="823367"/>
                  </a:lnTo>
                  <a:lnTo>
                    <a:pt x="1484" y="868384"/>
                  </a:lnTo>
                  <a:lnTo>
                    <a:pt x="0" y="913785"/>
                  </a:lnTo>
                  <a:lnTo>
                    <a:pt x="788" y="959498"/>
                  </a:lnTo>
                  <a:lnTo>
                    <a:pt x="3892" y="1005454"/>
                  </a:lnTo>
                  <a:lnTo>
                    <a:pt x="9353" y="1051583"/>
                  </a:lnTo>
                  <a:lnTo>
                    <a:pt x="17214" y="1097813"/>
                  </a:lnTo>
                  <a:lnTo>
                    <a:pt x="27516" y="1144076"/>
                  </a:lnTo>
                  <a:lnTo>
                    <a:pt x="40135" y="1189759"/>
                  </a:lnTo>
                  <a:lnTo>
                    <a:pt x="54896" y="1234267"/>
                  </a:lnTo>
                  <a:lnTo>
                    <a:pt x="71727" y="1277558"/>
                  </a:lnTo>
                  <a:lnTo>
                    <a:pt x="90560" y="1319590"/>
                  </a:lnTo>
                  <a:lnTo>
                    <a:pt x="111323" y="1360321"/>
                  </a:lnTo>
                  <a:lnTo>
                    <a:pt x="133946" y="1399709"/>
                  </a:lnTo>
                  <a:lnTo>
                    <a:pt x="158359" y="1437711"/>
                  </a:lnTo>
                  <a:lnTo>
                    <a:pt x="184492" y="1474286"/>
                  </a:lnTo>
                  <a:lnTo>
                    <a:pt x="212274" y="1509392"/>
                  </a:lnTo>
                  <a:lnTo>
                    <a:pt x="241635" y="1542986"/>
                  </a:lnTo>
                  <a:lnTo>
                    <a:pt x="272505" y="1575027"/>
                  </a:lnTo>
                  <a:lnTo>
                    <a:pt x="304814" y="1605471"/>
                  </a:lnTo>
                  <a:lnTo>
                    <a:pt x="338491" y="1634278"/>
                  </a:lnTo>
                  <a:lnTo>
                    <a:pt x="373466" y="1661404"/>
                  </a:lnTo>
                  <a:lnTo>
                    <a:pt x="409668" y="1686809"/>
                  </a:lnTo>
                  <a:lnTo>
                    <a:pt x="447029" y="1710449"/>
                  </a:lnTo>
                  <a:lnTo>
                    <a:pt x="485476" y="1732282"/>
                  </a:lnTo>
                  <a:lnTo>
                    <a:pt x="524940" y="1752268"/>
                  </a:lnTo>
                  <a:lnTo>
                    <a:pt x="565351" y="1770362"/>
                  </a:lnTo>
                  <a:lnTo>
                    <a:pt x="606638" y="1786524"/>
                  </a:lnTo>
                  <a:lnTo>
                    <a:pt x="648732" y="1800711"/>
                  </a:lnTo>
                  <a:lnTo>
                    <a:pt x="691561" y="1812881"/>
                  </a:lnTo>
                  <a:lnTo>
                    <a:pt x="735055" y="1822992"/>
                  </a:lnTo>
                  <a:lnTo>
                    <a:pt x="779145" y="1831002"/>
                  </a:lnTo>
                  <a:lnTo>
                    <a:pt x="823760" y="1836868"/>
                  </a:lnTo>
                  <a:lnTo>
                    <a:pt x="868830" y="1840549"/>
                  </a:lnTo>
                  <a:lnTo>
                    <a:pt x="914284" y="1842002"/>
                  </a:lnTo>
                  <a:lnTo>
                    <a:pt x="960052" y="1841186"/>
                  </a:lnTo>
                  <a:lnTo>
                    <a:pt x="1006065" y="1838058"/>
                  </a:lnTo>
                  <a:lnTo>
                    <a:pt x="1052250" y="1832576"/>
                  </a:lnTo>
                  <a:lnTo>
                    <a:pt x="1098540" y="1824698"/>
                  </a:lnTo>
                  <a:lnTo>
                    <a:pt x="1144862" y="1814382"/>
                  </a:lnTo>
                  <a:lnTo>
                    <a:pt x="1190616" y="1801741"/>
                  </a:lnTo>
                  <a:lnTo>
                    <a:pt x="1235195" y="1786964"/>
                  </a:lnTo>
                  <a:lnTo>
                    <a:pt x="1278557" y="1770119"/>
                  </a:lnTo>
                  <a:lnTo>
                    <a:pt x="1320660" y="1751278"/>
                  </a:lnTo>
                  <a:lnTo>
                    <a:pt x="1361461" y="1730510"/>
                  </a:lnTo>
                  <a:lnTo>
                    <a:pt x="1400918" y="1707886"/>
                  </a:lnTo>
                  <a:lnTo>
                    <a:pt x="1438990" y="1683475"/>
                  </a:lnTo>
                  <a:lnTo>
                    <a:pt x="1475633" y="1657349"/>
                  </a:lnTo>
                  <a:lnTo>
                    <a:pt x="1510806" y="1629577"/>
                  </a:lnTo>
                  <a:lnTo>
                    <a:pt x="1544467" y="1600229"/>
                  </a:lnTo>
                  <a:lnTo>
                    <a:pt x="1576572" y="1569375"/>
                  </a:lnTo>
                  <a:lnTo>
                    <a:pt x="1607080" y="1537087"/>
                  </a:lnTo>
                  <a:lnTo>
                    <a:pt x="1635949" y="1503433"/>
                  </a:lnTo>
                  <a:lnTo>
                    <a:pt x="1663137" y="1468484"/>
                  </a:lnTo>
                  <a:lnTo>
                    <a:pt x="1688600" y="1432310"/>
                  </a:lnTo>
                  <a:lnTo>
                    <a:pt x="1712298" y="1394981"/>
                  </a:lnTo>
                  <a:lnTo>
                    <a:pt x="1734187" y="1356567"/>
                  </a:lnTo>
                  <a:lnTo>
                    <a:pt x="1754226" y="1317140"/>
                  </a:lnTo>
                  <a:lnTo>
                    <a:pt x="1772372" y="1276768"/>
                  </a:lnTo>
                  <a:lnTo>
                    <a:pt x="1788583" y="1235522"/>
                  </a:lnTo>
                  <a:lnTo>
                    <a:pt x="1802817" y="1193472"/>
                  </a:lnTo>
                  <a:lnTo>
                    <a:pt x="1815032" y="1150688"/>
                  </a:lnTo>
                  <a:lnTo>
                    <a:pt x="1825185" y="1107240"/>
                  </a:lnTo>
                  <a:lnTo>
                    <a:pt x="1833234" y="1063199"/>
                  </a:lnTo>
                  <a:lnTo>
                    <a:pt x="1839136" y="1018635"/>
                  </a:lnTo>
                  <a:lnTo>
                    <a:pt x="1842851" y="973618"/>
                  </a:lnTo>
                  <a:lnTo>
                    <a:pt x="1844335" y="928217"/>
                  </a:lnTo>
                  <a:lnTo>
                    <a:pt x="1843546" y="882504"/>
                  </a:lnTo>
                  <a:lnTo>
                    <a:pt x="1840443" y="836548"/>
                  </a:lnTo>
                  <a:lnTo>
                    <a:pt x="1834982" y="790419"/>
                  </a:lnTo>
                  <a:lnTo>
                    <a:pt x="1827121" y="744188"/>
                  </a:lnTo>
                  <a:lnTo>
                    <a:pt x="1816819" y="697925"/>
                  </a:lnTo>
                  <a:lnTo>
                    <a:pt x="1804188" y="652243"/>
                  </a:lnTo>
                  <a:lnTo>
                    <a:pt x="1789418" y="607735"/>
                  </a:lnTo>
                  <a:lnTo>
                    <a:pt x="1772578" y="564444"/>
                  </a:lnTo>
                  <a:lnTo>
                    <a:pt x="1753738" y="522412"/>
                  </a:lnTo>
                  <a:lnTo>
                    <a:pt x="1732969" y="481681"/>
                  </a:lnTo>
                  <a:lnTo>
                    <a:pt x="1710341" y="442293"/>
                  </a:lnTo>
                  <a:lnTo>
                    <a:pt x="1685925" y="404291"/>
                  </a:lnTo>
                  <a:lnTo>
                    <a:pt x="1659789" y="367716"/>
                  </a:lnTo>
                  <a:lnTo>
                    <a:pt x="1632005" y="332610"/>
                  </a:lnTo>
                  <a:lnTo>
                    <a:pt x="1602643" y="299016"/>
                  </a:lnTo>
                  <a:lnTo>
                    <a:pt x="1571773" y="266975"/>
                  </a:lnTo>
                  <a:lnTo>
                    <a:pt x="1539465" y="236531"/>
                  </a:lnTo>
                  <a:lnTo>
                    <a:pt x="1505789" y="207724"/>
                  </a:lnTo>
                  <a:lnTo>
                    <a:pt x="1470816" y="180598"/>
                  </a:lnTo>
                  <a:lnTo>
                    <a:pt x="1434616" y="155193"/>
                  </a:lnTo>
                  <a:lnTo>
                    <a:pt x="1397258" y="131553"/>
                  </a:lnTo>
                  <a:lnTo>
                    <a:pt x="1358814" y="109719"/>
                  </a:lnTo>
                  <a:lnTo>
                    <a:pt x="1319353" y="89734"/>
                  </a:lnTo>
                  <a:lnTo>
                    <a:pt x="1278946" y="71640"/>
                  </a:lnTo>
                  <a:lnTo>
                    <a:pt x="1237663" y="55478"/>
                  </a:lnTo>
                  <a:lnTo>
                    <a:pt x="1195573" y="41291"/>
                  </a:lnTo>
                  <a:lnTo>
                    <a:pt x="1152748" y="29121"/>
                  </a:lnTo>
                  <a:lnTo>
                    <a:pt x="1109257" y="19010"/>
                  </a:lnTo>
                  <a:lnTo>
                    <a:pt x="1065171" y="11000"/>
                  </a:lnTo>
                  <a:lnTo>
                    <a:pt x="1020560" y="5134"/>
                  </a:lnTo>
                  <a:lnTo>
                    <a:pt x="975494" y="1453"/>
                  </a:lnTo>
                  <a:lnTo>
                    <a:pt x="93004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5"/>
            <p:cNvSpPr/>
            <p:nvPr/>
          </p:nvSpPr>
          <p:spPr>
            <a:xfrm>
              <a:off x="6580217" y="2260269"/>
              <a:ext cx="2157729" cy="2154554"/>
            </a:xfrm>
            <a:custGeom>
              <a:rect b="b" l="l" r="r" t="t"/>
              <a:pathLst>
                <a:path extrusionOk="0" h="2154554" w="2157729">
                  <a:moveTo>
                    <a:pt x="32037" y="1338148"/>
                  </a:moveTo>
                  <a:lnTo>
                    <a:pt x="21451" y="1291349"/>
                  </a:lnTo>
                  <a:lnTo>
                    <a:pt x="13006" y="1244570"/>
                  </a:lnTo>
                  <a:lnTo>
                    <a:pt x="6671" y="1197864"/>
                  </a:lnTo>
                  <a:lnTo>
                    <a:pt x="2413" y="1151284"/>
                  </a:lnTo>
                  <a:lnTo>
                    <a:pt x="199" y="1104882"/>
                  </a:lnTo>
                  <a:lnTo>
                    <a:pt x="0" y="1058713"/>
                  </a:lnTo>
                  <a:lnTo>
                    <a:pt x="1781" y="1012828"/>
                  </a:lnTo>
                  <a:lnTo>
                    <a:pt x="5512" y="967282"/>
                  </a:lnTo>
                  <a:lnTo>
                    <a:pt x="11160" y="922128"/>
                  </a:lnTo>
                  <a:lnTo>
                    <a:pt x="18693" y="877417"/>
                  </a:lnTo>
                  <a:lnTo>
                    <a:pt x="28080" y="833204"/>
                  </a:lnTo>
                  <a:lnTo>
                    <a:pt x="39289" y="789542"/>
                  </a:lnTo>
                  <a:lnTo>
                    <a:pt x="52287" y="746483"/>
                  </a:lnTo>
                  <a:lnTo>
                    <a:pt x="67043" y="704082"/>
                  </a:lnTo>
                  <a:lnTo>
                    <a:pt x="83524" y="662390"/>
                  </a:lnTo>
                  <a:lnTo>
                    <a:pt x="101699" y="621460"/>
                  </a:lnTo>
                  <a:lnTo>
                    <a:pt x="121536" y="581347"/>
                  </a:lnTo>
                  <a:lnTo>
                    <a:pt x="143003" y="542103"/>
                  </a:lnTo>
                  <a:lnTo>
                    <a:pt x="166068" y="503782"/>
                  </a:lnTo>
                  <a:lnTo>
                    <a:pt x="190698" y="466435"/>
                  </a:lnTo>
                  <a:lnTo>
                    <a:pt x="216863" y="430117"/>
                  </a:lnTo>
                  <a:lnTo>
                    <a:pt x="244529" y="394880"/>
                  </a:lnTo>
                  <a:lnTo>
                    <a:pt x="273666" y="360778"/>
                  </a:lnTo>
                  <a:lnTo>
                    <a:pt x="304240" y="327864"/>
                  </a:lnTo>
                  <a:lnTo>
                    <a:pt x="336221" y="296190"/>
                  </a:lnTo>
                  <a:lnTo>
                    <a:pt x="369576" y="265810"/>
                  </a:lnTo>
                  <a:lnTo>
                    <a:pt x="404273" y="236777"/>
                  </a:lnTo>
                  <a:lnTo>
                    <a:pt x="440281" y="209144"/>
                  </a:lnTo>
                  <a:lnTo>
                    <a:pt x="477567" y="182965"/>
                  </a:lnTo>
                  <a:lnTo>
                    <a:pt x="516099" y="158291"/>
                  </a:lnTo>
                  <a:lnTo>
                    <a:pt x="555846" y="135176"/>
                  </a:lnTo>
                  <a:lnTo>
                    <a:pt x="596775" y="113674"/>
                  </a:lnTo>
                  <a:lnTo>
                    <a:pt x="638855" y="93838"/>
                  </a:lnTo>
                  <a:lnTo>
                    <a:pt x="682053" y="75719"/>
                  </a:lnTo>
                  <a:lnTo>
                    <a:pt x="726338" y="59373"/>
                  </a:lnTo>
                  <a:lnTo>
                    <a:pt x="771677" y="44851"/>
                  </a:lnTo>
                  <a:lnTo>
                    <a:pt x="818040" y="32207"/>
                  </a:lnTo>
                  <a:lnTo>
                    <a:pt x="864910" y="21599"/>
                  </a:lnTo>
                  <a:lnTo>
                    <a:pt x="911758" y="13130"/>
                  </a:lnTo>
                  <a:lnTo>
                    <a:pt x="958532" y="6767"/>
                  </a:lnTo>
                  <a:lnTo>
                    <a:pt x="1005179" y="2479"/>
                  </a:lnTo>
                  <a:lnTo>
                    <a:pt x="1051644" y="234"/>
                  </a:lnTo>
                  <a:lnTo>
                    <a:pt x="1097876" y="0"/>
                  </a:lnTo>
                  <a:lnTo>
                    <a:pt x="1143820" y="1744"/>
                  </a:lnTo>
                  <a:lnTo>
                    <a:pt x="1189425" y="5436"/>
                  </a:lnTo>
                  <a:lnTo>
                    <a:pt x="1234636" y="11043"/>
                  </a:lnTo>
                  <a:lnTo>
                    <a:pt x="1279400" y="18534"/>
                  </a:lnTo>
                  <a:lnTo>
                    <a:pt x="1323665" y="27876"/>
                  </a:lnTo>
                  <a:lnTo>
                    <a:pt x="1367377" y="39038"/>
                  </a:lnTo>
                  <a:lnTo>
                    <a:pt x="1410484" y="51988"/>
                  </a:lnTo>
                  <a:lnTo>
                    <a:pt x="1452931" y="66693"/>
                  </a:lnTo>
                  <a:lnTo>
                    <a:pt x="1494666" y="83123"/>
                  </a:lnTo>
                  <a:lnTo>
                    <a:pt x="1535636" y="101246"/>
                  </a:lnTo>
                  <a:lnTo>
                    <a:pt x="1575788" y="121028"/>
                  </a:lnTo>
                  <a:lnTo>
                    <a:pt x="1615067" y="142440"/>
                  </a:lnTo>
                  <a:lnTo>
                    <a:pt x="1653423" y="165448"/>
                  </a:lnTo>
                  <a:lnTo>
                    <a:pt x="1690800" y="190020"/>
                  </a:lnTo>
                  <a:lnTo>
                    <a:pt x="1727146" y="216126"/>
                  </a:lnTo>
                  <a:lnTo>
                    <a:pt x="1762409" y="243733"/>
                  </a:lnTo>
                  <a:lnTo>
                    <a:pt x="1796534" y="272809"/>
                  </a:lnTo>
                  <a:lnTo>
                    <a:pt x="1829469" y="303323"/>
                  </a:lnTo>
                  <a:lnTo>
                    <a:pt x="1861160" y="335242"/>
                  </a:lnTo>
                  <a:lnTo>
                    <a:pt x="1891555" y="368535"/>
                  </a:lnTo>
                  <a:lnTo>
                    <a:pt x="1920600" y="403169"/>
                  </a:lnTo>
                  <a:lnTo>
                    <a:pt x="1948242" y="439114"/>
                  </a:lnTo>
                  <a:lnTo>
                    <a:pt x="1974428" y="476337"/>
                  </a:lnTo>
                  <a:lnTo>
                    <a:pt x="1999105" y="514805"/>
                  </a:lnTo>
                  <a:lnTo>
                    <a:pt x="2022219" y="554489"/>
                  </a:lnTo>
                  <a:lnTo>
                    <a:pt x="2043719" y="595354"/>
                  </a:lnTo>
                  <a:lnTo>
                    <a:pt x="2063549" y="637371"/>
                  </a:lnTo>
                  <a:lnTo>
                    <a:pt x="2081658" y="680506"/>
                  </a:lnTo>
                  <a:lnTo>
                    <a:pt x="2097992" y="724728"/>
                  </a:lnTo>
                  <a:lnTo>
                    <a:pt x="2112499" y="770005"/>
                  </a:lnTo>
                  <a:lnTo>
                    <a:pt x="2125124" y="816305"/>
                  </a:lnTo>
                  <a:lnTo>
                    <a:pt x="2135709" y="863114"/>
                  </a:lnTo>
                  <a:lnTo>
                    <a:pt x="2144154" y="909901"/>
                  </a:lnTo>
                  <a:lnTo>
                    <a:pt x="2150489" y="956615"/>
                  </a:lnTo>
                  <a:lnTo>
                    <a:pt x="2154748" y="1003202"/>
                  </a:lnTo>
                  <a:lnTo>
                    <a:pt x="2156961" y="1049610"/>
                  </a:lnTo>
                  <a:lnTo>
                    <a:pt x="2157161" y="1095784"/>
                  </a:lnTo>
                  <a:lnTo>
                    <a:pt x="2155379" y="1141672"/>
                  </a:lnTo>
                  <a:lnTo>
                    <a:pt x="2151649" y="1187222"/>
                  </a:lnTo>
                  <a:lnTo>
                    <a:pt x="2146001" y="1232379"/>
                  </a:lnTo>
                  <a:lnTo>
                    <a:pt x="2138467" y="1277091"/>
                  </a:lnTo>
                  <a:lnTo>
                    <a:pt x="2129080" y="1321305"/>
                  </a:lnTo>
                  <a:lnTo>
                    <a:pt x="2117871" y="1364968"/>
                  </a:lnTo>
                  <a:lnTo>
                    <a:pt x="2104873" y="1408026"/>
                  </a:lnTo>
                  <a:lnTo>
                    <a:pt x="2090118" y="1450427"/>
                  </a:lnTo>
                  <a:lnTo>
                    <a:pt x="2073636" y="1492118"/>
                  </a:lnTo>
                  <a:lnTo>
                    <a:pt x="2055461" y="1533046"/>
                  </a:lnTo>
                  <a:lnTo>
                    <a:pt x="2035624" y="1573157"/>
                  </a:lnTo>
                  <a:lnTo>
                    <a:pt x="2014157" y="1612399"/>
                  </a:lnTo>
                  <a:lnTo>
                    <a:pt x="1991093" y="1650718"/>
                  </a:lnTo>
                  <a:lnTo>
                    <a:pt x="1966462" y="1688061"/>
                  </a:lnTo>
                  <a:lnTo>
                    <a:pt x="1940298" y="1724376"/>
                  </a:lnTo>
                  <a:lnTo>
                    <a:pt x="1912631" y="1759610"/>
                  </a:lnTo>
                  <a:lnTo>
                    <a:pt x="1883495" y="1793709"/>
                  </a:lnTo>
                  <a:lnTo>
                    <a:pt x="1852920" y="1826620"/>
                  </a:lnTo>
                  <a:lnTo>
                    <a:pt x="1820939" y="1858290"/>
                  </a:lnTo>
                  <a:lnTo>
                    <a:pt x="1787584" y="1888666"/>
                  </a:lnTo>
                  <a:lnTo>
                    <a:pt x="1752887" y="1917696"/>
                  </a:lnTo>
                  <a:lnTo>
                    <a:pt x="1716879" y="1945326"/>
                  </a:lnTo>
                  <a:lnTo>
                    <a:pt x="1679594" y="1971503"/>
                  </a:lnTo>
                  <a:lnTo>
                    <a:pt x="1641061" y="1996173"/>
                  </a:lnTo>
                  <a:lnTo>
                    <a:pt x="1601315" y="2019285"/>
                  </a:lnTo>
                  <a:lnTo>
                    <a:pt x="1560385" y="2040785"/>
                  </a:lnTo>
                  <a:lnTo>
                    <a:pt x="1518306" y="2060620"/>
                  </a:lnTo>
                  <a:lnTo>
                    <a:pt x="1475107" y="2078736"/>
                  </a:lnTo>
                  <a:lnTo>
                    <a:pt x="1430823" y="2095081"/>
                  </a:lnTo>
                  <a:lnTo>
                    <a:pt x="1385483" y="2109602"/>
                  </a:lnTo>
                  <a:lnTo>
                    <a:pt x="1339121" y="2122246"/>
                  </a:lnTo>
                  <a:lnTo>
                    <a:pt x="1292251" y="2132854"/>
                  </a:lnTo>
                  <a:lnTo>
                    <a:pt x="1245402" y="2141323"/>
                  </a:lnTo>
                  <a:lnTo>
                    <a:pt x="1198628" y="2147686"/>
                  </a:lnTo>
                  <a:lnTo>
                    <a:pt x="1151982" y="2151974"/>
                  </a:lnTo>
                  <a:lnTo>
                    <a:pt x="1105516" y="2154219"/>
                  </a:lnTo>
                  <a:lnTo>
                    <a:pt x="1059284" y="2154454"/>
                  </a:lnTo>
                  <a:lnTo>
                    <a:pt x="1013340" y="2152709"/>
                  </a:lnTo>
                  <a:lnTo>
                    <a:pt x="967735" y="2149017"/>
                  </a:lnTo>
                  <a:lnTo>
                    <a:pt x="922524" y="2143410"/>
                  </a:lnTo>
                  <a:lnTo>
                    <a:pt x="877760" y="2135920"/>
                  </a:lnTo>
                  <a:lnTo>
                    <a:pt x="833495" y="2126577"/>
                  </a:lnTo>
                  <a:lnTo>
                    <a:pt x="789783" y="2115415"/>
                  </a:lnTo>
                  <a:lnTo>
                    <a:pt x="746677" y="2102466"/>
                  </a:lnTo>
                  <a:lnTo>
                    <a:pt x="704229" y="2087760"/>
                  </a:lnTo>
                  <a:lnTo>
                    <a:pt x="662494" y="2071330"/>
                  </a:lnTo>
                  <a:lnTo>
                    <a:pt x="621524" y="2053207"/>
                  </a:lnTo>
                  <a:lnTo>
                    <a:pt x="581373" y="2033425"/>
                  </a:lnTo>
                  <a:lnTo>
                    <a:pt x="542093" y="2012013"/>
                  </a:lnTo>
                  <a:lnTo>
                    <a:pt x="503738" y="1989005"/>
                  </a:lnTo>
                  <a:lnTo>
                    <a:pt x="466360" y="1964433"/>
                  </a:lnTo>
                  <a:lnTo>
                    <a:pt x="430014" y="1938327"/>
                  </a:lnTo>
                  <a:lnTo>
                    <a:pt x="394751" y="1910720"/>
                  </a:lnTo>
                  <a:lnTo>
                    <a:pt x="360626" y="1881644"/>
                  </a:lnTo>
                  <a:lnTo>
                    <a:pt x="327692" y="1851130"/>
                  </a:lnTo>
                  <a:lnTo>
                    <a:pt x="296000" y="1819211"/>
                  </a:lnTo>
                  <a:lnTo>
                    <a:pt x="265605" y="1785918"/>
                  </a:lnTo>
                  <a:lnTo>
                    <a:pt x="236561" y="1751284"/>
                  </a:lnTo>
                  <a:lnTo>
                    <a:pt x="208918" y="1715339"/>
                  </a:lnTo>
                  <a:lnTo>
                    <a:pt x="182732" y="1678117"/>
                  </a:lnTo>
                  <a:lnTo>
                    <a:pt x="158055" y="1639648"/>
                  </a:lnTo>
                  <a:lnTo>
                    <a:pt x="134941" y="1599965"/>
                  </a:lnTo>
                  <a:lnTo>
                    <a:pt x="113442" y="1559099"/>
                  </a:lnTo>
                  <a:lnTo>
                    <a:pt x="93611" y="1517082"/>
                  </a:lnTo>
                  <a:lnTo>
                    <a:pt x="75502" y="1473947"/>
                  </a:lnTo>
                  <a:lnTo>
                    <a:pt x="59168" y="1429725"/>
                  </a:lnTo>
                  <a:lnTo>
                    <a:pt x="44662" y="1384448"/>
                  </a:lnTo>
                  <a:lnTo>
                    <a:pt x="32037" y="1338148"/>
                  </a:lnTo>
                  <a:close/>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47" name="Google Shape;547;p5"/>
            <p:cNvPicPr preferRelativeResize="0"/>
            <p:nvPr/>
          </p:nvPicPr>
          <p:blipFill rotWithShape="1">
            <a:blip r:embed="rId3">
              <a:alphaModFix/>
            </a:blip>
            <a:srcRect b="0" l="0" r="0" t="0"/>
            <a:stretch/>
          </p:blipFill>
          <p:spPr>
            <a:xfrm>
              <a:off x="6579935" y="2804150"/>
              <a:ext cx="192401" cy="192170"/>
            </a:xfrm>
            <a:prstGeom prst="rect">
              <a:avLst/>
            </a:prstGeom>
            <a:noFill/>
            <a:ln>
              <a:noFill/>
            </a:ln>
          </p:spPr>
        </p:pic>
        <p:sp>
          <p:nvSpPr>
            <p:cNvPr id="548" name="Google Shape;548;p5"/>
            <p:cNvSpPr/>
            <p:nvPr/>
          </p:nvSpPr>
          <p:spPr>
            <a:xfrm>
              <a:off x="8718803" y="2915538"/>
              <a:ext cx="833754" cy="208280"/>
            </a:xfrm>
            <a:custGeom>
              <a:rect b="b" l="l" r="r" t="t"/>
              <a:pathLst>
                <a:path extrusionOk="0" h="208280" w="833754">
                  <a:moveTo>
                    <a:pt x="0" y="207772"/>
                  </a:moveTo>
                  <a:lnTo>
                    <a:pt x="833374" y="0"/>
                  </a:lnTo>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5"/>
            <p:cNvSpPr/>
            <p:nvPr/>
          </p:nvSpPr>
          <p:spPr>
            <a:xfrm>
              <a:off x="3521388" y="2806124"/>
              <a:ext cx="1840229" cy="1840229"/>
            </a:xfrm>
            <a:custGeom>
              <a:rect b="b" l="l" r="r" t="t"/>
              <a:pathLst>
                <a:path extrusionOk="0" h="1840229" w="1840229">
                  <a:moveTo>
                    <a:pt x="941962" y="0"/>
                  </a:moveTo>
                  <a:lnTo>
                    <a:pt x="895850" y="75"/>
                  </a:lnTo>
                  <a:lnTo>
                    <a:pt x="849956" y="2458"/>
                  </a:lnTo>
                  <a:lnTo>
                    <a:pt x="804364" y="7118"/>
                  </a:lnTo>
                  <a:lnTo>
                    <a:pt x="759158" y="14024"/>
                  </a:lnTo>
                  <a:lnTo>
                    <a:pt x="714424" y="23145"/>
                  </a:lnTo>
                  <a:lnTo>
                    <a:pt x="670246" y="34451"/>
                  </a:lnTo>
                  <a:lnTo>
                    <a:pt x="626709" y="47911"/>
                  </a:lnTo>
                  <a:lnTo>
                    <a:pt x="583896" y="63494"/>
                  </a:lnTo>
                  <a:lnTo>
                    <a:pt x="541892" y="81169"/>
                  </a:lnTo>
                  <a:lnTo>
                    <a:pt x="500783" y="100905"/>
                  </a:lnTo>
                  <a:lnTo>
                    <a:pt x="460652" y="122672"/>
                  </a:lnTo>
                  <a:lnTo>
                    <a:pt x="421584" y="146439"/>
                  </a:lnTo>
                  <a:lnTo>
                    <a:pt x="383663" y="172175"/>
                  </a:lnTo>
                  <a:lnTo>
                    <a:pt x="346975" y="199849"/>
                  </a:lnTo>
                  <a:lnTo>
                    <a:pt x="311603" y="229431"/>
                  </a:lnTo>
                  <a:lnTo>
                    <a:pt x="277633" y="260889"/>
                  </a:lnTo>
                  <a:lnTo>
                    <a:pt x="245148" y="294193"/>
                  </a:lnTo>
                  <a:lnTo>
                    <a:pt x="214233" y="329312"/>
                  </a:lnTo>
                  <a:lnTo>
                    <a:pt x="184974" y="366215"/>
                  </a:lnTo>
                  <a:lnTo>
                    <a:pt x="157453" y="404872"/>
                  </a:lnTo>
                  <a:lnTo>
                    <a:pt x="131757" y="445251"/>
                  </a:lnTo>
                  <a:lnTo>
                    <a:pt x="107968" y="487322"/>
                  </a:lnTo>
                  <a:lnTo>
                    <a:pt x="86173" y="531054"/>
                  </a:lnTo>
                  <a:lnTo>
                    <a:pt x="66677" y="575864"/>
                  </a:lnTo>
                  <a:lnTo>
                    <a:pt x="49736" y="621133"/>
                  </a:lnTo>
                  <a:lnTo>
                    <a:pt x="35318" y="666775"/>
                  </a:lnTo>
                  <a:lnTo>
                    <a:pt x="23392" y="712707"/>
                  </a:lnTo>
                  <a:lnTo>
                    <a:pt x="13928" y="758844"/>
                  </a:lnTo>
                  <a:lnTo>
                    <a:pt x="6896" y="805102"/>
                  </a:lnTo>
                  <a:lnTo>
                    <a:pt x="2263" y="851396"/>
                  </a:lnTo>
                  <a:lnTo>
                    <a:pt x="0" y="897641"/>
                  </a:lnTo>
                  <a:lnTo>
                    <a:pt x="75" y="943752"/>
                  </a:lnTo>
                  <a:lnTo>
                    <a:pt x="2458" y="989647"/>
                  </a:lnTo>
                  <a:lnTo>
                    <a:pt x="7118" y="1035239"/>
                  </a:lnTo>
                  <a:lnTo>
                    <a:pt x="14024" y="1080444"/>
                  </a:lnTo>
                  <a:lnTo>
                    <a:pt x="23145" y="1125178"/>
                  </a:lnTo>
                  <a:lnTo>
                    <a:pt x="34451" y="1169356"/>
                  </a:lnTo>
                  <a:lnTo>
                    <a:pt x="47911" y="1212894"/>
                  </a:lnTo>
                  <a:lnTo>
                    <a:pt x="63494" y="1255707"/>
                  </a:lnTo>
                  <a:lnTo>
                    <a:pt x="81169" y="1297710"/>
                  </a:lnTo>
                  <a:lnTo>
                    <a:pt x="100905" y="1338819"/>
                  </a:lnTo>
                  <a:lnTo>
                    <a:pt x="122672" y="1378951"/>
                  </a:lnTo>
                  <a:lnTo>
                    <a:pt x="146439" y="1418018"/>
                  </a:lnTo>
                  <a:lnTo>
                    <a:pt x="172175" y="1455939"/>
                  </a:lnTo>
                  <a:lnTo>
                    <a:pt x="199849" y="1492627"/>
                  </a:lnTo>
                  <a:lnTo>
                    <a:pt x="229431" y="1527999"/>
                  </a:lnTo>
                  <a:lnTo>
                    <a:pt x="260889" y="1561969"/>
                  </a:lnTo>
                  <a:lnTo>
                    <a:pt x="294193" y="1594454"/>
                  </a:lnTo>
                  <a:lnTo>
                    <a:pt x="329312" y="1625369"/>
                  </a:lnTo>
                  <a:lnTo>
                    <a:pt x="366215" y="1654629"/>
                  </a:lnTo>
                  <a:lnTo>
                    <a:pt x="404872" y="1682149"/>
                  </a:lnTo>
                  <a:lnTo>
                    <a:pt x="445251" y="1707846"/>
                  </a:lnTo>
                  <a:lnTo>
                    <a:pt x="487322" y="1731634"/>
                  </a:lnTo>
                  <a:lnTo>
                    <a:pt x="531054" y="1753429"/>
                  </a:lnTo>
                  <a:lnTo>
                    <a:pt x="575864" y="1772925"/>
                  </a:lnTo>
                  <a:lnTo>
                    <a:pt x="621133" y="1789866"/>
                  </a:lnTo>
                  <a:lnTo>
                    <a:pt x="666775" y="1804284"/>
                  </a:lnTo>
                  <a:lnTo>
                    <a:pt x="712707" y="1816210"/>
                  </a:lnTo>
                  <a:lnTo>
                    <a:pt x="758844" y="1825674"/>
                  </a:lnTo>
                  <a:lnTo>
                    <a:pt x="805102" y="1832707"/>
                  </a:lnTo>
                  <a:lnTo>
                    <a:pt x="851396" y="1837339"/>
                  </a:lnTo>
                  <a:lnTo>
                    <a:pt x="897641" y="1839603"/>
                  </a:lnTo>
                  <a:lnTo>
                    <a:pt x="943752" y="1839527"/>
                  </a:lnTo>
                  <a:lnTo>
                    <a:pt x="989647" y="1837145"/>
                  </a:lnTo>
                  <a:lnTo>
                    <a:pt x="1035239" y="1832485"/>
                  </a:lnTo>
                  <a:lnTo>
                    <a:pt x="1080444" y="1825578"/>
                  </a:lnTo>
                  <a:lnTo>
                    <a:pt x="1125178" y="1816457"/>
                  </a:lnTo>
                  <a:lnTo>
                    <a:pt x="1169356" y="1805151"/>
                  </a:lnTo>
                  <a:lnTo>
                    <a:pt x="1212894" y="1791691"/>
                  </a:lnTo>
                  <a:lnTo>
                    <a:pt x="1255707" y="1776108"/>
                  </a:lnTo>
                  <a:lnTo>
                    <a:pt x="1297710" y="1758433"/>
                  </a:lnTo>
                  <a:lnTo>
                    <a:pt x="1338819" y="1738697"/>
                  </a:lnTo>
                  <a:lnTo>
                    <a:pt x="1378951" y="1716930"/>
                  </a:lnTo>
                  <a:lnTo>
                    <a:pt x="1418018" y="1693163"/>
                  </a:lnTo>
                  <a:lnTo>
                    <a:pt x="1455939" y="1667427"/>
                  </a:lnTo>
                  <a:lnTo>
                    <a:pt x="1492627" y="1639753"/>
                  </a:lnTo>
                  <a:lnTo>
                    <a:pt x="1527999" y="1610171"/>
                  </a:lnTo>
                  <a:lnTo>
                    <a:pt x="1561969" y="1578713"/>
                  </a:lnTo>
                  <a:lnTo>
                    <a:pt x="1594454" y="1545409"/>
                  </a:lnTo>
                  <a:lnTo>
                    <a:pt x="1625369" y="1510290"/>
                  </a:lnTo>
                  <a:lnTo>
                    <a:pt x="1654629" y="1473387"/>
                  </a:lnTo>
                  <a:lnTo>
                    <a:pt x="1682149" y="1434731"/>
                  </a:lnTo>
                  <a:lnTo>
                    <a:pt x="1707846" y="1394351"/>
                  </a:lnTo>
                  <a:lnTo>
                    <a:pt x="1731634" y="1352280"/>
                  </a:lnTo>
                  <a:lnTo>
                    <a:pt x="1753429" y="1308548"/>
                  </a:lnTo>
                  <a:lnTo>
                    <a:pt x="1772925" y="1263738"/>
                  </a:lnTo>
                  <a:lnTo>
                    <a:pt x="1789866" y="1218470"/>
                  </a:lnTo>
                  <a:lnTo>
                    <a:pt x="1804284" y="1172827"/>
                  </a:lnTo>
                  <a:lnTo>
                    <a:pt x="1816210" y="1126895"/>
                  </a:lnTo>
                  <a:lnTo>
                    <a:pt x="1825674" y="1080758"/>
                  </a:lnTo>
                  <a:lnTo>
                    <a:pt x="1832707" y="1034500"/>
                  </a:lnTo>
                  <a:lnTo>
                    <a:pt x="1837339" y="988207"/>
                  </a:lnTo>
                  <a:lnTo>
                    <a:pt x="1839603" y="941962"/>
                  </a:lnTo>
                  <a:lnTo>
                    <a:pt x="1839527" y="895850"/>
                  </a:lnTo>
                  <a:lnTo>
                    <a:pt x="1837145" y="849956"/>
                  </a:lnTo>
                  <a:lnTo>
                    <a:pt x="1832485" y="804364"/>
                  </a:lnTo>
                  <a:lnTo>
                    <a:pt x="1825578" y="759158"/>
                  </a:lnTo>
                  <a:lnTo>
                    <a:pt x="1816457" y="714424"/>
                  </a:lnTo>
                  <a:lnTo>
                    <a:pt x="1805151" y="670246"/>
                  </a:lnTo>
                  <a:lnTo>
                    <a:pt x="1791691" y="626709"/>
                  </a:lnTo>
                  <a:lnTo>
                    <a:pt x="1776108" y="583896"/>
                  </a:lnTo>
                  <a:lnTo>
                    <a:pt x="1758433" y="541892"/>
                  </a:lnTo>
                  <a:lnTo>
                    <a:pt x="1738697" y="500783"/>
                  </a:lnTo>
                  <a:lnTo>
                    <a:pt x="1716930" y="460652"/>
                  </a:lnTo>
                  <a:lnTo>
                    <a:pt x="1693163" y="421584"/>
                  </a:lnTo>
                  <a:lnTo>
                    <a:pt x="1667427" y="383663"/>
                  </a:lnTo>
                  <a:lnTo>
                    <a:pt x="1639753" y="346975"/>
                  </a:lnTo>
                  <a:lnTo>
                    <a:pt x="1610171" y="311603"/>
                  </a:lnTo>
                  <a:lnTo>
                    <a:pt x="1578713" y="277633"/>
                  </a:lnTo>
                  <a:lnTo>
                    <a:pt x="1545409" y="245148"/>
                  </a:lnTo>
                  <a:lnTo>
                    <a:pt x="1510290" y="214233"/>
                  </a:lnTo>
                  <a:lnTo>
                    <a:pt x="1473387" y="184974"/>
                  </a:lnTo>
                  <a:lnTo>
                    <a:pt x="1434731" y="157453"/>
                  </a:lnTo>
                  <a:lnTo>
                    <a:pt x="1394351" y="131757"/>
                  </a:lnTo>
                  <a:lnTo>
                    <a:pt x="1352280" y="107968"/>
                  </a:lnTo>
                  <a:lnTo>
                    <a:pt x="1308548" y="86173"/>
                  </a:lnTo>
                  <a:lnTo>
                    <a:pt x="1263738" y="66677"/>
                  </a:lnTo>
                  <a:lnTo>
                    <a:pt x="1218470" y="49736"/>
                  </a:lnTo>
                  <a:lnTo>
                    <a:pt x="1172827" y="35318"/>
                  </a:lnTo>
                  <a:lnTo>
                    <a:pt x="1126895" y="23392"/>
                  </a:lnTo>
                  <a:lnTo>
                    <a:pt x="1080758" y="13928"/>
                  </a:lnTo>
                  <a:lnTo>
                    <a:pt x="1034500" y="6896"/>
                  </a:lnTo>
                  <a:lnTo>
                    <a:pt x="988207" y="2263"/>
                  </a:lnTo>
                  <a:lnTo>
                    <a:pt x="94196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5"/>
            <p:cNvSpPr/>
            <p:nvPr/>
          </p:nvSpPr>
          <p:spPr>
            <a:xfrm>
              <a:off x="3351857" y="2624831"/>
              <a:ext cx="2185670" cy="2185670"/>
            </a:xfrm>
            <a:custGeom>
              <a:rect b="b" l="l" r="r" t="t"/>
              <a:pathLst>
                <a:path extrusionOk="0" h="2185670" w="2185670">
                  <a:moveTo>
                    <a:pt x="630989" y="2082550"/>
                  </a:moveTo>
                  <a:lnTo>
                    <a:pt x="587343" y="2061027"/>
                  </a:lnTo>
                  <a:lnTo>
                    <a:pt x="545077" y="2037832"/>
                  </a:lnTo>
                  <a:lnTo>
                    <a:pt x="504213" y="2013023"/>
                  </a:lnTo>
                  <a:lnTo>
                    <a:pt x="464773" y="1986660"/>
                  </a:lnTo>
                  <a:lnTo>
                    <a:pt x="426778" y="1958801"/>
                  </a:lnTo>
                  <a:lnTo>
                    <a:pt x="390250" y="1929506"/>
                  </a:lnTo>
                  <a:lnTo>
                    <a:pt x="355210" y="1898833"/>
                  </a:lnTo>
                  <a:lnTo>
                    <a:pt x="321679" y="1866842"/>
                  </a:lnTo>
                  <a:lnTo>
                    <a:pt x="289680" y="1833592"/>
                  </a:lnTo>
                  <a:lnTo>
                    <a:pt x="259233" y="1799141"/>
                  </a:lnTo>
                  <a:lnTo>
                    <a:pt x="230361" y="1763549"/>
                  </a:lnTo>
                  <a:lnTo>
                    <a:pt x="203083" y="1726875"/>
                  </a:lnTo>
                  <a:lnTo>
                    <a:pt x="177423" y="1689177"/>
                  </a:lnTo>
                  <a:lnTo>
                    <a:pt x="153402" y="1650515"/>
                  </a:lnTo>
                  <a:lnTo>
                    <a:pt x="131040" y="1610948"/>
                  </a:lnTo>
                  <a:lnTo>
                    <a:pt x="110360" y="1570535"/>
                  </a:lnTo>
                  <a:lnTo>
                    <a:pt x="91383" y="1529335"/>
                  </a:lnTo>
                  <a:lnTo>
                    <a:pt x="74130" y="1487406"/>
                  </a:lnTo>
                  <a:lnTo>
                    <a:pt x="58623" y="1444809"/>
                  </a:lnTo>
                  <a:lnTo>
                    <a:pt x="44884" y="1401601"/>
                  </a:lnTo>
                  <a:lnTo>
                    <a:pt x="32933" y="1357843"/>
                  </a:lnTo>
                  <a:lnTo>
                    <a:pt x="22793" y="1313592"/>
                  </a:lnTo>
                  <a:lnTo>
                    <a:pt x="14485" y="1268909"/>
                  </a:lnTo>
                  <a:lnTo>
                    <a:pt x="8030" y="1223852"/>
                  </a:lnTo>
                  <a:lnTo>
                    <a:pt x="3449" y="1178479"/>
                  </a:lnTo>
                  <a:lnTo>
                    <a:pt x="766" y="1132851"/>
                  </a:lnTo>
                  <a:lnTo>
                    <a:pt x="0" y="1087027"/>
                  </a:lnTo>
                  <a:lnTo>
                    <a:pt x="1173" y="1041064"/>
                  </a:lnTo>
                  <a:lnTo>
                    <a:pt x="4307" y="995023"/>
                  </a:lnTo>
                  <a:lnTo>
                    <a:pt x="9423" y="948961"/>
                  </a:lnTo>
                  <a:lnTo>
                    <a:pt x="16543" y="902940"/>
                  </a:lnTo>
                  <a:lnTo>
                    <a:pt x="25688" y="857016"/>
                  </a:lnTo>
                  <a:lnTo>
                    <a:pt x="36879" y="811250"/>
                  </a:lnTo>
                  <a:lnTo>
                    <a:pt x="50139" y="765700"/>
                  </a:lnTo>
                  <a:lnTo>
                    <a:pt x="65489" y="720426"/>
                  </a:lnTo>
                  <a:lnTo>
                    <a:pt x="82949" y="675486"/>
                  </a:lnTo>
                  <a:lnTo>
                    <a:pt x="102542" y="630940"/>
                  </a:lnTo>
                  <a:lnTo>
                    <a:pt x="124075" y="587293"/>
                  </a:lnTo>
                  <a:lnTo>
                    <a:pt x="147280" y="545028"/>
                  </a:lnTo>
                  <a:lnTo>
                    <a:pt x="172098" y="504164"/>
                  </a:lnTo>
                  <a:lnTo>
                    <a:pt x="198469" y="464724"/>
                  </a:lnTo>
                  <a:lnTo>
                    <a:pt x="226336" y="426729"/>
                  </a:lnTo>
                  <a:lnTo>
                    <a:pt x="255639" y="390201"/>
                  </a:lnTo>
                  <a:lnTo>
                    <a:pt x="286318" y="355161"/>
                  </a:lnTo>
                  <a:lnTo>
                    <a:pt x="318316" y="321631"/>
                  </a:lnTo>
                  <a:lnTo>
                    <a:pt x="351573" y="289633"/>
                  </a:lnTo>
                  <a:lnTo>
                    <a:pt x="386029" y="259186"/>
                  </a:lnTo>
                  <a:lnTo>
                    <a:pt x="421627" y="230315"/>
                  </a:lnTo>
                  <a:lnTo>
                    <a:pt x="458306" y="203038"/>
                  </a:lnTo>
                  <a:lnTo>
                    <a:pt x="496008" y="177379"/>
                  </a:lnTo>
                  <a:lnTo>
                    <a:pt x="534674" y="153359"/>
                  </a:lnTo>
                  <a:lnTo>
                    <a:pt x="574245" y="130999"/>
                  </a:lnTo>
                  <a:lnTo>
                    <a:pt x="614661" y="110321"/>
                  </a:lnTo>
                  <a:lnTo>
                    <a:pt x="655865" y="91346"/>
                  </a:lnTo>
                  <a:lnTo>
                    <a:pt x="697796" y="74095"/>
                  </a:lnTo>
                  <a:lnTo>
                    <a:pt x="740396" y="58591"/>
                  </a:lnTo>
                  <a:lnTo>
                    <a:pt x="783606" y="44854"/>
                  </a:lnTo>
                  <a:lnTo>
                    <a:pt x="827367" y="32907"/>
                  </a:lnTo>
                  <a:lnTo>
                    <a:pt x="871619" y="22770"/>
                  </a:lnTo>
                  <a:lnTo>
                    <a:pt x="916304" y="14466"/>
                  </a:lnTo>
                  <a:lnTo>
                    <a:pt x="961363" y="8015"/>
                  </a:lnTo>
                  <a:lnTo>
                    <a:pt x="1006736" y="3439"/>
                  </a:lnTo>
                  <a:lnTo>
                    <a:pt x="1052365" y="760"/>
                  </a:lnTo>
                  <a:lnTo>
                    <a:pt x="1098191" y="0"/>
                  </a:lnTo>
                  <a:lnTo>
                    <a:pt x="1144154" y="1178"/>
                  </a:lnTo>
                  <a:lnTo>
                    <a:pt x="1190196" y="4318"/>
                  </a:lnTo>
                  <a:lnTo>
                    <a:pt x="1236257" y="9441"/>
                  </a:lnTo>
                  <a:lnTo>
                    <a:pt x="1282279" y="16568"/>
                  </a:lnTo>
                  <a:lnTo>
                    <a:pt x="1328203" y="25720"/>
                  </a:lnTo>
                  <a:lnTo>
                    <a:pt x="1373969" y="36920"/>
                  </a:lnTo>
                  <a:lnTo>
                    <a:pt x="1419519" y="50188"/>
                  </a:lnTo>
                  <a:lnTo>
                    <a:pt x="1464793" y="65547"/>
                  </a:lnTo>
                  <a:lnTo>
                    <a:pt x="1509733" y="83017"/>
                  </a:lnTo>
                  <a:lnTo>
                    <a:pt x="1554279" y="102620"/>
                  </a:lnTo>
                  <a:lnTo>
                    <a:pt x="1597926" y="124143"/>
                  </a:lnTo>
                  <a:lnTo>
                    <a:pt x="1640192" y="147338"/>
                  </a:lnTo>
                  <a:lnTo>
                    <a:pt x="1681056" y="172147"/>
                  </a:lnTo>
                  <a:lnTo>
                    <a:pt x="1720496" y="198510"/>
                  </a:lnTo>
                  <a:lnTo>
                    <a:pt x="1758490" y="226369"/>
                  </a:lnTo>
                  <a:lnTo>
                    <a:pt x="1795018" y="255664"/>
                  </a:lnTo>
                  <a:lnTo>
                    <a:pt x="1830058" y="286337"/>
                  </a:lnTo>
                  <a:lnTo>
                    <a:pt x="1863588" y="318328"/>
                  </a:lnTo>
                  <a:lnTo>
                    <a:pt x="1895587" y="351578"/>
                  </a:lnTo>
                  <a:lnTo>
                    <a:pt x="1926033" y="386029"/>
                  </a:lnTo>
                  <a:lnTo>
                    <a:pt x="1954905" y="421621"/>
                  </a:lnTo>
                  <a:lnTo>
                    <a:pt x="1982181" y="458296"/>
                  </a:lnTo>
                  <a:lnTo>
                    <a:pt x="2007840" y="495993"/>
                  </a:lnTo>
                  <a:lnTo>
                    <a:pt x="2031860" y="534655"/>
                  </a:lnTo>
                  <a:lnTo>
                    <a:pt x="2054220" y="574222"/>
                  </a:lnTo>
                  <a:lnTo>
                    <a:pt x="2074899" y="614635"/>
                  </a:lnTo>
                  <a:lnTo>
                    <a:pt x="2093874" y="655836"/>
                  </a:lnTo>
                  <a:lnTo>
                    <a:pt x="2111124" y="697764"/>
                  </a:lnTo>
                  <a:lnTo>
                    <a:pt x="2126629" y="740362"/>
                  </a:lnTo>
                  <a:lnTo>
                    <a:pt x="2140365" y="783569"/>
                  </a:lnTo>
                  <a:lnTo>
                    <a:pt x="2152313" y="827328"/>
                  </a:lnTo>
                  <a:lnTo>
                    <a:pt x="2162449" y="871578"/>
                  </a:lnTo>
                  <a:lnTo>
                    <a:pt x="2170754" y="916261"/>
                  </a:lnTo>
                  <a:lnTo>
                    <a:pt x="2177205" y="961319"/>
                  </a:lnTo>
                  <a:lnTo>
                    <a:pt x="2181780" y="1006691"/>
                  </a:lnTo>
                  <a:lnTo>
                    <a:pt x="2184459" y="1052319"/>
                  </a:lnTo>
                  <a:lnTo>
                    <a:pt x="2185220" y="1098144"/>
                  </a:lnTo>
                  <a:lnTo>
                    <a:pt x="2184041" y="1144106"/>
                  </a:lnTo>
                  <a:lnTo>
                    <a:pt x="2180901" y="1190148"/>
                  </a:lnTo>
                  <a:lnTo>
                    <a:pt x="2175779" y="1236209"/>
                  </a:lnTo>
                  <a:lnTo>
                    <a:pt x="2168652" y="1282231"/>
                  </a:lnTo>
                  <a:lnTo>
                    <a:pt x="2159499" y="1328154"/>
                  </a:lnTo>
                  <a:lnTo>
                    <a:pt x="2148300" y="1373920"/>
                  </a:lnTo>
                  <a:lnTo>
                    <a:pt x="2135031" y="1419470"/>
                  </a:lnTo>
                  <a:lnTo>
                    <a:pt x="2119673" y="1464744"/>
                  </a:lnTo>
                  <a:lnTo>
                    <a:pt x="2102203" y="1509684"/>
                  </a:lnTo>
                  <a:lnTo>
                    <a:pt x="2082599" y="1554230"/>
                  </a:lnTo>
                  <a:lnTo>
                    <a:pt x="2061067" y="1597877"/>
                  </a:lnTo>
                  <a:lnTo>
                    <a:pt x="2037863" y="1640143"/>
                  </a:lnTo>
                  <a:lnTo>
                    <a:pt x="2013047" y="1681006"/>
                  </a:lnTo>
                  <a:lnTo>
                    <a:pt x="1986677" y="1720446"/>
                  </a:lnTo>
                  <a:lnTo>
                    <a:pt x="1958812" y="1758441"/>
                  </a:lnTo>
                  <a:lnTo>
                    <a:pt x="1929512" y="1794969"/>
                  </a:lnTo>
                  <a:lnTo>
                    <a:pt x="1898835" y="1830009"/>
                  </a:lnTo>
                  <a:lnTo>
                    <a:pt x="1866841" y="1863539"/>
                  </a:lnTo>
                  <a:lnTo>
                    <a:pt x="1833588" y="1895538"/>
                  </a:lnTo>
                  <a:lnTo>
                    <a:pt x="1799136" y="1925984"/>
                  </a:lnTo>
                  <a:lnTo>
                    <a:pt x="1763542" y="1954856"/>
                  </a:lnTo>
                  <a:lnTo>
                    <a:pt x="1726867" y="1982132"/>
                  </a:lnTo>
                  <a:lnTo>
                    <a:pt x="1689170" y="2007791"/>
                  </a:lnTo>
                  <a:lnTo>
                    <a:pt x="1650509" y="2031811"/>
                  </a:lnTo>
                  <a:lnTo>
                    <a:pt x="1610943" y="2054171"/>
                  </a:lnTo>
                  <a:lnTo>
                    <a:pt x="1570531" y="2074849"/>
                  </a:lnTo>
                  <a:lnTo>
                    <a:pt x="1529333" y="2093825"/>
                  </a:lnTo>
                  <a:lnTo>
                    <a:pt x="1487407" y="2111075"/>
                  </a:lnTo>
                  <a:lnTo>
                    <a:pt x="1444812" y="2126579"/>
                  </a:lnTo>
                  <a:lnTo>
                    <a:pt x="1401607" y="2140316"/>
                  </a:lnTo>
                  <a:lnTo>
                    <a:pt x="1357852" y="2152263"/>
                  </a:lnTo>
                  <a:lnTo>
                    <a:pt x="1313604" y="2162400"/>
                  </a:lnTo>
                  <a:lnTo>
                    <a:pt x="1268924" y="2170704"/>
                  </a:lnTo>
                  <a:lnTo>
                    <a:pt x="1223870" y="2177155"/>
                  </a:lnTo>
                  <a:lnTo>
                    <a:pt x="1178502" y="2181731"/>
                  </a:lnTo>
                  <a:lnTo>
                    <a:pt x="1132877" y="2184410"/>
                  </a:lnTo>
                  <a:lnTo>
                    <a:pt x="1087056" y="2185171"/>
                  </a:lnTo>
                  <a:lnTo>
                    <a:pt x="1041096" y="2183992"/>
                  </a:lnTo>
                  <a:lnTo>
                    <a:pt x="995058" y="2180852"/>
                  </a:lnTo>
                  <a:lnTo>
                    <a:pt x="949000" y="2175729"/>
                  </a:lnTo>
                  <a:lnTo>
                    <a:pt x="902981" y="2168602"/>
                  </a:lnTo>
                  <a:lnTo>
                    <a:pt x="857060" y="2159450"/>
                  </a:lnTo>
                  <a:lnTo>
                    <a:pt x="811295" y="2148250"/>
                  </a:lnTo>
                  <a:lnTo>
                    <a:pt x="765747" y="2134982"/>
                  </a:lnTo>
                  <a:lnTo>
                    <a:pt x="720474" y="2119623"/>
                  </a:lnTo>
                  <a:lnTo>
                    <a:pt x="675535" y="2102153"/>
                  </a:lnTo>
                  <a:lnTo>
                    <a:pt x="630989" y="2082550"/>
                  </a:lnTo>
                  <a:close/>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1" name="Google Shape;551;p5"/>
            <p:cNvPicPr preferRelativeResize="0"/>
            <p:nvPr/>
          </p:nvPicPr>
          <p:blipFill rotWithShape="1">
            <a:blip r:embed="rId4">
              <a:alphaModFix/>
            </a:blip>
            <a:srcRect b="0" l="0" r="0" t="0"/>
            <a:stretch/>
          </p:blipFill>
          <p:spPr>
            <a:xfrm>
              <a:off x="4742340" y="4633900"/>
              <a:ext cx="252789" cy="252827"/>
            </a:xfrm>
            <a:prstGeom prst="rect">
              <a:avLst/>
            </a:prstGeom>
            <a:noFill/>
            <a:ln>
              <a:noFill/>
            </a:ln>
          </p:spPr>
        </p:pic>
        <p:sp>
          <p:nvSpPr>
            <p:cNvPr id="552" name="Google Shape;552;p5"/>
            <p:cNvSpPr/>
            <p:nvPr/>
          </p:nvSpPr>
          <p:spPr>
            <a:xfrm>
              <a:off x="5381751" y="2911983"/>
              <a:ext cx="1471929" cy="1504950"/>
            </a:xfrm>
            <a:custGeom>
              <a:rect b="b" l="l" r="r" t="t"/>
              <a:pathLst>
                <a:path extrusionOk="0" h="1504950" w="1471929">
                  <a:moveTo>
                    <a:pt x="460756" y="1503679"/>
                  </a:moveTo>
                  <a:lnTo>
                    <a:pt x="45465" y="1310004"/>
                  </a:lnTo>
                </a:path>
                <a:path extrusionOk="0" h="1504950" w="1471929">
                  <a:moveTo>
                    <a:pt x="435610" y="1504822"/>
                  </a:moveTo>
                  <a:lnTo>
                    <a:pt x="1471422" y="1127886"/>
                  </a:lnTo>
                </a:path>
                <a:path extrusionOk="0" h="1504950" w="1471929">
                  <a:moveTo>
                    <a:pt x="0" y="235838"/>
                  </a:moveTo>
                  <a:lnTo>
                    <a:pt x="647826" y="0"/>
                  </a:lnTo>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3" name="Google Shape;553;p5"/>
            <p:cNvPicPr preferRelativeResize="0"/>
            <p:nvPr/>
          </p:nvPicPr>
          <p:blipFill rotWithShape="1">
            <a:blip r:embed="rId5">
              <a:alphaModFix/>
            </a:blip>
            <a:srcRect b="0" l="0" r="0" t="0"/>
            <a:stretch/>
          </p:blipFill>
          <p:spPr>
            <a:xfrm>
              <a:off x="5846772" y="2681805"/>
              <a:ext cx="438003" cy="438003"/>
            </a:xfrm>
            <a:prstGeom prst="rect">
              <a:avLst/>
            </a:prstGeom>
            <a:noFill/>
            <a:ln>
              <a:noFill/>
            </a:ln>
          </p:spPr>
        </p:pic>
        <p:sp>
          <p:nvSpPr>
            <p:cNvPr id="554" name="Google Shape;554;p5"/>
            <p:cNvSpPr/>
            <p:nvPr/>
          </p:nvSpPr>
          <p:spPr>
            <a:xfrm>
              <a:off x="506184" y="1501446"/>
              <a:ext cx="1814830" cy="1814195"/>
            </a:xfrm>
            <a:custGeom>
              <a:rect b="b" l="l" r="r" t="t"/>
              <a:pathLst>
                <a:path extrusionOk="0" h="1814195" w="1814830">
                  <a:moveTo>
                    <a:pt x="887343" y="0"/>
                  </a:moveTo>
                  <a:lnTo>
                    <a:pt x="841511" y="2178"/>
                  </a:lnTo>
                  <a:lnTo>
                    <a:pt x="795591" y="6720"/>
                  </a:lnTo>
                  <a:lnTo>
                    <a:pt x="749663" y="13662"/>
                  </a:lnTo>
                  <a:lnTo>
                    <a:pt x="703810" y="23038"/>
                  </a:lnTo>
                  <a:lnTo>
                    <a:pt x="658112" y="34882"/>
                  </a:lnTo>
                  <a:lnTo>
                    <a:pt x="612652" y="49229"/>
                  </a:lnTo>
                  <a:lnTo>
                    <a:pt x="567511" y="66114"/>
                  </a:lnTo>
                  <a:lnTo>
                    <a:pt x="523308" y="85329"/>
                  </a:lnTo>
                  <a:lnTo>
                    <a:pt x="480639" y="106591"/>
                  </a:lnTo>
                  <a:lnTo>
                    <a:pt x="439537" y="129819"/>
                  </a:lnTo>
                  <a:lnTo>
                    <a:pt x="400039" y="154930"/>
                  </a:lnTo>
                  <a:lnTo>
                    <a:pt x="362177" y="181842"/>
                  </a:lnTo>
                  <a:lnTo>
                    <a:pt x="325988" y="210475"/>
                  </a:lnTo>
                  <a:lnTo>
                    <a:pt x="291505" y="240747"/>
                  </a:lnTo>
                  <a:lnTo>
                    <a:pt x="258763" y="272576"/>
                  </a:lnTo>
                  <a:lnTo>
                    <a:pt x="227798" y="305881"/>
                  </a:lnTo>
                  <a:lnTo>
                    <a:pt x="198643" y="340580"/>
                  </a:lnTo>
                  <a:lnTo>
                    <a:pt x="171333" y="376592"/>
                  </a:lnTo>
                  <a:lnTo>
                    <a:pt x="145904" y="413834"/>
                  </a:lnTo>
                  <a:lnTo>
                    <a:pt x="122389" y="452226"/>
                  </a:lnTo>
                  <a:lnTo>
                    <a:pt x="100823" y="491685"/>
                  </a:lnTo>
                  <a:lnTo>
                    <a:pt x="81241" y="532131"/>
                  </a:lnTo>
                  <a:lnTo>
                    <a:pt x="63678" y="573481"/>
                  </a:lnTo>
                  <a:lnTo>
                    <a:pt x="48168" y="615655"/>
                  </a:lnTo>
                  <a:lnTo>
                    <a:pt x="34746" y="658570"/>
                  </a:lnTo>
                  <a:lnTo>
                    <a:pt x="23446" y="702145"/>
                  </a:lnTo>
                  <a:lnTo>
                    <a:pt x="14304" y="746299"/>
                  </a:lnTo>
                  <a:lnTo>
                    <a:pt x="7353" y="790949"/>
                  </a:lnTo>
                  <a:lnTo>
                    <a:pt x="2629" y="836014"/>
                  </a:lnTo>
                  <a:lnTo>
                    <a:pt x="166" y="881414"/>
                  </a:lnTo>
                  <a:lnTo>
                    <a:pt x="0" y="927065"/>
                  </a:lnTo>
                  <a:lnTo>
                    <a:pt x="2163" y="972887"/>
                  </a:lnTo>
                  <a:lnTo>
                    <a:pt x="6692" y="1018798"/>
                  </a:lnTo>
                  <a:lnTo>
                    <a:pt x="13620" y="1064716"/>
                  </a:lnTo>
                  <a:lnTo>
                    <a:pt x="22984" y="1110561"/>
                  </a:lnTo>
                  <a:lnTo>
                    <a:pt x="34816" y="1156249"/>
                  </a:lnTo>
                  <a:lnTo>
                    <a:pt x="49152" y="1201700"/>
                  </a:lnTo>
                  <a:lnTo>
                    <a:pt x="66026" y="1246833"/>
                  </a:lnTo>
                  <a:lnTo>
                    <a:pt x="85233" y="1291011"/>
                  </a:lnTo>
                  <a:lnTo>
                    <a:pt x="106488" y="1333656"/>
                  </a:lnTo>
                  <a:lnTo>
                    <a:pt x="129709" y="1374733"/>
                  </a:lnTo>
                  <a:lnTo>
                    <a:pt x="154815" y="1414208"/>
                  </a:lnTo>
                  <a:lnTo>
                    <a:pt x="181724" y="1452045"/>
                  </a:lnTo>
                  <a:lnTo>
                    <a:pt x="210356" y="1488211"/>
                  </a:lnTo>
                  <a:lnTo>
                    <a:pt x="240627" y="1522670"/>
                  </a:lnTo>
                  <a:lnTo>
                    <a:pt x="272456" y="1555389"/>
                  </a:lnTo>
                  <a:lnTo>
                    <a:pt x="305763" y="1586331"/>
                  </a:lnTo>
                  <a:lnTo>
                    <a:pt x="340464" y="1615463"/>
                  </a:lnTo>
                  <a:lnTo>
                    <a:pt x="376480" y="1642751"/>
                  </a:lnTo>
                  <a:lnTo>
                    <a:pt x="413727" y="1668158"/>
                  </a:lnTo>
                  <a:lnTo>
                    <a:pt x="452124" y="1691652"/>
                  </a:lnTo>
                  <a:lnTo>
                    <a:pt x="491590" y="1713196"/>
                  </a:lnTo>
                  <a:lnTo>
                    <a:pt x="532043" y="1732757"/>
                  </a:lnTo>
                  <a:lnTo>
                    <a:pt x="573401" y="1750300"/>
                  </a:lnTo>
                  <a:lnTo>
                    <a:pt x="615584" y="1765791"/>
                  </a:lnTo>
                  <a:lnTo>
                    <a:pt x="658508" y="1779193"/>
                  </a:lnTo>
                  <a:lnTo>
                    <a:pt x="702093" y="1790474"/>
                  </a:lnTo>
                  <a:lnTo>
                    <a:pt x="746257" y="1799598"/>
                  </a:lnTo>
                  <a:lnTo>
                    <a:pt x="790918" y="1806531"/>
                  </a:lnTo>
                  <a:lnTo>
                    <a:pt x="835995" y="1811238"/>
                  </a:lnTo>
                  <a:lnTo>
                    <a:pt x="881406" y="1813685"/>
                  </a:lnTo>
                  <a:lnTo>
                    <a:pt x="927069" y="1813836"/>
                  </a:lnTo>
                  <a:lnTo>
                    <a:pt x="972903" y="1811657"/>
                  </a:lnTo>
                  <a:lnTo>
                    <a:pt x="1018826" y="1807114"/>
                  </a:lnTo>
                  <a:lnTo>
                    <a:pt x="1064757" y="1800172"/>
                  </a:lnTo>
                  <a:lnTo>
                    <a:pt x="1110614" y="1790797"/>
                  </a:lnTo>
                  <a:lnTo>
                    <a:pt x="1156315" y="1778952"/>
                  </a:lnTo>
                  <a:lnTo>
                    <a:pt x="1201778" y="1764605"/>
                  </a:lnTo>
                  <a:lnTo>
                    <a:pt x="1246923" y="1747721"/>
                  </a:lnTo>
                  <a:lnTo>
                    <a:pt x="1291126" y="1728505"/>
                  </a:lnTo>
                  <a:lnTo>
                    <a:pt x="1333796" y="1707243"/>
                  </a:lnTo>
                  <a:lnTo>
                    <a:pt x="1374897" y="1684015"/>
                  </a:lnTo>
                  <a:lnTo>
                    <a:pt x="1414396" y="1658905"/>
                  </a:lnTo>
                  <a:lnTo>
                    <a:pt x="1452258" y="1631992"/>
                  </a:lnTo>
                  <a:lnTo>
                    <a:pt x="1488448" y="1603360"/>
                  </a:lnTo>
                  <a:lnTo>
                    <a:pt x="1522931" y="1573088"/>
                  </a:lnTo>
                  <a:lnTo>
                    <a:pt x="1555674" y="1541260"/>
                  </a:lnTo>
                  <a:lnTo>
                    <a:pt x="1586640" y="1507956"/>
                  </a:lnTo>
                  <a:lnTo>
                    <a:pt x="1615795" y="1473258"/>
                  </a:lnTo>
                  <a:lnTo>
                    <a:pt x="1643106" y="1437248"/>
                  </a:lnTo>
                  <a:lnTo>
                    <a:pt x="1668536" y="1400008"/>
                  </a:lnTo>
                  <a:lnTo>
                    <a:pt x="1692052" y="1361618"/>
                  </a:lnTo>
                  <a:lnTo>
                    <a:pt x="1713619" y="1322161"/>
                  </a:lnTo>
                  <a:lnTo>
                    <a:pt x="1733202" y="1281718"/>
                  </a:lnTo>
                  <a:lnTo>
                    <a:pt x="1750767" y="1240370"/>
                  </a:lnTo>
                  <a:lnTo>
                    <a:pt x="1766278" y="1198200"/>
                  </a:lnTo>
                  <a:lnTo>
                    <a:pt x="1779702" y="1155289"/>
                  </a:lnTo>
                  <a:lnTo>
                    <a:pt x="1791003" y="1111718"/>
                  </a:lnTo>
                  <a:lnTo>
                    <a:pt x="1800147" y="1067570"/>
                  </a:lnTo>
                  <a:lnTo>
                    <a:pt x="1807099" y="1022925"/>
                  </a:lnTo>
                  <a:lnTo>
                    <a:pt x="1811824" y="977865"/>
                  </a:lnTo>
                  <a:lnTo>
                    <a:pt x="1814289" y="932472"/>
                  </a:lnTo>
                  <a:lnTo>
                    <a:pt x="1814458" y="886828"/>
                  </a:lnTo>
                  <a:lnTo>
                    <a:pt x="1812296" y="841014"/>
                  </a:lnTo>
                  <a:lnTo>
                    <a:pt x="1807769" y="795111"/>
                  </a:lnTo>
                  <a:lnTo>
                    <a:pt x="1800843" y="749202"/>
                  </a:lnTo>
                  <a:lnTo>
                    <a:pt x="1791482" y="703367"/>
                  </a:lnTo>
                  <a:lnTo>
                    <a:pt x="1779652" y="657689"/>
                  </a:lnTo>
                  <a:lnTo>
                    <a:pt x="1765318" y="612249"/>
                  </a:lnTo>
                  <a:lnTo>
                    <a:pt x="1748446" y="567129"/>
                  </a:lnTo>
                  <a:lnTo>
                    <a:pt x="1729230" y="522938"/>
                  </a:lnTo>
                  <a:lnTo>
                    <a:pt x="1707967" y="480282"/>
                  </a:lnTo>
                  <a:lnTo>
                    <a:pt x="1684737" y="439195"/>
                  </a:lnTo>
                  <a:lnTo>
                    <a:pt x="1659624" y="399710"/>
                  </a:lnTo>
                  <a:lnTo>
                    <a:pt x="1632708" y="361864"/>
                  </a:lnTo>
                  <a:lnTo>
                    <a:pt x="1604071" y="325690"/>
                  </a:lnTo>
                  <a:lnTo>
                    <a:pt x="1573795" y="291223"/>
                  </a:lnTo>
                  <a:lnTo>
                    <a:pt x="1541961" y="258497"/>
                  </a:lnTo>
                  <a:lnTo>
                    <a:pt x="1508650" y="227548"/>
                  </a:lnTo>
                  <a:lnTo>
                    <a:pt x="1473945" y="198410"/>
                  </a:lnTo>
                  <a:lnTo>
                    <a:pt x="1437928" y="171118"/>
                  </a:lnTo>
                  <a:lnTo>
                    <a:pt x="1400678" y="145705"/>
                  </a:lnTo>
                  <a:lnTo>
                    <a:pt x="1362279" y="122207"/>
                  </a:lnTo>
                  <a:lnTo>
                    <a:pt x="1322812" y="100659"/>
                  </a:lnTo>
                  <a:lnTo>
                    <a:pt x="1282358" y="81094"/>
                  </a:lnTo>
                  <a:lnTo>
                    <a:pt x="1240999" y="63548"/>
                  </a:lnTo>
                  <a:lnTo>
                    <a:pt x="1198817" y="48055"/>
                  </a:lnTo>
                  <a:lnTo>
                    <a:pt x="1155893" y="34650"/>
                  </a:lnTo>
                  <a:lnTo>
                    <a:pt x="1112309" y="23367"/>
                  </a:lnTo>
                  <a:lnTo>
                    <a:pt x="1068147" y="14241"/>
                  </a:lnTo>
                  <a:lnTo>
                    <a:pt x="1023487" y="7307"/>
                  </a:lnTo>
                  <a:lnTo>
                    <a:pt x="978412" y="2599"/>
                  </a:lnTo>
                  <a:lnTo>
                    <a:pt x="933004" y="151"/>
                  </a:lnTo>
                  <a:lnTo>
                    <a:pt x="88734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5"/>
            <p:cNvSpPr/>
            <p:nvPr/>
          </p:nvSpPr>
          <p:spPr>
            <a:xfrm>
              <a:off x="349261" y="1352274"/>
              <a:ext cx="2120900" cy="2120265"/>
            </a:xfrm>
            <a:custGeom>
              <a:rect b="b" l="l" r="r" t="t"/>
              <a:pathLst>
                <a:path extrusionOk="0" h="2120265" w="2120900">
                  <a:moveTo>
                    <a:pt x="663309" y="77364"/>
                  </a:moveTo>
                  <a:lnTo>
                    <a:pt x="708716" y="60197"/>
                  </a:lnTo>
                  <a:lnTo>
                    <a:pt x="754409" y="45233"/>
                  </a:lnTo>
                  <a:lnTo>
                    <a:pt x="800327" y="32446"/>
                  </a:lnTo>
                  <a:lnTo>
                    <a:pt x="846410" y="21811"/>
                  </a:lnTo>
                  <a:lnTo>
                    <a:pt x="892595" y="13301"/>
                  </a:lnTo>
                  <a:lnTo>
                    <a:pt x="938823" y="6890"/>
                  </a:lnTo>
                  <a:lnTo>
                    <a:pt x="985033" y="2554"/>
                  </a:lnTo>
                  <a:lnTo>
                    <a:pt x="1031163" y="266"/>
                  </a:lnTo>
                  <a:lnTo>
                    <a:pt x="1077153" y="0"/>
                  </a:lnTo>
                  <a:lnTo>
                    <a:pt x="1122941" y="1730"/>
                  </a:lnTo>
                  <a:lnTo>
                    <a:pt x="1168467" y="5430"/>
                  </a:lnTo>
                  <a:lnTo>
                    <a:pt x="1213671" y="11075"/>
                  </a:lnTo>
                  <a:lnTo>
                    <a:pt x="1258490" y="18639"/>
                  </a:lnTo>
                  <a:lnTo>
                    <a:pt x="1302865" y="28095"/>
                  </a:lnTo>
                  <a:lnTo>
                    <a:pt x="1346733" y="39419"/>
                  </a:lnTo>
                  <a:lnTo>
                    <a:pt x="1390036" y="52584"/>
                  </a:lnTo>
                  <a:lnTo>
                    <a:pt x="1432710" y="67564"/>
                  </a:lnTo>
                  <a:lnTo>
                    <a:pt x="1474696" y="84333"/>
                  </a:lnTo>
                  <a:lnTo>
                    <a:pt x="1515933" y="102867"/>
                  </a:lnTo>
                  <a:lnTo>
                    <a:pt x="1556360" y="123137"/>
                  </a:lnTo>
                  <a:lnTo>
                    <a:pt x="1595915" y="145120"/>
                  </a:lnTo>
                  <a:lnTo>
                    <a:pt x="1634538" y="168789"/>
                  </a:lnTo>
                  <a:lnTo>
                    <a:pt x="1672169" y="194118"/>
                  </a:lnTo>
                  <a:lnTo>
                    <a:pt x="1708745" y="221081"/>
                  </a:lnTo>
                  <a:lnTo>
                    <a:pt x="1744207" y="249653"/>
                  </a:lnTo>
                  <a:lnTo>
                    <a:pt x="1778493" y="279807"/>
                  </a:lnTo>
                  <a:lnTo>
                    <a:pt x="1811542" y="311519"/>
                  </a:lnTo>
                  <a:lnTo>
                    <a:pt x="1843294" y="344761"/>
                  </a:lnTo>
                  <a:lnTo>
                    <a:pt x="1873687" y="379508"/>
                  </a:lnTo>
                  <a:lnTo>
                    <a:pt x="1902662" y="415734"/>
                  </a:lnTo>
                  <a:lnTo>
                    <a:pt x="1930156" y="453414"/>
                  </a:lnTo>
                  <a:lnTo>
                    <a:pt x="1956109" y="492521"/>
                  </a:lnTo>
                  <a:lnTo>
                    <a:pt x="1980459" y="533030"/>
                  </a:lnTo>
                  <a:lnTo>
                    <a:pt x="2003147" y="574914"/>
                  </a:lnTo>
                  <a:lnTo>
                    <a:pt x="2024112" y="618149"/>
                  </a:lnTo>
                  <a:lnTo>
                    <a:pt x="2043291" y="662707"/>
                  </a:lnTo>
                  <a:lnTo>
                    <a:pt x="2060448" y="708094"/>
                  </a:lnTo>
                  <a:lnTo>
                    <a:pt x="2075400" y="753766"/>
                  </a:lnTo>
                  <a:lnTo>
                    <a:pt x="2088175" y="799665"/>
                  </a:lnTo>
                  <a:lnTo>
                    <a:pt x="2098798" y="845728"/>
                  </a:lnTo>
                  <a:lnTo>
                    <a:pt x="2107295" y="891895"/>
                  </a:lnTo>
                  <a:lnTo>
                    <a:pt x="2113691" y="938106"/>
                  </a:lnTo>
                  <a:lnTo>
                    <a:pt x="2118013" y="984298"/>
                  </a:lnTo>
                  <a:lnTo>
                    <a:pt x="2120286" y="1030412"/>
                  </a:lnTo>
                  <a:lnTo>
                    <a:pt x="2120537" y="1076386"/>
                  </a:lnTo>
                  <a:lnTo>
                    <a:pt x="2118791" y="1122160"/>
                  </a:lnTo>
                  <a:lnTo>
                    <a:pt x="2115074" y="1167672"/>
                  </a:lnTo>
                  <a:lnTo>
                    <a:pt x="2109411" y="1212862"/>
                  </a:lnTo>
                  <a:lnTo>
                    <a:pt x="2101829" y="1257669"/>
                  </a:lnTo>
                  <a:lnTo>
                    <a:pt x="2092354" y="1302032"/>
                  </a:lnTo>
                  <a:lnTo>
                    <a:pt x="2081012" y="1345889"/>
                  </a:lnTo>
                  <a:lnTo>
                    <a:pt x="2067827" y="1389181"/>
                  </a:lnTo>
                  <a:lnTo>
                    <a:pt x="2052827" y="1431847"/>
                  </a:lnTo>
                  <a:lnTo>
                    <a:pt x="2036036" y="1473825"/>
                  </a:lnTo>
                  <a:lnTo>
                    <a:pt x="2017482" y="1515054"/>
                  </a:lnTo>
                  <a:lnTo>
                    <a:pt x="1997189" y="1555474"/>
                  </a:lnTo>
                  <a:lnTo>
                    <a:pt x="1975183" y="1595023"/>
                  </a:lnTo>
                  <a:lnTo>
                    <a:pt x="1951491" y="1633642"/>
                  </a:lnTo>
                  <a:lnTo>
                    <a:pt x="1926139" y="1671268"/>
                  </a:lnTo>
                  <a:lnTo>
                    <a:pt x="1899151" y="1707842"/>
                  </a:lnTo>
                  <a:lnTo>
                    <a:pt x="1870554" y="1743302"/>
                  </a:lnTo>
                  <a:lnTo>
                    <a:pt x="1840374" y="1777587"/>
                  </a:lnTo>
                  <a:lnTo>
                    <a:pt x="1808637" y="1810637"/>
                  </a:lnTo>
                  <a:lnTo>
                    <a:pt x="1775368" y="1842390"/>
                  </a:lnTo>
                  <a:lnTo>
                    <a:pt x="1740594" y="1872785"/>
                  </a:lnTo>
                  <a:lnTo>
                    <a:pt x="1704339" y="1901763"/>
                  </a:lnTo>
                  <a:lnTo>
                    <a:pt x="1666631" y="1929261"/>
                  </a:lnTo>
                  <a:lnTo>
                    <a:pt x="1627495" y="1955220"/>
                  </a:lnTo>
                  <a:lnTo>
                    <a:pt x="1586956" y="1979577"/>
                  </a:lnTo>
                  <a:lnTo>
                    <a:pt x="1545042" y="2002273"/>
                  </a:lnTo>
                  <a:lnTo>
                    <a:pt x="1501776" y="2023246"/>
                  </a:lnTo>
                  <a:lnTo>
                    <a:pt x="1457186" y="2042435"/>
                  </a:lnTo>
                  <a:lnTo>
                    <a:pt x="1411785" y="2059603"/>
                  </a:lnTo>
                  <a:lnTo>
                    <a:pt x="1366098" y="2074568"/>
                  </a:lnTo>
                  <a:lnTo>
                    <a:pt x="1320186" y="2087356"/>
                  </a:lnTo>
                  <a:lnTo>
                    <a:pt x="1274109" y="2097993"/>
                  </a:lnTo>
                  <a:lnTo>
                    <a:pt x="1227928" y="2106505"/>
                  </a:lnTo>
                  <a:lnTo>
                    <a:pt x="1181705" y="2112918"/>
                  </a:lnTo>
                  <a:lnTo>
                    <a:pt x="1135500" y="2117257"/>
                  </a:lnTo>
                  <a:lnTo>
                    <a:pt x="1089374" y="2119549"/>
                  </a:lnTo>
                  <a:lnTo>
                    <a:pt x="1043388" y="2119818"/>
                  </a:lnTo>
                  <a:lnTo>
                    <a:pt x="997604" y="2118091"/>
                  </a:lnTo>
                  <a:lnTo>
                    <a:pt x="952081" y="2114394"/>
                  </a:lnTo>
                  <a:lnTo>
                    <a:pt x="906881" y="2108753"/>
                  </a:lnTo>
                  <a:lnTo>
                    <a:pt x="862064" y="2101193"/>
                  </a:lnTo>
                  <a:lnTo>
                    <a:pt x="817692" y="2091739"/>
                  </a:lnTo>
                  <a:lnTo>
                    <a:pt x="773826" y="2080419"/>
                  </a:lnTo>
                  <a:lnTo>
                    <a:pt x="730526" y="2067258"/>
                  </a:lnTo>
                  <a:lnTo>
                    <a:pt x="687853" y="2052281"/>
                  </a:lnTo>
                  <a:lnTo>
                    <a:pt x="645869" y="2035514"/>
                  </a:lnTo>
                  <a:lnTo>
                    <a:pt x="604634" y="2016983"/>
                  </a:lnTo>
                  <a:lnTo>
                    <a:pt x="564208" y="1996714"/>
                  </a:lnTo>
                  <a:lnTo>
                    <a:pt x="524654" y="1974733"/>
                  </a:lnTo>
                  <a:lnTo>
                    <a:pt x="486032" y="1951066"/>
                  </a:lnTo>
                  <a:lnTo>
                    <a:pt x="448402" y="1925738"/>
                  </a:lnTo>
                  <a:lnTo>
                    <a:pt x="411826" y="1898775"/>
                  </a:lnTo>
                  <a:lnTo>
                    <a:pt x="376364" y="1870203"/>
                  </a:lnTo>
                  <a:lnTo>
                    <a:pt x="342078" y="1840047"/>
                  </a:lnTo>
                  <a:lnTo>
                    <a:pt x="309028" y="1808335"/>
                  </a:lnTo>
                  <a:lnTo>
                    <a:pt x="277276" y="1775090"/>
                  </a:lnTo>
                  <a:lnTo>
                    <a:pt x="246882" y="1740340"/>
                  </a:lnTo>
                  <a:lnTo>
                    <a:pt x="217907" y="1704110"/>
                  </a:lnTo>
                  <a:lnTo>
                    <a:pt x="190412" y="1666425"/>
                  </a:lnTo>
                  <a:lnTo>
                    <a:pt x="164457" y="1627312"/>
                  </a:lnTo>
                  <a:lnTo>
                    <a:pt x="140105" y="1586797"/>
                  </a:lnTo>
                  <a:lnTo>
                    <a:pt x="117415" y="1544904"/>
                  </a:lnTo>
                  <a:lnTo>
                    <a:pt x="96449" y="1501661"/>
                  </a:lnTo>
                  <a:lnTo>
                    <a:pt x="77268" y="1457092"/>
                  </a:lnTo>
                  <a:lnTo>
                    <a:pt x="60108" y="1411706"/>
                  </a:lnTo>
                  <a:lnTo>
                    <a:pt x="45153" y="1366033"/>
                  </a:lnTo>
                  <a:lnTo>
                    <a:pt x="32375" y="1320135"/>
                  </a:lnTo>
                  <a:lnTo>
                    <a:pt x="21750" y="1274072"/>
                  </a:lnTo>
                  <a:lnTo>
                    <a:pt x="13251" y="1227904"/>
                  </a:lnTo>
                  <a:lnTo>
                    <a:pt x="6852" y="1181694"/>
                  </a:lnTo>
                  <a:lnTo>
                    <a:pt x="2528" y="1135502"/>
                  </a:lnTo>
                  <a:lnTo>
                    <a:pt x="252" y="1089388"/>
                  </a:lnTo>
                  <a:lnTo>
                    <a:pt x="0" y="1043414"/>
                  </a:lnTo>
                  <a:lnTo>
                    <a:pt x="1744" y="997640"/>
                  </a:lnTo>
                  <a:lnTo>
                    <a:pt x="5459" y="952128"/>
                  </a:lnTo>
                  <a:lnTo>
                    <a:pt x="11120" y="906938"/>
                  </a:lnTo>
                  <a:lnTo>
                    <a:pt x="18700" y="862131"/>
                  </a:lnTo>
                  <a:lnTo>
                    <a:pt x="28174" y="817768"/>
                  </a:lnTo>
                  <a:lnTo>
                    <a:pt x="39515" y="773910"/>
                  </a:lnTo>
                  <a:lnTo>
                    <a:pt x="52698" y="730618"/>
                  </a:lnTo>
                  <a:lnTo>
                    <a:pt x="67697" y="687953"/>
                  </a:lnTo>
                  <a:lnTo>
                    <a:pt x="84486" y="645975"/>
                  </a:lnTo>
                  <a:lnTo>
                    <a:pt x="103039" y="604746"/>
                  </a:lnTo>
                  <a:lnTo>
                    <a:pt x="123331" y="564326"/>
                  </a:lnTo>
                  <a:lnTo>
                    <a:pt x="145335" y="524776"/>
                  </a:lnTo>
                  <a:lnTo>
                    <a:pt x="169026" y="486158"/>
                  </a:lnTo>
                  <a:lnTo>
                    <a:pt x="194377" y="448531"/>
                  </a:lnTo>
                  <a:lnTo>
                    <a:pt x="221364" y="411958"/>
                  </a:lnTo>
                  <a:lnTo>
                    <a:pt x="249959" y="376498"/>
                  </a:lnTo>
                  <a:lnTo>
                    <a:pt x="280138" y="342213"/>
                  </a:lnTo>
                  <a:lnTo>
                    <a:pt x="311874" y="309163"/>
                  </a:lnTo>
                  <a:lnTo>
                    <a:pt x="345141" y="277410"/>
                  </a:lnTo>
                  <a:lnTo>
                    <a:pt x="379914" y="247014"/>
                  </a:lnTo>
                  <a:lnTo>
                    <a:pt x="416167" y="218037"/>
                  </a:lnTo>
                  <a:lnTo>
                    <a:pt x="453873" y="190538"/>
                  </a:lnTo>
                  <a:lnTo>
                    <a:pt x="493008" y="164580"/>
                  </a:lnTo>
                  <a:lnTo>
                    <a:pt x="533545" y="140223"/>
                  </a:lnTo>
                  <a:lnTo>
                    <a:pt x="575458" y="117527"/>
                  </a:lnTo>
                  <a:lnTo>
                    <a:pt x="618721" y="96554"/>
                  </a:lnTo>
                  <a:lnTo>
                    <a:pt x="663309" y="77364"/>
                  </a:lnTo>
                  <a:close/>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6" name="Google Shape;556;p5"/>
            <p:cNvPicPr preferRelativeResize="0"/>
            <p:nvPr/>
          </p:nvPicPr>
          <p:blipFill rotWithShape="1">
            <a:blip r:embed="rId6">
              <a:alphaModFix/>
            </a:blip>
            <a:srcRect b="0" l="0" r="0" t="0"/>
            <a:stretch/>
          </p:blipFill>
          <p:spPr>
            <a:xfrm>
              <a:off x="1188757" y="3383383"/>
              <a:ext cx="181723" cy="181657"/>
            </a:xfrm>
            <a:prstGeom prst="rect">
              <a:avLst/>
            </a:prstGeom>
            <a:noFill/>
            <a:ln>
              <a:noFill/>
            </a:ln>
          </p:spPr>
        </p:pic>
        <p:sp>
          <p:nvSpPr>
            <p:cNvPr id="557" name="Google Shape;557;p5"/>
            <p:cNvSpPr/>
            <p:nvPr/>
          </p:nvSpPr>
          <p:spPr>
            <a:xfrm>
              <a:off x="2360168" y="2924555"/>
              <a:ext cx="679450" cy="157480"/>
            </a:xfrm>
            <a:custGeom>
              <a:rect b="b" l="l" r="r" t="t"/>
              <a:pathLst>
                <a:path extrusionOk="0" h="157480" w="679450">
                  <a:moveTo>
                    <a:pt x="0" y="0"/>
                  </a:moveTo>
                  <a:lnTo>
                    <a:pt x="679323" y="157099"/>
                  </a:lnTo>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5"/>
            <p:cNvSpPr/>
            <p:nvPr/>
          </p:nvSpPr>
          <p:spPr>
            <a:xfrm>
              <a:off x="3047237" y="3069590"/>
              <a:ext cx="300354" cy="743585"/>
            </a:xfrm>
            <a:custGeom>
              <a:rect b="b" l="l" r="r" t="t"/>
              <a:pathLst>
                <a:path extrusionOk="0" h="743585" w="300354">
                  <a:moveTo>
                    <a:pt x="0" y="0"/>
                  </a:moveTo>
                  <a:lnTo>
                    <a:pt x="300227" y="743077"/>
                  </a:lnTo>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5"/>
            <p:cNvSpPr/>
            <p:nvPr/>
          </p:nvSpPr>
          <p:spPr>
            <a:xfrm>
              <a:off x="2171446" y="3151250"/>
              <a:ext cx="677544" cy="156845"/>
            </a:xfrm>
            <a:custGeom>
              <a:rect b="b" l="l" r="r" t="t"/>
              <a:pathLst>
                <a:path extrusionOk="0" h="156845" w="677544">
                  <a:moveTo>
                    <a:pt x="0" y="0"/>
                  </a:moveTo>
                  <a:lnTo>
                    <a:pt x="677164" y="156590"/>
                  </a:lnTo>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0" name="Google Shape;560;p5"/>
            <p:cNvPicPr preferRelativeResize="0"/>
            <p:nvPr/>
          </p:nvPicPr>
          <p:blipFill rotWithShape="1">
            <a:blip r:embed="rId7">
              <a:alphaModFix/>
            </a:blip>
            <a:srcRect b="0" l="0" r="0" t="0"/>
            <a:stretch/>
          </p:blipFill>
          <p:spPr>
            <a:xfrm>
              <a:off x="2707763" y="3168772"/>
              <a:ext cx="314077" cy="314000"/>
            </a:xfrm>
            <a:prstGeom prst="rect">
              <a:avLst/>
            </a:prstGeom>
            <a:noFill/>
            <a:ln>
              <a:noFill/>
            </a:ln>
          </p:spPr>
        </p:pic>
        <p:sp>
          <p:nvSpPr>
            <p:cNvPr id="561" name="Google Shape;561;p5"/>
            <p:cNvSpPr/>
            <p:nvPr/>
          </p:nvSpPr>
          <p:spPr>
            <a:xfrm>
              <a:off x="9574820" y="1548392"/>
              <a:ext cx="1842770" cy="1842135"/>
            </a:xfrm>
            <a:custGeom>
              <a:rect b="b" l="l" r="r" t="t"/>
              <a:pathLst>
                <a:path extrusionOk="0" h="1842135" w="1842770">
                  <a:moveTo>
                    <a:pt x="932241" y="0"/>
                  </a:moveTo>
                  <a:lnTo>
                    <a:pt x="887471" y="530"/>
                  </a:lnTo>
                  <a:lnTo>
                    <a:pt x="842595" y="3265"/>
                  </a:lnTo>
                  <a:lnTo>
                    <a:pt x="797690" y="8232"/>
                  </a:lnTo>
                  <a:lnTo>
                    <a:pt x="752834" y="15459"/>
                  </a:lnTo>
                  <a:lnTo>
                    <a:pt x="708102" y="24975"/>
                  </a:lnTo>
                  <a:lnTo>
                    <a:pt x="663573" y="36806"/>
                  </a:lnTo>
                  <a:lnTo>
                    <a:pt x="619322" y="50982"/>
                  </a:lnTo>
                  <a:lnTo>
                    <a:pt x="575428" y="67530"/>
                  </a:lnTo>
                  <a:lnTo>
                    <a:pt x="531966" y="86478"/>
                  </a:lnTo>
                  <a:lnTo>
                    <a:pt x="489517" y="107597"/>
                  </a:lnTo>
                  <a:lnTo>
                    <a:pt x="448629" y="130590"/>
                  </a:lnTo>
                  <a:lnTo>
                    <a:pt x="409328" y="155380"/>
                  </a:lnTo>
                  <a:lnTo>
                    <a:pt x="371644" y="181890"/>
                  </a:lnTo>
                  <a:lnTo>
                    <a:pt x="335604" y="210042"/>
                  </a:lnTo>
                  <a:lnTo>
                    <a:pt x="301236" y="239761"/>
                  </a:lnTo>
                  <a:lnTo>
                    <a:pt x="268569" y="270968"/>
                  </a:lnTo>
                  <a:lnTo>
                    <a:pt x="237630" y="303588"/>
                  </a:lnTo>
                  <a:lnTo>
                    <a:pt x="208447" y="337543"/>
                  </a:lnTo>
                  <a:lnTo>
                    <a:pt x="181049" y="372757"/>
                  </a:lnTo>
                  <a:lnTo>
                    <a:pt x="155463" y="409152"/>
                  </a:lnTo>
                  <a:lnTo>
                    <a:pt x="131718" y="446652"/>
                  </a:lnTo>
                  <a:lnTo>
                    <a:pt x="109841" y="485180"/>
                  </a:lnTo>
                  <a:lnTo>
                    <a:pt x="89860" y="524659"/>
                  </a:lnTo>
                  <a:lnTo>
                    <a:pt x="71804" y="565011"/>
                  </a:lnTo>
                  <a:lnTo>
                    <a:pt x="55700" y="606162"/>
                  </a:lnTo>
                  <a:lnTo>
                    <a:pt x="41577" y="648032"/>
                  </a:lnTo>
                  <a:lnTo>
                    <a:pt x="29463" y="690546"/>
                  </a:lnTo>
                  <a:lnTo>
                    <a:pt x="19385" y="733626"/>
                  </a:lnTo>
                  <a:lnTo>
                    <a:pt x="11372" y="777196"/>
                  </a:lnTo>
                  <a:lnTo>
                    <a:pt x="5451" y="821179"/>
                  </a:lnTo>
                  <a:lnTo>
                    <a:pt x="1651" y="865498"/>
                  </a:lnTo>
                  <a:lnTo>
                    <a:pt x="0" y="910076"/>
                  </a:lnTo>
                  <a:lnTo>
                    <a:pt x="525" y="954836"/>
                  </a:lnTo>
                  <a:lnTo>
                    <a:pt x="3255" y="999701"/>
                  </a:lnTo>
                  <a:lnTo>
                    <a:pt x="8217" y="1044595"/>
                  </a:lnTo>
                  <a:lnTo>
                    <a:pt x="15441" y="1089441"/>
                  </a:lnTo>
                  <a:lnTo>
                    <a:pt x="24953" y="1134161"/>
                  </a:lnTo>
                  <a:lnTo>
                    <a:pt x="36782" y="1178678"/>
                  </a:lnTo>
                  <a:lnTo>
                    <a:pt x="50956" y="1222917"/>
                  </a:lnTo>
                  <a:lnTo>
                    <a:pt x="67503" y="1266800"/>
                  </a:lnTo>
                  <a:lnTo>
                    <a:pt x="86450" y="1310250"/>
                  </a:lnTo>
                  <a:lnTo>
                    <a:pt x="108271" y="1354018"/>
                  </a:lnTo>
                  <a:lnTo>
                    <a:pt x="132086" y="1396123"/>
                  </a:lnTo>
                  <a:lnTo>
                    <a:pt x="157811" y="1436535"/>
                  </a:lnTo>
                  <a:lnTo>
                    <a:pt x="185361" y="1475223"/>
                  </a:lnTo>
                  <a:lnTo>
                    <a:pt x="214653" y="1512156"/>
                  </a:lnTo>
                  <a:lnTo>
                    <a:pt x="245600" y="1547303"/>
                  </a:lnTo>
                  <a:lnTo>
                    <a:pt x="278119" y="1580633"/>
                  </a:lnTo>
                  <a:lnTo>
                    <a:pt x="312126" y="1612115"/>
                  </a:lnTo>
                  <a:lnTo>
                    <a:pt x="347534" y="1641719"/>
                  </a:lnTo>
                  <a:lnTo>
                    <a:pt x="384261" y="1669414"/>
                  </a:lnTo>
                  <a:lnTo>
                    <a:pt x="422221" y="1695168"/>
                  </a:lnTo>
                  <a:lnTo>
                    <a:pt x="461331" y="1718952"/>
                  </a:lnTo>
                  <a:lnTo>
                    <a:pt x="501504" y="1740734"/>
                  </a:lnTo>
                  <a:lnTo>
                    <a:pt x="542657" y="1760484"/>
                  </a:lnTo>
                  <a:lnTo>
                    <a:pt x="584706" y="1778170"/>
                  </a:lnTo>
                  <a:lnTo>
                    <a:pt x="627564" y="1793762"/>
                  </a:lnTo>
                  <a:lnTo>
                    <a:pt x="671150" y="1807229"/>
                  </a:lnTo>
                  <a:lnTo>
                    <a:pt x="715376" y="1818540"/>
                  </a:lnTo>
                  <a:lnTo>
                    <a:pt x="760160" y="1827665"/>
                  </a:lnTo>
                  <a:lnTo>
                    <a:pt x="805415" y="1834572"/>
                  </a:lnTo>
                  <a:lnTo>
                    <a:pt x="851059" y="1839231"/>
                  </a:lnTo>
                  <a:lnTo>
                    <a:pt x="897006" y="1841611"/>
                  </a:lnTo>
                  <a:lnTo>
                    <a:pt x="943172" y="1841681"/>
                  </a:lnTo>
                  <a:lnTo>
                    <a:pt x="989471" y="1839410"/>
                  </a:lnTo>
                  <a:lnTo>
                    <a:pt x="1035821" y="1834768"/>
                  </a:lnTo>
                  <a:lnTo>
                    <a:pt x="1082135" y="1827723"/>
                  </a:lnTo>
                  <a:lnTo>
                    <a:pt x="1128330" y="1818245"/>
                  </a:lnTo>
                  <a:lnTo>
                    <a:pt x="1174321" y="1806303"/>
                  </a:lnTo>
                  <a:lnTo>
                    <a:pt x="1220022" y="1791866"/>
                  </a:lnTo>
                  <a:lnTo>
                    <a:pt x="1265351" y="1774904"/>
                  </a:lnTo>
                  <a:lnTo>
                    <a:pt x="1310222" y="1755385"/>
                  </a:lnTo>
                  <a:lnTo>
                    <a:pt x="1352671" y="1734276"/>
                  </a:lnTo>
                  <a:lnTo>
                    <a:pt x="1393560" y="1711294"/>
                  </a:lnTo>
                  <a:lnTo>
                    <a:pt x="1432860" y="1686514"/>
                  </a:lnTo>
                  <a:lnTo>
                    <a:pt x="1470545" y="1660014"/>
                  </a:lnTo>
                  <a:lnTo>
                    <a:pt x="1506585" y="1631871"/>
                  </a:lnTo>
                  <a:lnTo>
                    <a:pt x="1540953" y="1602160"/>
                  </a:lnTo>
                  <a:lnTo>
                    <a:pt x="1573621" y="1570960"/>
                  </a:lnTo>
                  <a:lnTo>
                    <a:pt x="1604561" y="1538347"/>
                  </a:lnTo>
                  <a:lnTo>
                    <a:pt x="1633744" y="1504399"/>
                  </a:lnTo>
                  <a:lnTo>
                    <a:pt x="1661143" y="1469191"/>
                  </a:lnTo>
                  <a:lnTo>
                    <a:pt x="1686731" y="1432801"/>
                  </a:lnTo>
                  <a:lnTo>
                    <a:pt x="1710478" y="1395306"/>
                  </a:lnTo>
                  <a:lnTo>
                    <a:pt x="1732356" y="1356783"/>
                  </a:lnTo>
                  <a:lnTo>
                    <a:pt x="1752339" y="1317308"/>
                  </a:lnTo>
                  <a:lnTo>
                    <a:pt x="1770398" y="1276959"/>
                  </a:lnTo>
                  <a:lnTo>
                    <a:pt x="1786504" y="1235812"/>
                  </a:lnTo>
                  <a:lnTo>
                    <a:pt x="1800630" y="1193944"/>
                  </a:lnTo>
                  <a:lnTo>
                    <a:pt x="1812748" y="1151433"/>
                  </a:lnTo>
                  <a:lnTo>
                    <a:pt x="1822830" y="1108354"/>
                  </a:lnTo>
                  <a:lnTo>
                    <a:pt x="1830848" y="1064786"/>
                  </a:lnTo>
                  <a:lnTo>
                    <a:pt x="1836773" y="1020805"/>
                  </a:lnTo>
                  <a:lnTo>
                    <a:pt x="1840579" y="976487"/>
                  </a:lnTo>
                  <a:lnTo>
                    <a:pt x="1842236" y="931910"/>
                  </a:lnTo>
                  <a:lnTo>
                    <a:pt x="1841717" y="887151"/>
                  </a:lnTo>
                  <a:lnTo>
                    <a:pt x="1838994" y="842286"/>
                  </a:lnTo>
                  <a:lnTo>
                    <a:pt x="1834039" y="797393"/>
                  </a:lnTo>
                  <a:lnTo>
                    <a:pt x="1826824" y="752548"/>
                  </a:lnTo>
                  <a:lnTo>
                    <a:pt x="1817320" y="707828"/>
                  </a:lnTo>
                  <a:lnTo>
                    <a:pt x="1805501" y="663311"/>
                  </a:lnTo>
                  <a:lnTo>
                    <a:pt x="1791337" y="619072"/>
                  </a:lnTo>
                  <a:lnTo>
                    <a:pt x="1774801" y="575189"/>
                  </a:lnTo>
                  <a:lnTo>
                    <a:pt x="1755865" y="531740"/>
                  </a:lnTo>
                  <a:lnTo>
                    <a:pt x="1734757" y="489303"/>
                  </a:lnTo>
                  <a:lnTo>
                    <a:pt x="1711773" y="448426"/>
                  </a:lnTo>
                  <a:lnTo>
                    <a:pt x="1686992" y="409137"/>
                  </a:lnTo>
                  <a:lnTo>
                    <a:pt x="1660489" y="371465"/>
                  </a:lnTo>
                  <a:lnTo>
                    <a:pt x="1632342" y="335436"/>
                  </a:lnTo>
                  <a:lnTo>
                    <a:pt x="1602628" y="301080"/>
                  </a:lnTo>
                  <a:lnTo>
                    <a:pt x="1571424" y="268424"/>
                  </a:lnTo>
                  <a:lnTo>
                    <a:pt x="1538806" y="237496"/>
                  </a:lnTo>
                  <a:lnTo>
                    <a:pt x="1504852" y="208325"/>
                  </a:lnTo>
                  <a:lnTo>
                    <a:pt x="1469638" y="180937"/>
                  </a:lnTo>
                  <a:lnTo>
                    <a:pt x="1433242" y="155362"/>
                  </a:lnTo>
                  <a:lnTo>
                    <a:pt x="1395740" y="131627"/>
                  </a:lnTo>
                  <a:lnTo>
                    <a:pt x="1357209" y="109760"/>
                  </a:lnTo>
                  <a:lnTo>
                    <a:pt x="1317726" y="89789"/>
                  </a:lnTo>
                  <a:lnTo>
                    <a:pt x="1277369" y="71743"/>
                  </a:lnTo>
                  <a:lnTo>
                    <a:pt x="1236213" y="55648"/>
                  </a:lnTo>
                  <a:lnTo>
                    <a:pt x="1194336" y="41534"/>
                  </a:lnTo>
                  <a:lnTo>
                    <a:pt x="1151815" y="29428"/>
                  </a:lnTo>
                  <a:lnTo>
                    <a:pt x="1108727" y="19358"/>
                  </a:lnTo>
                  <a:lnTo>
                    <a:pt x="1065149" y="11352"/>
                  </a:lnTo>
                  <a:lnTo>
                    <a:pt x="1021157" y="5438"/>
                  </a:lnTo>
                  <a:lnTo>
                    <a:pt x="976829" y="1645"/>
                  </a:lnTo>
                  <a:lnTo>
                    <a:pt x="93224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5"/>
            <p:cNvSpPr/>
            <p:nvPr/>
          </p:nvSpPr>
          <p:spPr>
            <a:xfrm>
              <a:off x="9421295" y="1399800"/>
              <a:ext cx="2155190" cy="2155190"/>
            </a:xfrm>
            <a:custGeom>
              <a:rect b="b" l="l" r="r" t="t"/>
              <a:pathLst>
                <a:path extrusionOk="0" h="2155190" w="2155190">
                  <a:moveTo>
                    <a:pt x="101164" y="1532629"/>
                  </a:moveTo>
                  <a:lnTo>
                    <a:pt x="81835" y="1488704"/>
                  </a:lnTo>
                  <a:lnTo>
                    <a:pt x="64609" y="1444391"/>
                  </a:lnTo>
                  <a:lnTo>
                    <a:pt x="49466" y="1399749"/>
                  </a:lnTo>
                  <a:lnTo>
                    <a:pt x="36385" y="1354835"/>
                  </a:lnTo>
                  <a:lnTo>
                    <a:pt x="25343" y="1309708"/>
                  </a:lnTo>
                  <a:lnTo>
                    <a:pt x="16321" y="1264426"/>
                  </a:lnTo>
                  <a:lnTo>
                    <a:pt x="9297" y="1219048"/>
                  </a:lnTo>
                  <a:lnTo>
                    <a:pt x="4249" y="1173630"/>
                  </a:lnTo>
                  <a:lnTo>
                    <a:pt x="1157" y="1128232"/>
                  </a:lnTo>
                  <a:lnTo>
                    <a:pt x="0" y="1082912"/>
                  </a:lnTo>
                  <a:lnTo>
                    <a:pt x="755" y="1037728"/>
                  </a:lnTo>
                  <a:lnTo>
                    <a:pt x="3402" y="992738"/>
                  </a:lnTo>
                  <a:lnTo>
                    <a:pt x="7919" y="948000"/>
                  </a:lnTo>
                  <a:lnTo>
                    <a:pt x="14286" y="903573"/>
                  </a:lnTo>
                  <a:lnTo>
                    <a:pt x="22481" y="859514"/>
                  </a:lnTo>
                  <a:lnTo>
                    <a:pt x="32483" y="815882"/>
                  </a:lnTo>
                  <a:lnTo>
                    <a:pt x="44271" y="772735"/>
                  </a:lnTo>
                  <a:lnTo>
                    <a:pt x="57824" y="730130"/>
                  </a:lnTo>
                  <a:lnTo>
                    <a:pt x="73119" y="688128"/>
                  </a:lnTo>
                  <a:lnTo>
                    <a:pt x="90137" y="646784"/>
                  </a:lnTo>
                  <a:lnTo>
                    <a:pt x="108856" y="606159"/>
                  </a:lnTo>
                  <a:lnTo>
                    <a:pt x="129255" y="566309"/>
                  </a:lnTo>
                  <a:lnTo>
                    <a:pt x="151312" y="527293"/>
                  </a:lnTo>
                  <a:lnTo>
                    <a:pt x="175006" y="489169"/>
                  </a:lnTo>
                  <a:lnTo>
                    <a:pt x="200316" y="451995"/>
                  </a:lnTo>
                  <a:lnTo>
                    <a:pt x="227221" y="415830"/>
                  </a:lnTo>
                  <a:lnTo>
                    <a:pt x="255700" y="380732"/>
                  </a:lnTo>
                  <a:lnTo>
                    <a:pt x="285731" y="346758"/>
                  </a:lnTo>
                  <a:lnTo>
                    <a:pt x="317294" y="313968"/>
                  </a:lnTo>
                  <a:lnTo>
                    <a:pt x="350366" y="282418"/>
                  </a:lnTo>
                  <a:lnTo>
                    <a:pt x="384928" y="252168"/>
                  </a:lnTo>
                  <a:lnTo>
                    <a:pt x="420957" y="223276"/>
                  </a:lnTo>
                  <a:lnTo>
                    <a:pt x="458432" y="195799"/>
                  </a:lnTo>
                  <a:lnTo>
                    <a:pt x="497332" y="169796"/>
                  </a:lnTo>
                  <a:lnTo>
                    <a:pt x="537637" y="145325"/>
                  </a:lnTo>
                  <a:lnTo>
                    <a:pt x="579324" y="122445"/>
                  </a:lnTo>
                  <a:lnTo>
                    <a:pt x="622372" y="101212"/>
                  </a:lnTo>
                  <a:lnTo>
                    <a:pt x="666308" y="81882"/>
                  </a:lnTo>
                  <a:lnTo>
                    <a:pt x="710631" y="64655"/>
                  </a:lnTo>
                  <a:lnTo>
                    <a:pt x="755284" y="49509"/>
                  </a:lnTo>
                  <a:lnTo>
                    <a:pt x="800208" y="36424"/>
                  </a:lnTo>
                  <a:lnTo>
                    <a:pt x="845345" y="25379"/>
                  </a:lnTo>
                  <a:lnTo>
                    <a:pt x="890637" y="16351"/>
                  </a:lnTo>
                  <a:lnTo>
                    <a:pt x="936025" y="9320"/>
                  </a:lnTo>
                  <a:lnTo>
                    <a:pt x="981452" y="4266"/>
                  </a:lnTo>
                  <a:lnTo>
                    <a:pt x="1026860" y="1166"/>
                  </a:lnTo>
                  <a:lnTo>
                    <a:pt x="1072190" y="0"/>
                  </a:lnTo>
                  <a:lnTo>
                    <a:pt x="1117383" y="745"/>
                  </a:lnTo>
                  <a:lnTo>
                    <a:pt x="1162383" y="3383"/>
                  </a:lnTo>
                  <a:lnTo>
                    <a:pt x="1207130" y="7890"/>
                  </a:lnTo>
                  <a:lnTo>
                    <a:pt x="1251566" y="14246"/>
                  </a:lnTo>
                  <a:lnTo>
                    <a:pt x="1295634" y="22430"/>
                  </a:lnTo>
                  <a:lnTo>
                    <a:pt x="1339274" y="32420"/>
                  </a:lnTo>
                  <a:lnTo>
                    <a:pt x="1382430" y="44196"/>
                  </a:lnTo>
                  <a:lnTo>
                    <a:pt x="1425042" y="57735"/>
                  </a:lnTo>
                  <a:lnTo>
                    <a:pt x="1467052" y="73018"/>
                  </a:lnTo>
                  <a:lnTo>
                    <a:pt x="1508403" y="90023"/>
                  </a:lnTo>
                  <a:lnTo>
                    <a:pt x="1549036" y="108728"/>
                  </a:lnTo>
                  <a:lnTo>
                    <a:pt x="1588893" y="129113"/>
                  </a:lnTo>
                  <a:lnTo>
                    <a:pt x="1627915" y="151157"/>
                  </a:lnTo>
                  <a:lnTo>
                    <a:pt x="1666045" y="174837"/>
                  </a:lnTo>
                  <a:lnTo>
                    <a:pt x="1703225" y="200134"/>
                  </a:lnTo>
                  <a:lnTo>
                    <a:pt x="1739395" y="227025"/>
                  </a:lnTo>
                  <a:lnTo>
                    <a:pt x="1774499" y="255491"/>
                  </a:lnTo>
                  <a:lnTo>
                    <a:pt x="1808477" y="285508"/>
                  </a:lnTo>
                  <a:lnTo>
                    <a:pt x="1841271" y="317057"/>
                  </a:lnTo>
                  <a:lnTo>
                    <a:pt x="1872825" y="350117"/>
                  </a:lnTo>
                  <a:lnTo>
                    <a:pt x="1903078" y="384665"/>
                  </a:lnTo>
                  <a:lnTo>
                    <a:pt x="1931973" y="420681"/>
                  </a:lnTo>
                  <a:lnTo>
                    <a:pt x="1959452" y="458144"/>
                  </a:lnTo>
                  <a:lnTo>
                    <a:pt x="1985457" y="497032"/>
                  </a:lnTo>
                  <a:lnTo>
                    <a:pt x="2009929" y="537325"/>
                  </a:lnTo>
                  <a:lnTo>
                    <a:pt x="2032811" y="579001"/>
                  </a:lnTo>
                  <a:lnTo>
                    <a:pt x="2054043" y="622039"/>
                  </a:lnTo>
                  <a:lnTo>
                    <a:pt x="2073363" y="665955"/>
                  </a:lnTo>
                  <a:lnTo>
                    <a:pt x="2090579" y="710259"/>
                  </a:lnTo>
                  <a:lnTo>
                    <a:pt x="2105713" y="754894"/>
                  </a:lnTo>
                  <a:lnTo>
                    <a:pt x="2118786" y="799801"/>
                  </a:lnTo>
                  <a:lnTo>
                    <a:pt x="2129819" y="844922"/>
                  </a:lnTo>
                  <a:lnTo>
                    <a:pt x="2138834" y="890199"/>
                  </a:lnTo>
                  <a:lnTo>
                    <a:pt x="2145851" y="935574"/>
                  </a:lnTo>
                  <a:lnTo>
                    <a:pt x="2150892" y="980988"/>
                  </a:lnTo>
                  <a:lnTo>
                    <a:pt x="2153978" y="1026383"/>
                  </a:lnTo>
                  <a:lnTo>
                    <a:pt x="2155130" y="1071702"/>
                  </a:lnTo>
                  <a:lnTo>
                    <a:pt x="2154370" y="1116885"/>
                  </a:lnTo>
                  <a:lnTo>
                    <a:pt x="2151718" y="1161874"/>
                  </a:lnTo>
                  <a:lnTo>
                    <a:pt x="2147196" y="1206612"/>
                  </a:lnTo>
                  <a:lnTo>
                    <a:pt x="2140825" y="1251040"/>
                  </a:lnTo>
                  <a:lnTo>
                    <a:pt x="2132626" y="1295100"/>
                  </a:lnTo>
                  <a:lnTo>
                    <a:pt x="2122620" y="1338734"/>
                  </a:lnTo>
                  <a:lnTo>
                    <a:pt x="2110829" y="1381883"/>
                  </a:lnTo>
                  <a:lnTo>
                    <a:pt x="2097274" y="1424489"/>
                  </a:lnTo>
                  <a:lnTo>
                    <a:pt x="2081976" y="1466495"/>
                  </a:lnTo>
                  <a:lnTo>
                    <a:pt x="2064955" y="1507841"/>
                  </a:lnTo>
                  <a:lnTo>
                    <a:pt x="2046235" y="1548470"/>
                  </a:lnTo>
                  <a:lnTo>
                    <a:pt x="2025834" y="1588323"/>
                  </a:lnTo>
                  <a:lnTo>
                    <a:pt x="2003776" y="1627342"/>
                  </a:lnTo>
                  <a:lnTo>
                    <a:pt x="1980080" y="1665470"/>
                  </a:lnTo>
                  <a:lnTo>
                    <a:pt x="1954769" y="1702647"/>
                  </a:lnTo>
                  <a:lnTo>
                    <a:pt x="1927862" y="1738815"/>
                  </a:lnTo>
                  <a:lnTo>
                    <a:pt x="1899383" y="1773917"/>
                  </a:lnTo>
                  <a:lnTo>
                    <a:pt x="1869351" y="1807894"/>
                  </a:lnTo>
                  <a:lnTo>
                    <a:pt x="1837788" y="1840687"/>
                  </a:lnTo>
                  <a:lnTo>
                    <a:pt x="1804715" y="1872239"/>
                  </a:lnTo>
                  <a:lnTo>
                    <a:pt x="1770153" y="1902492"/>
                  </a:lnTo>
                  <a:lnTo>
                    <a:pt x="1734124" y="1931387"/>
                  </a:lnTo>
                  <a:lnTo>
                    <a:pt x="1696649" y="1958866"/>
                  </a:lnTo>
                  <a:lnTo>
                    <a:pt x="1657748" y="1984870"/>
                  </a:lnTo>
                  <a:lnTo>
                    <a:pt x="1617444" y="2009342"/>
                  </a:lnTo>
                  <a:lnTo>
                    <a:pt x="1575757" y="2032224"/>
                  </a:lnTo>
                  <a:lnTo>
                    <a:pt x="1532708" y="2053456"/>
                  </a:lnTo>
                  <a:lnTo>
                    <a:pt x="1488773" y="2072787"/>
                  </a:lnTo>
                  <a:lnTo>
                    <a:pt x="1444450" y="2090014"/>
                  </a:lnTo>
                  <a:lnTo>
                    <a:pt x="1399797" y="2105159"/>
                  </a:lnTo>
                  <a:lnTo>
                    <a:pt x="1354873" y="2118245"/>
                  </a:lnTo>
                  <a:lnTo>
                    <a:pt x="1309736" y="2129290"/>
                  </a:lnTo>
                  <a:lnTo>
                    <a:pt x="1264444" y="2138318"/>
                  </a:lnTo>
                  <a:lnTo>
                    <a:pt x="1219056" y="2145348"/>
                  </a:lnTo>
                  <a:lnTo>
                    <a:pt x="1173629" y="2150403"/>
                  </a:lnTo>
                  <a:lnTo>
                    <a:pt x="1128222" y="2153503"/>
                  </a:lnTo>
                  <a:lnTo>
                    <a:pt x="1082893" y="2154669"/>
                  </a:lnTo>
                  <a:lnTo>
                    <a:pt x="1037701" y="2153923"/>
                  </a:lnTo>
                  <a:lnTo>
                    <a:pt x="992702" y="2151286"/>
                  </a:lnTo>
                  <a:lnTo>
                    <a:pt x="947956" y="2146779"/>
                  </a:lnTo>
                  <a:lnTo>
                    <a:pt x="903521" y="2140423"/>
                  </a:lnTo>
                  <a:lnTo>
                    <a:pt x="859455" y="2132239"/>
                  </a:lnTo>
                  <a:lnTo>
                    <a:pt x="815816" y="2122249"/>
                  </a:lnTo>
                  <a:lnTo>
                    <a:pt x="772663" y="2110473"/>
                  </a:lnTo>
                  <a:lnTo>
                    <a:pt x="730053" y="2096933"/>
                  </a:lnTo>
                  <a:lnTo>
                    <a:pt x="688045" y="2081651"/>
                  </a:lnTo>
                  <a:lnTo>
                    <a:pt x="646697" y="2064646"/>
                  </a:lnTo>
                  <a:lnTo>
                    <a:pt x="606068" y="2045940"/>
                  </a:lnTo>
                  <a:lnTo>
                    <a:pt x="566214" y="2025555"/>
                  </a:lnTo>
                  <a:lnTo>
                    <a:pt x="527196" y="2003512"/>
                  </a:lnTo>
                  <a:lnTo>
                    <a:pt x="489070" y="1979831"/>
                  </a:lnTo>
                  <a:lnTo>
                    <a:pt x="451895" y="1954535"/>
                  </a:lnTo>
                  <a:lnTo>
                    <a:pt x="415729" y="1927643"/>
                  </a:lnTo>
                  <a:lnTo>
                    <a:pt x="380631" y="1899178"/>
                  </a:lnTo>
                  <a:lnTo>
                    <a:pt x="346659" y="1869160"/>
                  </a:lnTo>
                  <a:lnTo>
                    <a:pt x="313870" y="1837611"/>
                  </a:lnTo>
                  <a:lnTo>
                    <a:pt x="282324" y="1804552"/>
                  </a:lnTo>
                  <a:lnTo>
                    <a:pt x="252077" y="1770004"/>
                  </a:lnTo>
                  <a:lnTo>
                    <a:pt x="223189" y="1733988"/>
                  </a:lnTo>
                  <a:lnTo>
                    <a:pt x="195718" y="1696525"/>
                  </a:lnTo>
                  <a:lnTo>
                    <a:pt x="169722" y="1657636"/>
                  </a:lnTo>
                  <a:lnTo>
                    <a:pt x="145259" y="1617343"/>
                  </a:lnTo>
                  <a:lnTo>
                    <a:pt x="122387" y="1575667"/>
                  </a:lnTo>
                  <a:lnTo>
                    <a:pt x="101164" y="1532629"/>
                  </a:lnTo>
                  <a:close/>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3" name="Google Shape;563;p5"/>
            <p:cNvPicPr preferRelativeResize="0"/>
            <p:nvPr/>
          </p:nvPicPr>
          <p:blipFill rotWithShape="1">
            <a:blip r:embed="rId8">
              <a:alphaModFix/>
            </a:blip>
            <a:srcRect b="0" l="0" r="0" t="0"/>
            <a:stretch/>
          </p:blipFill>
          <p:spPr>
            <a:xfrm>
              <a:off x="9438443" y="1863201"/>
              <a:ext cx="194450" cy="194397"/>
            </a:xfrm>
            <a:prstGeom prst="rect">
              <a:avLst/>
            </a:prstGeom>
            <a:noFill/>
            <a:ln>
              <a:noFill/>
            </a:ln>
          </p:spPr>
        </p:pic>
        <p:sp>
          <p:nvSpPr>
            <p:cNvPr id="564" name="Google Shape;564;p5"/>
            <p:cNvSpPr/>
            <p:nvPr/>
          </p:nvSpPr>
          <p:spPr>
            <a:xfrm>
              <a:off x="11426444" y="3014218"/>
              <a:ext cx="765809" cy="278764"/>
            </a:xfrm>
            <a:custGeom>
              <a:rect b="b" l="l" r="r" t="t"/>
              <a:pathLst>
                <a:path extrusionOk="0" h="278764" w="765809">
                  <a:moveTo>
                    <a:pt x="0" y="0"/>
                  </a:moveTo>
                  <a:lnTo>
                    <a:pt x="765555" y="278480"/>
                  </a:lnTo>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5"/>
            <p:cNvSpPr/>
            <p:nvPr/>
          </p:nvSpPr>
          <p:spPr>
            <a:xfrm>
              <a:off x="11542395" y="2751836"/>
              <a:ext cx="498475" cy="181610"/>
            </a:xfrm>
            <a:custGeom>
              <a:rect b="b" l="l" r="r" t="t"/>
              <a:pathLst>
                <a:path extrusionOk="0" h="181610" w="498475">
                  <a:moveTo>
                    <a:pt x="0" y="0"/>
                  </a:moveTo>
                  <a:lnTo>
                    <a:pt x="498094" y="181101"/>
                  </a:lnTo>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6" name="Google Shape;566;p5"/>
            <p:cNvPicPr preferRelativeResize="0"/>
            <p:nvPr/>
          </p:nvPicPr>
          <p:blipFill rotWithShape="1">
            <a:blip r:embed="rId9">
              <a:alphaModFix/>
            </a:blip>
            <a:srcRect b="0" l="0" r="0" t="0"/>
            <a:stretch/>
          </p:blipFill>
          <p:spPr>
            <a:xfrm>
              <a:off x="11902887" y="2762414"/>
              <a:ext cx="289113" cy="335261"/>
            </a:xfrm>
            <a:prstGeom prst="rect">
              <a:avLst/>
            </a:prstGeom>
            <a:noFill/>
            <a:ln>
              <a:noFill/>
            </a:ln>
          </p:spPr>
        </p:pic>
        <p:pic>
          <p:nvPicPr>
            <p:cNvPr id="567" name="Google Shape;567;p5"/>
            <p:cNvPicPr preferRelativeResize="0"/>
            <p:nvPr/>
          </p:nvPicPr>
          <p:blipFill rotWithShape="1">
            <a:blip r:embed="rId10">
              <a:alphaModFix/>
            </a:blip>
            <a:srcRect b="0" l="0" r="0" t="0"/>
            <a:stretch/>
          </p:blipFill>
          <p:spPr>
            <a:xfrm>
              <a:off x="3819525" y="3143249"/>
              <a:ext cx="1181100" cy="1038225"/>
            </a:xfrm>
            <a:prstGeom prst="rect">
              <a:avLst/>
            </a:prstGeom>
            <a:noFill/>
            <a:ln>
              <a:noFill/>
            </a:ln>
          </p:spPr>
        </p:pic>
        <p:pic>
          <p:nvPicPr>
            <p:cNvPr id="568" name="Google Shape;568;p5"/>
            <p:cNvPicPr preferRelativeResize="0"/>
            <p:nvPr/>
          </p:nvPicPr>
          <p:blipFill rotWithShape="1">
            <a:blip r:embed="rId11">
              <a:alphaModFix/>
            </a:blip>
            <a:srcRect b="0" l="0" r="0" t="0"/>
            <a:stretch/>
          </p:blipFill>
          <p:spPr>
            <a:xfrm>
              <a:off x="9934574" y="1885949"/>
              <a:ext cx="1095375" cy="1095375"/>
            </a:xfrm>
            <a:prstGeom prst="rect">
              <a:avLst/>
            </a:prstGeom>
            <a:noFill/>
            <a:ln>
              <a:noFill/>
            </a:ln>
          </p:spPr>
        </p:pic>
        <p:pic>
          <p:nvPicPr>
            <p:cNvPr id="569" name="Google Shape;569;p5"/>
            <p:cNvPicPr preferRelativeResize="0"/>
            <p:nvPr/>
          </p:nvPicPr>
          <p:blipFill rotWithShape="1">
            <a:blip r:embed="rId12">
              <a:alphaModFix/>
            </a:blip>
            <a:srcRect b="0" l="0" r="0" t="0"/>
            <a:stretch/>
          </p:blipFill>
          <p:spPr>
            <a:xfrm>
              <a:off x="866775" y="1762124"/>
              <a:ext cx="1076325" cy="1295400"/>
            </a:xfrm>
            <a:prstGeom prst="rect">
              <a:avLst/>
            </a:prstGeom>
            <a:noFill/>
            <a:ln>
              <a:noFill/>
            </a:ln>
          </p:spPr>
        </p:pic>
      </p:grpSp>
      <p:sp>
        <p:nvSpPr>
          <p:cNvPr id="570" name="Google Shape;570;p5"/>
          <p:cNvSpPr txBox="1"/>
          <p:nvPr/>
        </p:nvSpPr>
        <p:spPr>
          <a:xfrm>
            <a:off x="1012204" y="4078275"/>
            <a:ext cx="696300" cy="231600"/>
          </a:xfrm>
          <a:prstGeom prst="rect">
            <a:avLst/>
          </a:prstGeom>
          <a:noFill/>
          <a:ln>
            <a:noFill/>
          </a:ln>
        </p:spPr>
        <p:txBody>
          <a:bodyPr anchorCtr="0" anchor="t" bIns="0" lIns="0" spcFirstLastPara="1" rIns="0" wrap="square" tIns="15875">
            <a:spAutoFit/>
          </a:bodyPr>
          <a:lstStyle/>
          <a:p>
            <a:pPr indent="0" lvl="0" marL="1270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Inter Medium"/>
              <a:ea typeface="Inter Medium"/>
              <a:cs typeface="Inter Medium"/>
              <a:sym typeface="Inter Medium"/>
            </a:endParaRPr>
          </a:p>
        </p:txBody>
      </p:sp>
      <p:sp>
        <p:nvSpPr>
          <p:cNvPr id="571" name="Google Shape;571;p5"/>
          <p:cNvSpPr txBox="1"/>
          <p:nvPr/>
        </p:nvSpPr>
        <p:spPr>
          <a:xfrm>
            <a:off x="2917653" y="5342136"/>
            <a:ext cx="3047700" cy="663300"/>
          </a:xfrm>
          <a:prstGeom prst="rect">
            <a:avLst/>
          </a:prstGeom>
          <a:noFill/>
          <a:ln>
            <a:noFill/>
          </a:ln>
        </p:spPr>
        <p:txBody>
          <a:bodyPr anchorCtr="0" anchor="t" bIns="0" lIns="0" spcFirstLastPara="1" rIns="0" wrap="square" tIns="15875">
            <a:spAutoFit/>
          </a:bodyPr>
          <a:lstStyle/>
          <a:p>
            <a:pPr indent="0" lvl="0" marL="12700" marR="5080" rtl="0" algn="ctr">
              <a:lnSpc>
                <a:spcPct val="1002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Instant quote or decline </a:t>
            </a:r>
            <a:endParaRPr b="0" i="0" sz="1400" u="none" cap="none" strike="noStrike">
              <a:solidFill>
                <a:schemeClr val="lt1"/>
              </a:solidFill>
              <a:latin typeface="Inter"/>
              <a:ea typeface="Inter"/>
              <a:cs typeface="Inter"/>
              <a:sym typeface="Inter"/>
            </a:endParaRPr>
          </a:p>
          <a:p>
            <a:pPr indent="0" lvl="0" marL="12700" marR="5080" rtl="0" algn="ctr">
              <a:lnSpc>
                <a:spcPct val="1002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(all quotes are price indication only based upon information keyed in)</a:t>
            </a:r>
            <a:endParaRPr b="0" i="0" sz="1400" u="none" cap="none" strike="noStrike">
              <a:solidFill>
                <a:schemeClr val="lt1"/>
              </a:solidFill>
              <a:latin typeface="Inter"/>
              <a:ea typeface="Inter"/>
              <a:cs typeface="Inter"/>
              <a:sym typeface="Inter"/>
            </a:endParaRPr>
          </a:p>
        </p:txBody>
      </p:sp>
      <p:sp>
        <p:nvSpPr>
          <p:cNvPr id="572" name="Google Shape;572;p5"/>
          <p:cNvSpPr txBox="1"/>
          <p:nvPr/>
        </p:nvSpPr>
        <p:spPr>
          <a:xfrm>
            <a:off x="6033382" y="4886996"/>
            <a:ext cx="3251400" cy="510000"/>
          </a:xfrm>
          <a:prstGeom prst="rect">
            <a:avLst/>
          </a:prstGeom>
          <a:noFill/>
          <a:ln>
            <a:noFill/>
          </a:ln>
        </p:spPr>
        <p:txBody>
          <a:bodyPr anchorCtr="0" anchor="t" bIns="0" lIns="0" spcFirstLastPara="1" rIns="0" wrap="square" tIns="78100">
            <a:spAutoFit/>
          </a:bodyPr>
          <a:lstStyle/>
          <a:p>
            <a:pPr indent="0" lvl="0" marL="635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Docusign Instant Bind </a:t>
            </a:r>
            <a:endParaRPr b="0" i="0" sz="1400" u="none" cap="none" strike="noStrike">
              <a:solidFill>
                <a:schemeClr val="lt1"/>
              </a:solidFill>
              <a:latin typeface="Inter"/>
              <a:ea typeface="Inter"/>
              <a:cs typeface="Inter"/>
              <a:sym typeface="Inter"/>
            </a:endParaRPr>
          </a:p>
          <a:p>
            <a:pPr indent="0" lvl="0" marL="0" marR="0" rtl="0" algn="ctr">
              <a:lnSpc>
                <a:spcPct val="119583"/>
              </a:lnSpc>
              <a:spcBef>
                <a:spcPts val="0"/>
              </a:spcBef>
              <a:spcAft>
                <a:spcPts val="0"/>
              </a:spcAft>
              <a:buClr>
                <a:srgbClr val="000000"/>
              </a:buClr>
              <a:buSzPts val="1200"/>
              <a:buFont typeface="Arial"/>
              <a:buNone/>
            </a:pPr>
            <a:r>
              <a:t/>
            </a:r>
            <a:endParaRPr b="0" i="0" sz="1400" u="none" cap="none" strike="noStrike">
              <a:solidFill>
                <a:srgbClr val="000000"/>
              </a:solidFill>
              <a:latin typeface="Inter"/>
              <a:ea typeface="Inter"/>
              <a:cs typeface="Inter"/>
              <a:sym typeface="Inter"/>
            </a:endParaRPr>
          </a:p>
        </p:txBody>
      </p:sp>
      <p:sp>
        <p:nvSpPr>
          <p:cNvPr id="573" name="Google Shape;573;p5"/>
          <p:cNvSpPr txBox="1"/>
          <p:nvPr/>
        </p:nvSpPr>
        <p:spPr>
          <a:xfrm>
            <a:off x="9586005" y="4083889"/>
            <a:ext cx="1820400" cy="723000"/>
          </a:xfrm>
          <a:prstGeom prst="rect">
            <a:avLst/>
          </a:prstGeom>
          <a:noFill/>
          <a:ln>
            <a:noFill/>
          </a:ln>
        </p:spPr>
        <p:txBody>
          <a:bodyPr anchorCtr="0" anchor="t" bIns="0" lIns="0" spcFirstLastPara="1" rIns="0" wrap="square" tIns="12050">
            <a:spAutoFit/>
          </a:bodyPr>
          <a:lstStyle/>
          <a:p>
            <a:pPr indent="233678" lvl="0" marL="12700" marR="5080" rtl="0" algn="ctr">
              <a:lnSpc>
                <a:spcPct val="1149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Binder Approved Digital Policy Issuance</a:t>
            </a:r>
            <a:endParaRPr b="0" i="0" sz="1400" u="none" cap="none" strike="noStrike">
              <a:solidFill>
                <a:schemeClr val="lt1"/>
              </a:solidFill>
              <a:latin typeface="Inter"/>
              <a:ea typeface="Inter"/>
              <a:cs typeface="Inter"/>
              <a:sym typeface="Inter"/>
            </a:endParaRPr>
          </a:p>
        </p:txBody>
      </p:sp>
      <p:sp>
        <p:nvSpPr>
          <p:cNvPr id="574" name="Google Shape;574;p5"/>
          <p:cNvSpPr txBox="1"/>
          <p:nvPr/>
        </p:nvSpPr>
        <p:spPr>
          <a:xfrm>
            <a:off x="3143578" y="2375127"/>
            <a:ext cx="2466600" cy="453300"/>
          </a:xfrm>
          <a:prstGeom prst="rect">
            <a:avLst/>
          </a:prstGeom>
          <a:noFill/>
          <a:ln>
            <a:noFill/>
          </a:ln>
        </p:spPr>
        <p:txBody>
          <a:bodyPr anchorCtr="0" anchor="t" bIns="0" lIns="0" spcFirstLastPara="1" rIns="0" wrap="square" tIns="15875">
            <a:spAutoFit/>
          </a:bodyPr>
          <a:lstStyle/>
          <a:p>
            <a:pPr indent="0" lvl="0" marL="0" marR="889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DOT, FMCSA &amp;</a:t>
            </a:r>
            <a:endParaRPr b="0" i="0" sz="1400" u="none" cap="none" strike="noStrike">
              <a:solidFill>
                <a:schemeClr val="lt1"/>
              </a:solidFill>
              <a:latin typeface="Inter"/>
              <a:ea typeface="Inter"/>
              <a:cs typeface="Inter"/>
              <a:sym typeface="Inter"/>
            </a:endParaRPr>
          </a:p>
          <a:p>
            <a:pPr indent="0" lvl="0" marL="0" marR="0" rtl="0" algn="ctr">
              <a:lnSpc>
                <a:spcPct val="100000"/>
              </a:lnSpc>
              <a:spcBef>
                <a:spcPts val="5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Third-Party Data Integration</a:t>
            </a:r>
            <a:endParaRPr b="0" i="0" sz="1400" u="none" cap="none" strike="noStrike">
              <a:solidFill>
                <a:schemeClr val="lt1"/>
              </a:solidFill>
              <a:latin typeface="Inter"/>
              <a:ea typeface="Inter"/>
              <a:cs typeface="Inter"/>
              <a:sym typeface="Inter"/>
            </a:endParaRPr>
          </a:p>
        </p:txBody>
      </p:sp>
      <p:pic>
        <p:nvPicPr>
          <p:cNvPr id="575" name="Google Shape;575;p5"/>
          <p:cNvPicPr preferRelativeResize="0"/>
          <p:nvPr/>
        </p:nvPicPr>
        <p:blipFill rotWithShape="1">
          <a:blip r:embed="rId13">
            <a:alphaModFix/>
          </a:blip>
          <a:srcRect b="0" l="0" r="0" t="0"/>
          <a:stretch/>
        </p:blipFill>
        <p:spPr>
          <a:xfrm>
            <a:off x="6741450" y="3104762"/>
            <a:ext cx="1931249" cy="115891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gradFill>
          <a:gsLst>
            <a:gs pos="0">
              <a:schemeClr val="lt1"/>
            </a:gs>
            <a:gs pos="44000">
              <a:schemeClr val="lt1"/>
            </a:gs>
            <a:gs pos="78000">
              <a:srgbClr val="EFEFEF"/>
            </a:gs>
            <a:gs pos="100000">
              <a:srgbClr val="D9D9D9"/>
            </a:gs>
          </a:gsLst>
          <a:lin ang="5400012" scaled="0"/>
        </a:gradFill>
      </p:bgPr>
    </p:bg>
    <p:spTree>
      <p:nvGrpSpPr>
        <p:cNvPr id="579" name="Shape 579"/>
        <p:cNvGrpSpPr/>
        <p:nvPr/>
      </p:nvGrpSpPr>
      <p:grpSpPr>
        <a:xfrm>
          <a:off x="0" y="0"/>
          <a:ext cx="0" cy="0"/>
          <a:chOff x="0" y="0"/>
          <a:chExt cx="0" cy="0"/>
        </a:xfrm>
      </p:grpSpPr>
      <p:sp>
        <p:nvSpPr>
          <p:cNvPr id="580" name="Google Shape;580;p6"/>
          <p:cNvSpPr/>
          <p:nvPr/>
        </p:nvSpPr>
        <p:spPr>
          <a:xfrm>
            <a:off x="8801100" y="819150"/>
            <a:ext cx="304800" cy="304800"/>
          </a:xfrm>
          <a:custGeom>
            <a:rect b="b" l="l" r="r" t="t"/>
            <a:pathLst>
              <a:path extrusionOk="0" h="304800" w="304800">
                <a:moveTo>
                  <a:pt x="152400" y="0"/>
                </a:moveTo>
                <a:lnTo>
                  <a:pt x="104217" y="7766"/>
                </a:lnTo>
                <a:lnTo>
                  <a:pt x="62380" y="29394"/>
                </a:lnTo>
                <a:lnTo>
                  <a:pt x="29394" y="62380"/>
                </a:lnTo>
                <a:lnTo>
                  <a:pt x="7766" y="104217"/>
                </a:lnTo>
                <a:lnTo>
                  <a:pt x="0" y="152400"/>
                </a:lnTo>
                <a:lnTo>
                  <a:pt x="7766" y="200582"/>
                </a:lnTo>
                <a:lnTo>
                  <a:pt x="29394" y="242419"/>
                </a:lnTo>
                <a:lnTo>
                  <a:pt x="62380" y="275405"/>
                </a:lnTo>
                <a:lnTo>
                  <a:pt x="104217" y="297033"/>
                </a:lnTo>
                <a:lnTo>
                  <a:pt x="152400" y="304800"/>
                </a:lnTo>
                <a:lnTo>
                  <a:pt x="200582" y="297033"/>
                </a:lnTo>
                <a:lnTo>
                  <a:pt x="242419" y="275405"/>
                </a:lnTo>
                <a:lnTo>
                  <a:pt x="275405" y="242419"/>
                </a:lnTo>
                <a:lnTo>
                  <a:pt x="297033" y="200582"/>
                </a:lnTo>
                <a:lnTo>
                  <a:pt x="304800" y="152400"/>
                </a:lnTo>
                <a:lnTo>
                  <a:pt x="297033" y="104217"/>
                </a:lnTo>
                <a:lnTo>
                  <a:pt x="275405" y="62380"/>
                </a:lnTo>
                <a:lnTo>
                  <a:pt x="242419" y="29394"/>
                </a:lnTo>
                <a:lnTo>
                  <a:pt x="200582" y="7766"/>
                </a:lnTo>
                <a:lnTo>
                  <a:pt x="152400" y="0"/>
                </a:lnTo>
                <a:close/>
              </a:path>
            </a:pathLst>
          </a:custGeom>
          <a:solidFill>
            <a:srgbClr val="DF6FE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6"/>
          <p:cNvSpPr/>
          <p:nvPr/>
        </p:nvSpPr>
        <p:spPr>
          <a:xfrm>
            <a:off x="9186926" y="-228600"/>
            <a:ext cx="1581150" cy="1205230"/>
          </a:xfrm>
          <a:custGeom>
            <a:rect b="b" l="l" r="r" t="t"/>
            <a:pathLst>
              <a:path extrusionOk="0" h="1205230" w="1581150">
                <a:moveTo>
                  <a:pt x="0" y="414274"/>
                </a:moveTo>
                <a:lnTo>
                  <a:pt x="1442" y="366127"/>
                </a:lnTo>
                <a:lnTo>
                  <a:pt x="5716" y="318741"/>
                </a:lnTo>
                <a:lnTo>
                  <a:pt x="12737" y="272199"/>
                </a:lnTo>
                <a:lnTo>
                  <a:pt x="22423" y="226584"/>
                </a:lnTo>
                <a:lnTo>
                  <a:pt x="34691" y="181979"/>
                </a:lnTo>
                <a:lnTo>
                  <a:pt x="49459" y="138466"/>
                </a:lnTo>
                <a:lnTo>
                  <a:pt x="66645" y="96128"/>
                </a:lnTo>
                <a:lnTo>
                  <a:pt x="86164" y="55049"/>
                </a:lnTo>
                <a:lnTo>
                  <a:pt x="107935" y="15310"/>
                </a:lnTo>
                <a:lnTo>
                  <a:pt x="117502" y="0"/>
                </a:lnTo>
              </a:path>
              <a:path extrusionOk="0" h="1205230" w="1581150">
                <a:moveTo>
                  <a:pt x="1463617" y="0"/>
                </a:moveTo>
                <a:lnTo>
                  <a:pt x="1494961" y="55049"/>
                </a:lnTo>
                <a:lnTo>
                  <a:pt x="1514485" y="96128"/>
                </a:lnTo>
                <a:lnTo>
                  <a:pt x="1531675" y="138466"/>
                </a:lnTo>
                <a:lnTo>
                  <a:pt x="1546447" y="181979"/>
                </a:lnTo>
                <a:lnTo>
                  <a:pt x="1558719" y="226584"/>
                </a:lnTo>
                <a:lnTo>
                  <a:pt x="1568408" y="272199"/>
                </a:lnTo>
                <a:lnTo>
                  <a:pt x="1575431" y="318741"/>
                </a:lnTo>
                <a:lnTo>
                  <a:pt x="1579706" y="366127"/>
                </a:lnTo>
                <a:lnTo>
                  <a:pt x="1581150" y="414274"/>
                </a:lnTo>
                <a:lnTo>
                  <a:pt x="1579706" y="462434"/>
                </a:lnTo>
                <a:lnTo>
                  <a:pt x="1575431" y="509832"/>
                </a:lnTo>
                <a:lnTo>
                  <a:pt x="1568408" y="556386"/>
                </a:lnTo>
                <a:lnTo>
                  <a:pt x="1558719" y="602011"/>
                </a:lnTo>
                <a:lnTo>
                  <a:pt x="1546447" y="646626"/>
                </a:lnTo>
                <a:lnTo>
                  <a:pt x="1531675" y="690148"/>
                </a:lnTo>
                <a:lnTo>
                  <a:pt x="1514485" y="732494"/>
                </a:lnTo>
                <a:lnTo>
                  <a:pt x="1494961" y="773581"/>
                </a:lnTo>
                <a:lnTo>
                  <a:pt x="1473185" y="813326"/>
                </a:lnTo>
                <a:lnTo>
                  <a:pt x="1449241" y="851647"/>
                </a:lnTo>
                <a:lnTo>
                  <a:pt x="1423210" y="888461"/>
                </a:lnTo>
                <a:lnTo>
                  <a:pt x="1395176" y="923685"/>
                </a:lnTo>
                <a:lnTo>
                  <a:pt x="1365221" y="957237"/>
                </a:lnTo>
                <a:lnTo>
                  <a:pt x="1333428" y="989033"/>
                </a:lnTo>
                <a:lnTo>
                  <a:pt x="1299881" y="1018990"/>
                </a:lnTo>
                <a:lnTo>
                  <a:pt x="1264662" y="1047027"/>
                </a:lnTo>
                <a:lnTo>
                  <a:pt x="1227853" y="1073060"/>
                </a:lnTo>
                <a:lnTo>
                  <a:pt x="1189538" y="1097007"/>
                </a:lnTo>
                <a:lnTo>
                  <a:pt x="1149799" y="1118784"/>
                </a:lnTo>
                <a:lnTo>
                  <a:pt x="1108720" y="1138309"/>
                </a:lnTo>
                <a:lnTo>
                  <a:pt x="1066382" y="1155500"/>
                </a:lnTo>
                <a:lnTo>
                  <a:pt x="1022869" y="1170272"/>
                </a:lnTo>
                <a:lnTo>
                  <a:pt x="978264" y="1182545"/>
                </a:lnTo>
                <a:lnTo>
                  <a:pt x="932649" y="1192234"/>
                </a:lnTo>
                <a:lnTo>
                  <a:pt x="886107" y="1199257"/>
                </a:lnTo>
                <a:lnTo>
                  <a:pt x="838721" y="1203532"/>
                </a:lnTo>
                <a:lnTo>
                  <a:pt x="790575" y="1204976"/>
                </a:lnTo>
                <a:lnTo>
                  <a:pt x="742415" y="1203532"/>
                </a:lnTo>
                <a:lnTo>
                  <a:pt x="695018" y="1199257"/>
                </a:lnTo>
                <a:lnTo>
                  <a:pt x="648467" y="1192234"/>
                </a:lnTo>
                <a:lnTo>
                  <a:pt x="602844" y="1182545"/>
                </a:lnTo>
                <a:lnTo>
                  <a:pt x="558233" y="1170272"/>
                </a:lnTo>
                <a:lnTo>
                  <a:pt x="514716" y="1155500"/>
                </a:lnTo>
                <a:lnTo>
                  <a:pt x="472375" y="1138309"/>
                </a:lnTo>
                <a:lnTo>
                  <a:pt x="431294" y="1118784"/>
                </a:lnTo>
                <a:lnTo>
                  <a:pt x="391555" y="1097007"/>
                </a:lnTo>
                <a:lnTo>
                  <a:pt x="353240" y="1073060"/>
                </a:lnTo>
                <a:lnTo>
                  <a:pt x="316433" y="1047027"/>
                </a:lnTo>
                <a:lnTo>
                  <a:pt x="281216" y="1018990"/>
                </a:lnTo>
                <a:lnTo>
                  <a:pt x="247671" y="989033"/>
                </a:lnTo>
                <a:lnTo>
                  <a:pt x="215882" y="957237"/>
                </a:lnTo>
                <a:lnTo>
                  <a:pt x="185932" y="923685"/>
                </a:lnTo>
                <a:lnTo>
                  <a:pt x="157902" y="888461"/>
                </a:lnTo>
                <a:lnTo>
                  <a:pt x="131875" y="851647"/>
                </a:lnTo>
                <a:lnTo>
                  <a:pt x="107935" y="813326"/>
                </a:lnTo>
                <a:lnTo>
                  <a:pt x="86164" y="773581"/>
                </a:lnTo>
                <a:lnTo>
                  <a:pt x="66645" y="732494"/>
                </a:lnTo>
                <a:lnTo>
                  <a:pt x="49459" y="690148"/>
                </a:lnTo>
                <a:lnTo>
                  <a:pt x="34691" y="646626"/>
                </a:lnTo>
                <a:lnTo>
                  <a:pt x="22423" y="602011"/>
                </a:lnTo>
                <a:lnTo>
                  <a:pt x="12737" y="556386"/>
                </a:lnTo>
                <a:lnTo>
                  <a:pt x="5716" y="509832"/>
                </a:lnTo>
                <a:lnTo>
                  <a:pt x="1442" y="462434"/>
                </a:lnTo>
                <a:lnTo>
                  <a:pt x="0" y="414274"/>
                </a:lnTo>
              </a:path>
            </a:pathLst>
          </a:custGeom>
          <a:noFill/>
          <a:ln cap="flat" cmpd="sng" w="50800">
            <a:solidFill>
              <a:srgbClr val="9424E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6"/>
          <p:cNvSpPr txBox="1"/>
          <p:nvPr>
            <p:ph idx="4294967295" type="title"/>
          </p:nvPr>
        </p:nvSpPr>
        <p:spPr>
          <a:xfrm>
            <a:off x="914407" y="685810"/>
            <a:ext cx="6700500" cy="50910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SzPts val="1400"/>
              <a:buNone/>
            </a:pPr>
            <a:r>
              <a:rPr lang="en-US">
                <a:solidFill>
                  <a:srgbClr val="701C7F"/>
                </a:solidFill>
                <a:latin typeface="Inter"/>
                <a:ea typeface="Inter"/>
                <a:cs typeface="Inter"/>
                <a:sym typeface="Inter"/>
              </a:rPr>
              <a:t>GUIDELINES</a:t>
            </a:r>
            <a:endParaRPr>
              <a:solidFill>
                <a:srgbClr val="701C7F"/>
              </a:solidFill>
              <a:latin typeface="Inter"/>
              <a:ea typeface="Inter"/>
              <a:cs typeface="Inter"/>
              <a:sym typeface="Inter"/>
            </a:endParaRPr>
          </a:p>
        </p:txBody>
      </p:sp>
      <p:sp>
        <p:nvSpPr>
          <p:cNvPr id="583" name="Google Shape;583;p6"/>
          <p:cNvSpPr txBox="1"/>
          <p:nvPr/>
        </p:nvSpPr>
        <p:spPr>
          <a:xfrm>
            <a:off x="11727815" y="6321604"/>
            <a:ext cx="174000" cy="184800"/>
          </a:xfrm>
          <a:prstGeom prst="rect">
            <a:avLst/>
          </a:prstGeom>
          <a:noFill/>
          <a:ln>
            <a:noFill/>
          </a:ln>
        </p:spPr>
        <p:txBody>
          <a:bodyPr anchorCtr="0" anchor="t" bIns="0" lIns="0" spcFirstLastPara="1" rIns="0" wrap="square" tIns="0">
            <a:spAutoFit/>
          </a:bodyPr>
          <a:lstStyle/>
          <a:p>
            <a:pPr indent="0" lvl="0" marL="38100" marR="0" rtl="0" algn="l">
              <a:lnSpc>
                <a:spcPct val="119166"/>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5C1F74"/>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pic>
        <p:nvPicPr>
          <p:cNvPr id="584" name="Google Shape;584;p6"/>
          <p:cNvPicPr preferRelativeResize="0"/>
          <p:nvPr/>
        </p:nvPicPr>
        <p:blipFill rotWithShape="1">
          <a:blip r:embed="rId3">
            <a:alphaModFix/>
          </a:blip>
          <a:srcRect b="0" l="0" r="0" t="0"/>
          <a:stretch/>
        </p:blipFill>
        <p:spPr>
          <a:xfrm>
            <a:off x="9267825" y="-228600"/>
            <a:ext cx="1581150" cy="1285875"/>
          </a:xfrm>
          <a:prstGeom prst="rect">
            <a:avLst/>
          </a:prstGeom>
          <a:noFill/>
          <a:ln>
            <a:noFill/>
          </a:ln>
        </p:spPr>
      </p:pic>
      <p:sp>
        <p:nvSpPr>
          <p:cNvPr id="585" name="Google Shape;585;p6"/>
          <p:cNvSpPr txBox="1"/>
          <p:nvPr>
            <p:ph idx="12" type="sldNum"/>
          </p:nvPr>
        </p:nvSpPr>
        <p:spPr>
          <a:xfrm>
            <a:off x="11642090" y="6321604"/>
            <a:ext cx="260400" cy="184800"/>
          </a:xfrm>
          <a:prstGeom prst="rect">
            <a:avLst/>
          </a:prstGeom>
          <a:noFill/>
          <a:ln>
            <a:noFill/>
          </a:ln>
        </p:spPr>
        <p:txBody>
          <a:bodyPr anchorCtr="0" anchor="t" bIns="0" lIns="0" spcFirstLastPara="1" rIns="0" wrap="square" tIns="0">
            <a:spAutoFit/>
          </a:bodyPr>
          <a:lstStyle/>
          <a:p>
            <a:pPr indent="0" lvl="0" marL="38100" rtl="0" algn="l">
              <a:lnSpc>
                <a:spcPct val="119166"/>
              </a:lnSpc>
              <a:spcBef>
                <a:spcPts val="0"/>
              </a:spcBef>
              <a:spcAft>
                <a:spcPts val="0"/>
              </a:spcAft>
              <a:buClr>
                <a:srgbClr val="000000"/>
              </a:buClr>
              <a:buSzPts val="1200"/>
              <a:buFont typeface="Arial"/>
              <a:buNone/>
            </a:pPr>
            <a:fld id="{00000000-1234-1234-1234-123412341234}" type="slidenum">
              <a:rPr lang="en-US"/>
              <a:t>‹#›</a:t>
            </a:fld>
            <a:endParaRPr/>
          </a:p>
        </p:txBody>
      </p:sp>
      <p:pic>
        <p:nvPicPr>
          <p:cNvPr id="586" name="Google Shape;586;p6"/>
          <p:cNvPicPr preferRelativeResize="0"/>
          <p:nvPr/>
        </p:nvPicPr>
        <p:blipFill rotWithShape="1">
          <a:blip r:embed="rId4">
            <a:alphaModFix/>
          </a:blip>
          <a:srcRect b="0" l="0" r="0" t="0"/>
          <a:stretch/>
        </p:blipFill>
        <p:spPr>
          <a:xfrm>
            <a:off x="3922225" y="132263"/>
            <a:ext cx="7304650" cy="6593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7"/>
          <p:cNvSpPr txBox="1"/>
          <p:nvPr>
            <p:ph type="ctrTitle"/>
          </p:nvPr>
        </p:nvSpPr>
        <p:spPr>
          <a:xfrm>
            <a:off x="191025" y="2070150"/>
            <a:ext cx="5176500" cy="2717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5000"/>
              <a:buFont typeface="Arial"/>
              <a:buNone/>
            </a:pPr>
            <a:r>
              <a:rPr lang="en-US">
                <a:latin typeface="Montserrat"/>
                <a:ea typeface="Montserrat"/>
                <a:cs typeface="Montserrat"/>
                <a:sym typeface="Montserrat"/>
              </a:rPr>
              <a:t>Growth Team Overview &amp; Goals</a:t>
            </a:r>
            <a:endParaRPr>
              <a:latin typeface="Montserrat"/>
              <a:ea typeface="Montserrat"/>
              <a:cs typeface="Montserrat"/>
              <a:sym typeface="Montserrat"/>
            </a:endParaRPr>
          </a:p>
        </p:txBody>
      </p:sp>
      <p:pic>
        <p:nvPicPr>
          <p:cNvPr id="592" name="Google Shape;592;p7"/>
          <p:cNvPicPr preferRelativeResize="0"/>
          <p:nvPr>
            <p:ph idx="2" type="pic"/>
          </p:nvPr>
        </p:nvPicPr>
        <p:blipFill rotWithShape="1">
          <a:blip r:embed="rId3">
            <a:alphaModFix/>
          </a:blip>
          <a:srcRect b="0" l="6852" r="6852" t="0"/>
          <a:stretch/>
        </p:blipFill>
        <p:spPr>
          <a:xfrm>
            <a:off x="5478000" y="71475"/>
            <a:ext cx="6713999" cy="67865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6" name="Shape 596"/>
        <p:cNvGrpSpPr/>
        <p:nvPr/>
      </p:nvGrpSpPr>
      <p:grpSpPr>
        <a:xfrm>
          <a:off x="0" y="0"/>
          <a:ext cx="0" cy="0"/>
          <a:chOff x="0" y="0"/>
          <a:chExt cx="0" cy="0"/>
        </a:xfrm>
      </p:grpSpPr>
      <p:sp>
        <p:nvSpPr>
          <p:cNvPr id="597" name="Google Shape;597;p8"/>
          <p:cNvSpPr txBox="1"/>
          <p:nvPr>
            <p:ph type="title"/>
          </p:nvPr>
        </p:nvSpPr>
        <p:spPr>
          <a:xfrm>
            <a:off x="3253657" y="386163"/>
            <a:ext cx="5684700" cy="646500"/>
          </a:xfrm>
          <a:prstGeom prst="rect">
            <a:avLst/>
          </a:prstGeom>
          <a:noFill/>
          <a:ln>
            <a:noFill/>
          </a:ln>
        </p:spPr>
        <p:txBody>
          <a:bodyPr anchorCtr="0" anchor="b" bIns="45700" lIns="91425" spcFirstLastPara="1" rIns="91425" wrap="square" tIns="45700">
            <a:spAutoFit/>
          </a:bodyPr>
          <a:lstStyle/>
          <a:p>
            <a:pPr indent="0" lvl="0" marL="0" rtl="0" algn="ctr">
              <a:lnSpc>
                <a:spcPct val="90000"/>
              </a:lnSpc>
              <a:spcBef>
                <a:spcPts val="0"/>
              </a:spcBef>
              <a:spcAft>
                <a:spcPts val="0"/>
              </a:spcAft>
              <a:buClr>
                <a:schemeClr val="lt1"/>
              </a:buClr>
              <a:buSzPts val="3200"/>
              <a:buFont typeface="Arial"/>
              <a:buNone/>
            </a:pPr>
            <a:r>
              <a:t/>
            </a:r>
            <a:endParaRPr sz="4000">
              <a:latin typeface="DM Sans"/>
              <a:ea typeface="DM Sans"/>
              <a:cs typeface="DM Sans"/>
              <a:sym typeface="DM Sans"/>
            </a:endParaRPr>
          </a:p>
        </p:txBody>
      </p:sp>
      <p:sp>
        <p:nvSpPr>
          <p:cNvPr id="598" name="Google Shape;598;p8"/>
          <p:cNvSpPr txBox="1"/>
          <p:nvPr/>
        </p:nvSpPr>
        <p:spPr>
          <a:xfrm>
            <a:off x="274320" y="109728"/>
            <a:ext cx="11640312" cy="53035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200" u="none" cap="none" strike="noStrike">
                <a:solidFill>
                  <a:srgbClr val="441357"/>
                </a:solidFill>
                <a:latin typeface="DM Sans"/>
                <a:ea typeface="DM Sans"/>
                <a:cs typeface="DM Sans"/>
                <a:sym typeface="DM Sans"/>
              </a:rPr>
              <a:t>GROWTH TEAM — LEADERSHIP OVERVIEW</a:t>
            </a:r>
            <a:endParaRPr/>
          </a:p>
        </p:txBody>
      </p:sp>
      <p:sp>
        <p:nvSpPr>
          <p:cNvPr id="599" name="Google Shape;599;p8"/>
          <p:cNvSpPr/>
          <p:nvPr/>
        </p:nvSpPr>
        <p:spPr>
          <a:xfrm>
            <a:off x="4174235" y="777240"/>
            <a:ext cx="3840480" cy="822960"/>
          </a:xfrm>
          <a:prstGeom prst="rect">
            <a:avLst/>
          </a:prstGeom>
          <a:solidFill>
            <a:srgbClr val="0D2137"/>
          </a:solidFill>
          <a:ln cap="flat" cmpd="sng" w="9525">
            <a:solidFill>
              <a:srgbClr val="0D213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DM Sans"/>
                <a:ea typeface="DM Sans"/>
                <a:cs typeface="DM Sans"/>
                <a:sym typeface="DM Sans"/>
              </a:rPr>
              <a:t>Nyles Oppenheimer</a:t>
            </a:r>
            <a:endParaRPr/>
          </a:p>
          <a:p>
            <a:pPr indent="0" lvl="0" marL="0" marR="0" rtl="0" algn="ctr">
              <a:lnSpc>
                <a:spcPct val="100000"/>
              </a:lnSpc>
              <a:spcBef>
                <a:spcPts val="0"/>
              </a:spcBef>
              <a:spcAft>
                <a:spcPts val="0"/>
              </a:spcAft>
              <a:buNone/>
            </a:pPr>
            <a:r>
              <a:rPr b="0" i="0" lang="en-US" sz="1100" u="none" cap="none" strike="noStrike">
                <a:solidFill>
                  <a:srgbClr val="FFFFFF"/>
                </a:solidFill>
                <a:latin typeface="DM Sans"/>
                <a:ea typeface="DM Sans"/>
                <a:cs typeface="DM Sans"/>
                <a:sym typeface="DM Sans"/>
              </a:rPr>
              <a:t>Chief Revenue Officer</a:t>
            </a:r>
            <a:endParaRPr/>
          </a:p>
        </p:txBody>
      </p:sp>
      <p:sp>
        <p:nvSpPr>
          <p:cNvPr id="600" name="Google Shape;600;p8"/>
          <p:cNvSpPr/>
          <p:nvPr/>
        </p:nvSpPr>
        <p:spPr>
          <a:xfrm>
            <a:off x="202692" y="2011680"/>
            <a:ext cx="2194560" cy="1005840"/>
          </a:xfrm>
          <a:prstGeom prst="rect">
            <a:avLst/>
          </a:prstGeom>
          <a:solidFill>
            <a:srgbClr val="5B21B6"/>
          </a:solidFill>
          <a:ln cap="flat" cmpd="sng" w="9525">
            <a:solidFill>
              <a:srgbClr val="5B21B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DM Sans"/>
                <a:ea typeface="DM Sans"/>
                <a:cs typeface="DM Sans"/>
                <a:sym typeface="DM Sans"/>
              </a:rPr>
              <a:t>George Soteropoulos</a:t>
            </a:r>
            <a:endParaRPr/>
          </a:p>
          <a:p>
            <a:pPr indent="0" lvl="0" marL="0" marR="0" rtl="0" algn="ctr">
              <a:lnSpc>
                <a:spcPct val="100000"/>
              </a:lnSpc>
              <a:spcBef>
                <a:spcPts val="0"/>
              </a:spcBef>
              <a:spcAft>
                <a:spcPts val="0"/>
              </a:spcAft>
              <a:buNone/>
            </a:pPr>
            <a:r>
              <a:rPr b="0" i="0" lang="en-US" sz="900" u="none" cap="none" strike="noStrike">
                <a:solidFill>
                  <a:srgbClr val="FFFFFF"/>
                </a:solidFill>
                <a:latin typeface="DM Sans"/>
                <a:ea typeface="DM Sans"/>
                <a:cs typeface="DM Sans"/>
                <a:sym typeface="DM Sans"/>
              </a:rPr>
              <a:t>Director</a:t>
            </a:r>
            <a:br>
              <a:rPr b="0" i="0" lang="en-US" sz="900" u="none" cap="none" strike="noStrike">
                <a:solidFill>
                  <a:srgbClr val="FFFFFF"/>
                </a:solidFill>
                <a:latin typeface="DM Sans"/>
                <a:ea typeface="DM Sans"/>
                <a:cs typeface="DM Sans"/>
                <a:sym typeface="DM Sans"/>
              </a:rPr>
            </a:br>
            <a:r>
              <a:rPr b="0" i="0" lang="en-US" sz="900" u="none" cap="none" strike="noStrike">
                <a:solidFill>
                  <a:srgbClr val="FFFFFF"/>
                </a:solidFill>
                <a:latin typeface="DM Sans"/>
                <a:ea typeface="DM Sans"/>
                <a:cs typeface="DM Sans"/>
                <a:sym typeface="DM Sans"/>
              </a:rPr>
              <a:t>Go to Market</a:t>
            </a:r>
            <a:endParaRPr/>
          </a:p>
        </p:txBody>
      </p:sp>
      <p:sp>
        <p:nvSpPr>
          <p:cNvPr id="601" name="Google Shape;601;p8"/>
          <p:cNvSpPr/>
          <p:nvPr/>
        </p:nvSpPr>
        <p:spPr>
          <a:xfrm>
            <a:off x="2599944" y="2011680"/>
            <a:ext cx="2194560" cy="1005840"/>
          </a:xfrm>
          <a:prstGeom prst="rect">
            <a:avLst/>
          </a:prstGeom>
          <a:solidFill>
            <a:srgbClr val="1B4F8A"/>
          </a:solidFill>
          <a:ln cap="flat" cmpd="sng" w="9525">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DM Sans"/>
                <a:ea typeface="DM Sans"/>
                <a:cs typeface="DM Sans"/>
                <a:sym typeface="DM Sans"/>
              </a:rPr>
              <a:t>Corbett (Cory) Arnette</a:t>
            </a:r>
            <a:endParaRPr/>
          </a:p>
          <a:p>
            <a:pPr indent="0" lvl="0" marL="0" marR="0" rtl="0" algn="ctr">
              <a:lnSpc>
                <a:spcPct val="100000"/>
              </a:lnSpc>
              <a:spcBef>
                <a:spcPts val="0"/>
              </a:spcBef>
              <a:spcAft>
                <a:spcPts val="0"/>
              </a:spcAft>
              <a:buNone/>
            </a:pPr>
            <a:r>
              <a:rPr b="0" i="0" lang="en-US" sz="900" u="none" cap="none" strike="noStrike">
                <a:solidFill>
                  <a:srgbClr val="FFFFFF"/>
                </a:solidFill>
                <a:latin typeface="DM Sans"/>
                <a:ea typeface="DM Sans"/>
                <a:cs typeface="DM Sans"/>
                <a:sym typeface="DM Sans"/>
              </a:rPr>
              <a:t>Director</a:t>
            </a:r>
            <a:br>
              <a:rPr b="0" i="0" lang="en-US" sz="900" u="none" cap="none" strike="noStrike">
                <a:solidFill>
                  <a:srgbClr val="FFFFFF"/>
                </a:solidFill>
                <a:latin typeface="DM Sans"/>
                <a:ea typeface="DM Sans"/>
                <a:cs typeface="DM Sans"/>
                <a:sym typeface="DM Sans"/>
              </a:rPr>
            </a:br>
            <a:r>
              <a:rPr b="0" i="0" lang="en-US" sz="900" u="none" cap="none" strike="noStrike">
                <a:solidFill>
                  <a:srgbClr val="FFFFFF"/>
                </a:solidFill>
                <a:latin typeface="DM Sans"/>
                <a:ea typeface="DM Sans"/>
                <a:cs typeface="DM Sans"/>
                <a:sym typeface="DM Sans"/>
              </a:rPr>
              <a:t>Growth &amp; Distribution</a:t>
            </a:r>
            <a:endParaRPr/>
          </a:p>
        </p:txBody>
      </p:sp>
      <p:sp>
        <p:nvSpPr>
          <p:cNvPr id="602" name="Google Shape;602;p8"/>
          <p:cNvSpPr/>
          <p:nvPr/>
        </p:nvSpPr>
        <p:spPr>
          <a:xfrm>
            <a:off x="4997196" y="2011680"/>
            <a:ext cx="2194560" cy="1005840"/>
          </a:xfrm>
          <a:prstGeom prst="rect">
            <a:avLst/>
          </a:prstGeom>
          <a:solidFill>
            <a:srgbClr val="0F7E6D"/>
          </a:solidFill>
          <a:ln cap="flat" cmpd="sng" w="9525">
            <a:solidFill>
              <a:srgbClr val="0F7E6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DM Sans"/>
                <a:ea typeface="DM Sans"/>
                <a:cs typeface="DM Sans"/>
                <a:sym typeface="DM Sans"/>
              </a:rPr>
              <a:t>Kevin McKernan</a:t>
            </a:r>
            <a:endParaRPr/>
          </a:p>
          <a:p>
            <a:pPr indent="0" lvl="0" marL="0" marR="0" rtl="0" algn="ctr">
              <a:lnSpc>
                <a:spcPct val="100000"/>
              </a:lnSpc>
              <a:spcBef>
                <a:spcPts val="0"/>
              </a:spcBef>
              <a:spcAft>
                <a:spcPts val="0"/>
              </a:spcAft>
              <a:buNone/>
            </a:pPr>
            <a:r>
              <a:rPr b="0" i="0" lang="en-US" sz="900" u="none" cap="none" strike="noStrike">
                <a:solidFill>
                  <a:srgbClr val="FFFFFF"/>
                </a:solidFill>
                <a:latin typeface="DM Sans"/>
                <a:ea typeface="DM Sans"/>
                <a:cs typeface="DM Sans"/>
                <a:sym typeface="DM Sans"/>
              </a:rPr>
              <a:t>VP</a:t>
            </a:r>
            <a:br>
              <a:rPr b="0" i="0" lang="en-US" sz="900" u="none" cap="none" strike="noStrike">
                <a:solidFill>
                  <a:srgbClr val="FFFFFF"/>
                </a:solidFill>
                <a:latin typeface="DM Sans"/>
                <a:ea typeface="DM Sans"/>
                <a:cs typeface="DM Sans"/>
                <a:sym typeface="DM Sans"/>
              </a:rPr>
            </a:br>
            <a:r>
              <a:rPr b="0" i="0" lang="en-US" sz="900" u="none" cap="none" strike="noStrike">
                <a:solidFill>
                  <a:srgbClr val="FFFFFF"/>
                </a:solidFill>
                <a:latin typeface="DM Sans"/>
                <a:ea typeface="DM Sans"/>
                <a:cs typeface="DM Sans"/>
                <a:sym typeface="DM Sans"/>
              </a:rPr>
              <a:t>Fleet Sales</a:t>
            </a:r>
            <a:endParaRPr/>
          </a:p>
        </p:txBody>
      </p:sp>
      <p:sp>
        <p:nvSpPr>
          <p:cNvPr id="603" name="Google Shape;603;p8"/>
          <p:cNvSpPr/>
          <p:nvPr/>
        </p:nvSpPr>
        <p:spPr>
          <a:xfrm>
            <a:off x="7394447" y="2011680"/>
            <a:ext cx="2194560" cy="1005840"/>
          </a:xfrm>
          <a:prstGeom prst="rect">
            <a:avLst/>
          </a:prstGeom>
          <a:solidFill>
            <a:srgbClr val="6B218A"/>
          </a:solidFill>
          <a:ln cap="flat" cmpd="sng" w="9525">
            <a:solidFill>
              <a:srgbClr val="6B218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DM Sans"/>
                <a:ea typeface="DM Sans"/>
                <a:cs typeface="DM Sans"/>
                <a:sym typeface="DM Sans"/>
              </a:rPr>
              <a:t>Patrick Flood</a:t>
            </a:r>
            <a:endParaRPr/>
          </a:p>
          <a:p>
            <a:pPr indent="0" lvl="0" marL="0" marR="0" rtl="0" algn="ctr">
              <a:lnSpc>
                <a:spcPct val="100000"/>
              </a:lnSpc>
              <a:spcBef>
                <a:spcPts val="0"/>
              </a:spcBef>
              <a:spcAft>
                <a:spcPts val="0"/>
              </a:spcAft>
              <a:buNone/>
            </a:pPr>
            <a:r>
              <a:rPr b="0" i="0" lang="en-US" sz="900" u="none" cap="none" strike="noStrike">
                <a:solidFill>
                  <a:srgbClr val="FFFFFF"/>
                </a:solidFill>
                <a:latin typeface="DM Sans"/>
                <a:ea typeface="DM Sans"/>
                <a:cs typeface="DM Sans"/>
                <a:sym typeface="DM Sans"/>
              </a:rPr>
              <a:t>Growth Marketing &amp;</a:t>
            </a:r>
            <a:br>
              <a:rPr b="0" i="0" lang="en-US" sz="900" u="none" cap="none" strike="noStrike">
                <a:solidFill>
                  <a:srgbClr val="FFFFFF"/>
                </a:solidFill>
                <a:latin typeface="DM Sans"/>
                <a:ea typeface="DM Sans"/>
                <a:cs typeface="DM Sans"/>
                <a:sym typeface="DM Sans"/>
              </a:rPr>
            </a:br>
            <a:r>
              <a:rPr b="0" i="0" lang="en-US" sz="900" u="none" cap="none" strike="noStrike">
                <a:solidFill>
                  <a:srgbClr val="FFFFFF"/>
                </a:solidFill>
                <a:latin typeface="DM Sans"/>
                <a:ea typeface="DM Sans"/>
                <a:cs typeface="DM Sans"/>
                <a:sym typeface="DM Sans"/>
              </a:rPr>
              <a:t>Partnerships Manager</a:t>
            </a:r>
            <a:endParaRPr/>
          </a:p>
        </p:txBody>
      </p:sp>
      <p:sp>
        <p:nvSpPr>
          <p:cNvPr id="604" name="Google Shape;604;p8"/>
          <p:cNvSpPr/>
          <p:nvPr/>
        </p:nvSpPr>
        <p:spPr>
          <a:xfrm>
            <a:off x="9791699" y="2011680"/>
            <a:ext cx="2194560" cy="1005840"/>
          </a:xfrm>
          <a:prstGeom prst="rect">
            <a:avLst/>
          </a:prstGeom>
          <a:solidFill>
            <a:srgbClr val="1A567A"/>
          </a:solidFill>
          <a:ln cap="flat" cmpd="sng" w="9525">
            <a:solidFill>
              <a:srgbClr val="1A567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DM Sans"/>
                <a:ea typeface="DM Sans"/>
                <a:cs typeface="DM Sans"/>
                <a:sym typeface="DM Sans"/>
              </a:rPr>
              <a:t>Ian Abrahamsen</a:t>
            </a:r>
            <a:endParaRPr/>
          </a:p>
          <a:p>
            <a:pPr indent="0" lvl="0" marL="0" marR="0" rtl="0" algn="ctr">
              <a:lnSpc>
                <a:spcPct val="100000"/>
              </a:lnSpc>
              <a:spcBef>
                <a:spcPts val="0"/>
              </a:spcBef>
              <a:spcAft>
                <a:spcPts val="0"/>
              </a:spcAft>
              <a:buNone/>
            </a:pPr>
            <a:r>
              <a:rPr b="0" i="0" lang="en-US" sz="900" u="none" cap="none" strike="noStrike">
                <a:solidFill>
                  <a:srgbClr val="FFFFFF"/>
                </a:solidFill>
                <a:latin typeface="DM Sans"/>
                <a:ea typeface="DM Sans"/>
                <a:cs typeface="DM Sans"/>
                <a:sym typeface="DM Sans"/>
              </a:rPr>
              <a:t>CRM &amp; Marketing</a:t>
            </a:r>
            <a:br>
              <a:rPr b="0" i="0" lang="en-US" sz="900" u="none" cap="none" strike="noStrike">
                <a:solidFill>
                  <a:srgbClr val="FFFFFF"/>
                </a:solidFill>
                <a:latin typeface="DM Sans"/>
                <a:ea typeface="DM Sans"/>
                <a:cs typeface="DM Sans"/>
                <a:sym typeface="DM Sans"/>
              </a:rPr>
            </a:br>
            <a:r>
              <a:rPr b="0" i="0" lang="en-US" sz="900" u="none" cap="none" strike="noStrike">
                <a:solidFill>
                  <a:srgbClr val="FFFFFF"/>
                </a:solidFill>
                <a:latin typeface="DM Sans"/>
                <a:ea typeface="DM Sans"/>
                <a:cs typeface="DM Sans"/>
                <a:sym typeface="DM Sans"/>
              </a:rPr>
              <a:t>Operations Specialist</a:t>
            </a:r>
            <a:endParaRPr/>
          </a:p>
        </p:txBody>
      </p:sp>
      <p:cxnSp>
        <p:nvCxnSpPr>
          <p:cNvPr id="605" name="Google Shape;605;p8"/>
          <p:cNvCxnSpPr/>
          <p:nvPr/>
        </p:nvCxnSpPr>
        <p:spPr>
          <a:xfrm>
            <a:off x="6094475" y="1600200"/>
            <a:ext cx="0" cy="205740"/>
          </a:xfrm>
          <a:prstGeom prst="straightConnector1">
            <a:avLst/>
          </a:prstGeom>
          <a:noFill/>
          <a:ln cap="flat" cmpd="sng" w="19050">
            <a:solidFill>
              <a:srgbClr val="9999BB"/>
            </a:solidFill>
            <a:prstDash val="solid"/>
            <a:round/>
            <a:headEnd len="sm" w="sm" type="none"/>
            <a:tailEnd len="sm" w="sm" type="none"/>
          </a:ln>
        </p:spPr>
      </p:cxnSp>
      <p:cxnSp>
        <p:nvCxnSpPr>
          <p:cNvPr id="606" name="Google Shape;606;p8"/>
          <p:cNvCxnSpPr/>
          <p:nvPr/>
        </p:nvCxnSpPr>
        <p:spPr>
          <a:xfrm>
            <a:off x="1299972" y="1805940"/>
            <a:ext cx="9589007" cy="0"/>
          </a:xfrm>
          <a:prstGeom prst="straightConnector1">
            <a:avLst/>
          </a:prstGeom>
          <a:noFill/>
          <a:ln cap="flat" cmpd="sng" w="19050">
            <a:solidFill>
              <a:srgbClr val="9999BB"/>
            </a:solidFill>
            <a:prstDash val="solid"/>
            <a:round/>
            <a:headEnd len="sm" w="sm" type="none"/>
            <a:tailEnd len="sm" w="sm" type="none"/>
          </a:ln>
        </p:spPr>
      </p:cxnSp>
      <p:cxnSp>
        <p:nvCxnSpPr>
          <p:cNvPr id="607" name="Google Shape;607;p8"/>
          <p:cNvCxnSpPr/>
          <p:nvPr/>
        </p:nvCxnSpPr>
        <p:spPr>
          <a:xfrm>
            <a:off x="1299972" y="1805940"/>
            <a:ext cx="0" cy="205740"/>
          </a:xfrm>
          <a:prstGeom prst="straightConnector1">
            <a:avLst/>
          </a:prstGeom>
          <a:noFill/>
          <a:ln cap="flat" cmpd="sng" w="19050">
            <a:solidFill>
              <a:srgbClr val="9999BB"/>
            </a:solidFill>
            <a:prstDash val="solid"/>
            <a:round/>
            <a:headEnd len="sm" w="sm" type="none"/>
            <a:tailEnd len="sm" w="sm" type="none"/>
          </a:ln>
        </p:spPr>
      </p:cxnSp>
      <p:cxnSp>
        <p:nvCxnSpPr>
          <p:cNvPr id="608" name="Google Shape;608;p8"/>
          <p:cNvCxnSpPr/>
          <p:nvPr/>
        </p:nvCxnSpPr>
        <p:spPr>
          <a:xfrm>
            <a:off x="3697223" y="1805940"/>
            <a:ext cx="0" cy="205740"/>
          </a:xfrm>
          <a:prstGeom prst="straightConnector1">
            <a:avLst/>
          </a:prstGeom>
          <a:noFill/>
          <a:ln cap="flat" cmpd="sng" w="19050">
            <a:solidFill>
              <a:srgbClr val="9999BB"/>
            </a:solidFill>
            <a:prstDash val="solid"/>
            <a:round/>
            <a:headEnd len="sm" w="sm" type="none"/>
            <a:tailEnd len="sm" w="sm" type="none"/>
          </a:ln>
        </p:spPr>
      </p:cxnSp>
      <p:cxnSp>
        <p:nvCxnSpPr>
          <p:cNvPr id="609" name="Google Shape;609;p8"/>
          <p:cNvCxnSpPr/>
          <p:nvPr/>
        </p:nvCxnSpPr>
        <p:spPr>
          <a:xfrm>
            <a:off x="6094476" y="1805940"/>
            <a:ext cx="0" cy="205740"/>
          </a:xfrm>
          <a:prstGeom prst="straightConnector1">
            <a:avLst/>
          </a:prstGeom>
          <a:noFill/>
          <a:ln cap="flat" cmpd="sng" w="19050">
            <a:solidFill>
              <a:srgbClr val="9999BB"/>
            </a:solidFill>
            <a:prstDash val="solid"/>
            <a:round/>
            <a:headEnd len="sm" w="sm" type="none"/>
            <a:tailEnd len="sm" w="sm" type="none"/>
          </a:ln>
        </p:spPr>
      </p:cxnSp>
      <p:cxnSp>
        <p:nvCxnSpPr>
          <p:cNvPr id="610" name="Google Shape;610;p8"/>
          <p:cNvCxnSpPr/>
          <p:nvPr/>
        </p:nvCxnSpPr>
        <p:spPr>
          <a:xfrm>
            <a:off x="8491727" y="1805940"/>
            <a:ext cx="0" cy="205740"/>
          </a:xfrm>
          <a:prstGeom prst="straightConnector1">
            <a:avLst/>
          </a:prstGeom>
          <a:noFill/>
          <a:ln cap="flat" cmpd="sng" w="19050">
            <a:solidFill>
              <a:srgbClr val="9999BB"/>
            </a:solidFill>
            <a:prstDash val="solid"/>
            <a:round/>
            <a:headEnd len="sm" w="sm" type="none"/>
            <a:tailEnd len="sm" w="sm" type="none"/>
          </a:ln>
        </p:spPr>
      </p:cxnSp>
      <p:cxnSp>
        <p:nvCxnSpPr>
          <p:cNvPr id="611" name="Google Shape;611;p8"/>
          <p:cNvCxnSpPr/>
          <p:nvPr/>
        </p:nvCxnSpPr>
        <p:spPr>
          <a:xfrm>
            <a:off x="10888979" y="1805940"/>
            <a:ext cx="0" cy="205740"/>
          </a:xfrm>
          <a:prstGeom prst="straightConnector1">
            <a:avLst/>
          </a:prstGeom>
          <a:noFill/>
          <a:ln cap="flat" cmpd="sng" w="19050">
            <a:solidFill>
              <a:srgbClr val="9999BB"/>
            </a:solidFill>
            <a:prstDash val="solid"/>
            <a:round/>
            <a:headEnd len="sm" w="sm" type="none"/>
            <a:tailEnd len="sm" w="sm" type="none"/>
          </a:ln>
        </p:spPr>
      </p:cxnSp>
      <p:sp>
        <p:nvSpPr>
          <p:cNvPr id="612" name="Google Shape;612;p8"/>
          <p:cNvSpPr/>
          <p:nvPr/>
        </p:nvSpPr>
        <p:spPr>
          <a:xfrm>
            <a:off x="202692" y="3246120"/>
            <a:ext cx="2194560" cy="237744"/>
          </a:xfrm>
          <a:prstGeom prst="rect">
            <a:avLst/>
          </a:prstGeom>
          <a:solidFill>
            <a:srgbClr val="5B21B6"/>
          </a:solidFill>
          <a:ln cap="flat" cmpd="sng" w="9525">
            <a:solidFill>
              <a:srgbClr val="5B21B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45700" spcFirstLastPara="1" rIns="91425" wrap="square" tIns="4570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DM Sans"/>
                <a:ea typeface="DM Sans"/>
                <a:cs typeface="DM Sans"/>
                <a:sym typeface="DM Sans"/>
              </a:rPr>
              <a:t>DIRECT REPORTS</a:t>
            </a:r>
            <a:endParaRPr/>
          </a:p>
        </p:txBody>
      </p:sp>
      <p:sp>
        <p:nvSpPr>
          <p:cNvPr id="613" name="Google Shape;613;p8"/>
          <p:cNvSpPr txBox="1"/>
          <p:nvPr/>
        </p:nvSpPr>
        <p:spPr>
          <a:xfrm>
            <a:off x="275844" y="3520440"/>
            <a:ext cx="2048255" cy="3044951"/>
          </a:xfrm>
          <a:prstGeom prst="rect">
            <a:avLst/>
          </a:prstGeom>
          <a:noFill/>
          <a:ln>
            <a:noFill/>
          </a:ln>
        </p:spPr>
        <p:txBody>
          <a:bodyPr anchorCtr="0" anchor="t" bIns="45700" lIns="72000" spcFirstLastPara="1" rIns="91425" wrap="square" tIns="45700">
            <a:spAutoFit/>
          </a:bodyPr>
          <a:lstStyle/>
          <a:p>
            <a:pPr indent="0" lvl="0" marL="0" marR="0" rtl="0" algn="l">
              <a:lnSpc>
                <a:spcPct val="100000"/>
              </a:lnSpc>
              <a:spcBef>
                <a:spcPts val="0"/>
              </a:spcBef>
              <a:spcAft>
                <a:spcPts val="0"/>
              </a:spcAft>
              <a:buNone/>
            </a:pPr>
            <a:r>
              <a:rPr b="1" i="0" lang="en-US" sz="1050" u="none" cap="none" strike="noStrike">
                <a:solidFill>
                  <a:srgbClr val="1A1A1A"/>
                </a:solidFill>
                <a:latin typeface="DM Sans"/>
                <a:ea typeface="DM Sans"/>
                <a:cs typeface="DM Sans"/>
                <a:sym typeface="DM Sans"/>
              </a:rPr>
              <a:t>·  Tamera Pfeiffer</a:t>
            </a:r>
            <a:endParaRPr/>
          </a:p>
          <a:p>
            <a:pPr indent="0" lvl="0" marL="0" marR="0" rtl="0" algn="l">
              <a:lnSpc>
                <a:spcPct val="100000"/>
              </a:lnSpc>
              <a:spcBef>
                <a:spcPts val="0"/>
              </a:spcBef>
              <a:spcAft>
                <a:spcPts val="0"/>
              </a:spcAft>
              <a:buNone/>
            </a:pPr>
            <a:r>
              <a:rPr b="0" i="0" lang="en-US" sz="900" u="none" cap="none" strike="noStrike">
                <a:solidFill>
                  <a:srgbClr val="555555"/>
                </a:solidFill>
                <a:latin typeface="DM Sans"/>
                <a:ea typeface="DM Sans"/>
                <a:cs typeface="DM Sans"/>
                <a:sym typeface="DM Sans"/>
              </a:rPr>
              <a:t>    Agency Success Lead</a:t>
            </a:r>
            <a:endParaRPr/>
          </a:p>
          <a:p>
            <a:pPr indent="0" lvl="0" marL="0" marR="0" rtl="0" algn="l">
              <a:lnSpc>
                <a:spcPct val="100000"/>
              </a:lnSpc>
              <a:spcBef>
                <a:spcPts val="0"/>
              </a:spcBef>
              <a:spcAft>
                <a:spcPts val="0"/>
              </a:spcAft>
              <a:buNone/>
            </a:pPr>
            <a:r>
              <a:rPr b="0" i="1" lang="en-US" sz="900" u="none" cap="none" strike="noStrike">
                <a:solidFill>
                  <a:srgbClr val="BBBBBB"/>
                </a:solidFill>
                <a:latin typeface="DM Sans"/>
                <a:ea typeface="DM Sans"/>
                <a:cs typeface="DM Sans"/>
                <a:sym typeface="DM Sans"/>
              </a:rPr>
              <a:t>Onboarding Specialist</a:t>
            </a:r>
            <a:endParaRPr/>
          </a:p>
        </p:txBody>
      </p:sp>
      <p:sp>
        <p:nvSpPr>
          <p:cNvPr id="614" name="Google Shape;614;p8"/>
          <p:cNvSpPr/>
          <p:nvPr/>
        </p:nvSpPr>
        <p:spPr>
          <a:xfrm>
            <a:off x="2599944" y="3246120"/>
            <a:ext cx="2194560" cy="237744"/>
          </a:xfrm>
          <a:prstGeom prst="rect">
            <a:avLst/>
          </a:prstGeom>
          <a:solidFill>
            <a:srgbClr val="1B4F8A"/>
          </a:solidFill>
          <a:ln cap="flat" cmpd="sng" w="9525">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45700" spcFirstLastPara="1" rIns="91425" wrap="square" tIns="4570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DM Sans"/>
                <a:ea typeface="DM Sans"/>
                <a:cs typeface="DM Sans"/>
                <a:sym typeface="DM Sans"/>
              </a:rPr>
              <a:t>DISTRIBUTION CHANNELS</a:t>
            </a:r>
            <a:endParaRPr/>
          </a:p>
        </p:txBody>
      </p:sp>
      <p:sp>
        <p:nvSpPr>
          <p:cNvPr id="615" name="Google Shape;615;p8"/>
          <p:cNvSpPr txBox="1"/>
          <p:nvPr/>
        </p:nvSpPr>
        <p:spPr>
          <a:xfrm>
            <a:off x="2673096" y="3520440"/>
            <a:ext cx="2048255" cy="3044951"/>
          </a:xfrm>
          <a:prstGeom prst="rect">
            <a:avLst/>
          </a:prstGeom>
          <a:noFill/>
          <a:ln>
            <a:noFill/>
          </a:ln>
        </p:spPr>
        <p:txBody>
          <a:bodyPr anchorCtr="0" anchor="t" bIns="45700" lIns="72000" spcFirstLastPara="1" rIns="91425" wrap="square" tIns="45700">
            <a:spAutoFit/>
          </a:bodyPr>
          <a:lstStyle/>
          <a:p>
            <a:pPr indent="0" lvl="0" marL="0" marR="0" rtl="0" algn="l">
              <a:lnSpc>
                <a:spcPct val="100000"/>
              </a:lnSpc>
              <a:spcBef>
                <a:spcPts val="0"/>
              </a:spcBef>
              <a:spcAft>
                <a:spcPts val="0"/>
              </a:spcAft>
              <a:buNone/>
            </a:pPr>
            <a:r>
              <a:rPr b="1" i="0" lang="en-US" sz="1050" u="none" cap="none" strike="noStrike">
                <a:solidFill>
                  <a:srgbClr val="1A1A1A"/>
                </a:solidFill>
                <a:latin typeface="DM Sans"/>
                <a:ea typeface="DM Sans"/>
                <a:cs typeface="DM Sans"/>
                <a:sym typeface="DM Sans"/>
              </a:rPr>
              <a:t>·  Roland Massey</a:t>
            </a:r>
            <a:endParaRPr/>
          </a:p>
          <a:p>
            <a:pPr indent="0" lvl="0" marL="0" marR="0" rtl="0" algn="l">
              <a:lnSpc>
                <a:spcPct val="100000"/>
              </a:lnSpc>
              <a:spcBef>
                <a:spcPts val="0"/>
              </a:spcBef>
              <a:spcAft>
                <a:spcPts val="0"/>
              </a:spcAft>
              <a:buNone/>
            </a:pPr>
            <a:r>
              <a:rPr b="0" i="0" lang="en-US" sz="900" u="none" cap="none" strike="noStrike">
                <a:solidFill>
                  <a:srgbClr val="555555"/>
                </a:solidFill>
                <a:latin typeface="DM Sans"/>
                <a:ea typeface="DM Sans"/>
                <a:cs typeface="DM Sans"/>
                <a:sym typeface="DM Sans"/>
              </a:rPr>
              <a:t>    Retail Distribution Leader</a:t>
            </a:r>
            <a:endParaRPr/>
          </a:p>
          <a:p>
            <a:pPr indent="0" lvl="0" marL="0" marR="0" rtl="0" algn="l">
              <a:lnSpc>
                <a:spcPct val="100000"/>
              </a:lnSpc>
              <a:spcBef>
                <a:spcPts val="0"/>
              </a:spcBef>
              <a:spcAft>
                <a:spcPts val="0"/>
              </a:spcAft>
              <a:buNone/>
            </a:pPr>
            <a:r>
              <a:rPr b="1" i="0" lang="en-US" sz="1050" u="none" cap="none" strike="noStrike">
                <a:solidFill>
                  <a:srgbClr val="1A1A1A"/>
                </a:solidFill>
                <a:latin typeface="DM Sans"/>
                <a:ea typeface="DM Sans"/>
                <a:cs typeface="DM Sans"/>
                <a:sym typeface="DM Sans"/>
              </a:rPr>
              <a:t>·  James Reid</a:t>
            </a:r>
            <a:endParaRPr/>
          </a:p>
          <a:p>
            <a:pPr indent="0" lvl="0" marL="0" marR="0" rtl="0" algn="l">
              <a:lnSpc>
                <a:spcPct val="100000"/>
              </a:lnSpc>
              <a:spcBef>
                <a:spcPts val="0"/>
              </a:spcBef>
              <a:spcAft>
                <a:spcPts val="0"/>
              </a:spcAft>
              <a:buNone/>
            </a:pPr>
            <a:r>
              <a:rPr b="0" i="0" lang="en-US" sz="900" u="none" cap="none" strike="noStrike">
                <a:solidFill>
                  <a:srgbClr val="555555"/>
                </a:solidFill>
                <a:latin typeface="DM Sans"/>
                <a:ea typeface="DM Sans"/>
                <a:cs typeface="DM Sans"/>
                <a:sym typeface="DM Sans"/>
              </a:rPr>
              <a:t>    Networks Distribution Leader</a:t>
            </a:r>
            <a:endParaRPr/>
          </a:p>
          <a:p>
            <a:pPr indent="0" lvl="0" marL="0" marR="0" rtl="0" algn="l">
              <a:lnSpc>
                <a:spcPct val="100000"/>
              </a:lnSpc>
              <a:spcBef>
                <a:spcPts val="0"/>
              </a:spcBef>
              <a:spcAft>
                <a:spcPts val="0"/>
              </a:spcAft>
              <a:buNone/>
            </a:pPr>
            <a:r>
              <a:rPr b="0" i="1" lang="en-US" sz="900" u="none" cap="none" strike="noStrike">
                <a:solidFill>
                  <a:srgbClr val="BBBBBB"/>
                </a:solidFill>
                <a:latin typeface="DM Sans"/>
                <a:ea typeface="DM Sans"/>
                <a:cs typeface="DM Sans"/>
                <a:sym typeface="DM Sans"/>
              </a:rPr>
              <a:t>Natl. Partner Leader</a:t>
            </a:r>
            <a:endParaRPr/>
          </a:p>
          <a:p>
            <a:pPr indent="0" lvl="0" marL="0" marR="0" rtl="0" algn="l">
              <a:lnSpc>
                <a:spcPct val="100000"/>
              </a:lnSpc>
              <a:spcBef>
                <a:spcPts val="0"/>
              </a:spcBef>
              <a:spcAft>
                <a:spcPts val="0"/>
              </a:spcAft>
              <a:buNone/>
            </a:pPr>
            <a:r>
              <a:rPr b="0" i="1" lang="en-US" sz="900" u="none" cap="none" strike="noStrike">
                <a:solidFill>
                  <a:srgbClr val="BBBBBB"/>
                </a:solidFill>
                <a:latin typeface="DM Sans"/>
                <a:ea typeface="DM Sans"/>
                <a:cs typeface="DM Sans"/>
                <a:sym typeface="DM Sans"/>
              </a:rPr>
              <a:t>→ Detail on Slide 9</a:t>
            </a:r>
            <a:endParaRPr/>
          </a:p>
        </p:txBody>
      </p:sp>
      <p:sp>
        <p:nvSpPr>
          <p:cNvPr id="616" name="Google Shape;616;p8"/>
          <p:cNvSpPr/>
          <p:nvPr/>
        </p:nvSpPr>
        <p:spPr>
          <a:xfrm>
            <a:off x="4997196" y="3246120"/>
            <a:ext cx="2194560" cy="237744"/>
          </a:xfrm>
          <a:prstGeom prst="rect">
            <a:avLst/>
          </a:prstGeom>
          <a:solidFill>
            <a:srgbClr val="0F7E6D"/>
          </a:solidFill>
          <a:ln cap="flat" cmpd="sng" w="9525">
            <a:solidFill>
              <a:srgbClr val="0F7E6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45700" spcFirstLastPara="1" rIns="91425" wrap="square" tIns="4570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DM Sans"/>
                <a:ea typeface="DM Sans"/>
                <a:cs typeface="DM Sans"/>
                <a:sym typeface="DM Sans"/>
              </a:rPr>
              <a:t>FLEET TEAM</a:t>
            </a:r>
            <a:endParaRPr/>
          </a:p>
        </p:txBody>
      </p:sp>
      <p:sp>
        <p:nvSpPr>
          <p:cNvPr id="617" name="Google Shape;617;p8"/>
          <p:cNvSpPr txBox="1"/>
          <p:nvPr/>
        </p:nvSpPr>
        <p:spPr>
          <a:xfrm>
            <a:off x="5070348" y="3520440"/>
            <a:ext cx="2048255" cy="3044951"/>
          </a:xfrm>
          <a:prstGeom prst="rect">
            <a:avLst/>
          </a:prstGeom>
          <a:noFill/>
          <a:ln>
            <a:noFill/>
          </a:ln>
        </p:spPr>
        <p:txBody>
          <a:bodyPr anchorCtr="0" anchor="t" bIns="45700" lIns="72000" spcFirstLastPara="1" rIns="91425" wrap="square" tIns="45700">
            <a:spAutoFit/>
          </a:bodyPr>
          <a:lstStyle/>
          <a:p>
            <a:pPr indent="0" lvl="0" marL="0" marR="0" rtl="0" algn="l">
              <a:lnSpc>
                <a:spcPct val="100000"/>
              </a:lnSpc>
              <a:spcBef>
                <a:spcPts val="0"/>
              </a:spcBef>
              <a:spcAft>
                <a:spcPts val="0"/>
              </a:spcAft>
              <a:buNone/>
            </a:pPr>
            <a:r>
              <a:rPr b="1" i="0" lang="en-US" sz="1050" u="none" cap="none" strike="noStrike">
                <a:solidFill>
                  <a:srgbClr val="1A1A1A"/>
                </a:solidFill>
                <a:latin typeface="DM Sans"/>
                <a:ea typeface="DM Sans"/>
                <a:cs typeface="DM Sans"/>
                <a:sym typeface="DM Sans"/>
              </a:rPr>
              <a:t>·  Dominic Purkett</a:t>
            </a:r>
            <a:endParaRPr/>
          </a:p>
          <a:p>
            <a:pPr indent="0" lvl="0" marL="0" marR="0" rtl="0" algn="l">
              <a:lnSpc>
                <a:spcPct val="100000"/>
              </a:lnSpc>
              <a:spcBef>
                <a:spcPts val="0"/>
              </a:spcBef>
              <a:spcAft>
                <a:spcPts val="0"/>
              </a:spcAft>
              <a:buNone/>
            </a:pPr>
            <a:r>
              <a:rPr b="0" i="0" lang="en-US" sz="900" u="none" cap="none" strike="noStrike">
                <a:solidFill>
                  <a:srgbClr val="555555"/>
                </a:solidFill>
                <a:latin typeface="DM Sans"/>
                <a:ea typeface="DM Sans"/>
                <a:cs typeface="DM Sans"/>
                <a:sym typeface="DM Sans"/>
              </a:rPr>
              <a:t>    PBRM</a:t>
            </a:r>
            <a:endParaRPr/>
          </a:p>
          <a:p>
            <a:pPr indent="0" lvl="0" marL="0" marR="0" rtl="0" algn="l">
              <a:lnSpc>
                <a:spcPct val="100000"/>
              </a:lnSpc>
              <a:spcBef>
                <a:spcPts val="0"/>
              </a:spcBef>
              <a:spcAft>
                <a:spcPts val="0"/>
              </a:spcAft>
              <a:buNone/>
            </a:pPr>
            <a:r>
              <a:rPr b="1" i="0" lang="en-US" sz="1050" u="none" cap="none" strike="noStrike">
                <a:solidFill>
                  <a:srgbClr val="C06A00"/>
                </a:solidFill>
                <a:latin typeface="DM Sans"/>
                <a:ea typeface="DM Sans"/>
                <a:cs typeface="DM Sans"/>
                <a:sym typeface="DM Sans"/>
              </a:rPr>
              <a:t>★  Sage Summers</a:t>
            </a:r>
            <a:endParaRPr/>
          </a:p>
          <a:p>
            <a:pPr indent="0" lvl="0" marL="0" marR="0" rtl="0" algn="l">
              <a:lnSpc>
                <a:spcPct val="100000"/>
              </a:lnSpc>
              <a:spcBef>
                <a:spcPts val="0"/>
              </a:spcBef>
              <a:spcAft>
                <a:spcPts val="0"/>
              </a:spcAft>
              <a:buNone/>
            </a:pPr>
            <a:r>
              <a:rPr b="0" i="0" lang="en-US" sz="900" u="none" cap="none" strike="noStrike">
                <a:solidFill>
                  <a:srgbClr val="555555"/>
                </a:solidFill>
                <a:latin typeface="DM Sans"/>
                <a:ea typeface="DM Sans"/>
                <a:cs typeface="DM Sans"/>
                <a:sym typeface="DM Sans"/>
              </a:rPr>
              <a:t>    PBRM Lead  ★ New</a:t>
            </a:r>
            <a:endParaRPr/>
          </a:p>
          <a:p>
            <a:pPr indent="0" lvl="0" marL="0" marR="0" rtl="0" algn="l">
              <a:lnSpc>
                <a:spcPct val="100000"/>
              </a:lnSpc>
              <a:spcBef>
                <a:spcPts val="0"/>
              </a:spcBef>
              <a:spcAft>
                <a:spcPts val="0"/>
              </a:spcAft>
              <a:buNone/>
            </a:pPr>
            <a:r>
              <a:rPr b="0" i="1" lang="en-US" sz="900" u="none" cap="none" strike="noStrike">
                <a:solidFill>
                  <a:srgbClr val="BBBBBB"/>
                </a:solidFill>
                <a:latin typeface="DM Sans"/>
                <a:ea typeface="DM Sans"/>
                <a:cs typeface="DM Sans"/>
                <a:sym typeface="DM Sans"/>
              </a:rPr>
              <a:t>PBRM</a:t>
            </a:r>
            <a:endParaRPr/>
          </a:p>
        </p:txBody>
      </p:sp>
      <p:sp>
        <p:nvSpPr>
          <p:cNvPr id="618" name="Google Shape;618;p8"/>
          <p:cNvSpPr/>
          <p:nvPr/>
        </p:nvSpPr>
        <p:spPr>
          <a:xfrm>
            <a:off x="7394447" y="3246120"/>
            <a:ext cx="2194560" cy="237744"/>
          </a:xfrm>
          <a:prstGeom prst="rect">
            <a:avLst/>
          </a:prstGeom>
          <a:solidFill>
            <a:srgbClr val="6B218A"/>
          </a:solidFill>
          <a:ln cap="flat" cmpd="sng" w="9525">
            <a:solidFill>
              <a:srgbClr val="6B218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45700" spcFirstLastPara="1" rIns="91425" wrap="square" tIns="4570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DM Sans"/>
                <a:ea typeface="DM Sans"/>
                <a:cs typeface="DM Sans"/>
                <a:sym typeface="DM Sans"/>
              </a:rPr>
              <a:t>MARKETING &amp; COMMS</a:t>
            </a:r>
            <a:endParaRPr/>
          </a:p>
        </p:txBody>
      </p:sp>
      <p:sp>
        <p:nvSpPr>
          <p:cNvPr id="619" name="Google Shape;619;p8"/>
          <p:cNvSpPr txBox="1"/>
          <p:nvPr/>
        </p:nvSpPr>
        <p:spPr>
          <a:xfrm>
            <a:off x="7467599" y="3520440"/>
            <a:ext cx="2048255" cy="3044951"/>
          </a:xfrm>
          <a:prstGeom prst="rect">
            <a:avLst/>
          </a:prstGeom>
          <a:noFill/>
          <a:ln>
            <a:noFill/>
          </a:ln>
        </p:spPr>
        <p:txBody>
          <a:bodyPr anchorCtr="0" anchor="t" bIns="45700" lIns="72000"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BBBBBB"/>
                </a:solidFill>
                <a:latin typeface="DM Sans"/>
                <a:ea typeface="DM Sans"/>
                <a:cs typeface="DM Sans"/>
                <a:sym typeface="DM Sans"/>
              </a:rPr>
              <a:t>Individual contributor — no direct reports</a:t>
            </a:r>
            <a:endParaRPr/>
          </a:p>
        </p:txBody>
      </p:sp>
      <p:sp>
        <p:nvSpPr>
          <p:cNvPr id="620" name="Google Shape;620;p8"/>
          <p:cNvSpPr/>
          <p:nvPr/>
        </p:nvSpPr>
        <p:spPr>
          <a:xfrm>
            <a:off x="9791699" y="3246120"/>
            <a:ext cx="2194560" cy="237744"/>
          </a:xfrm>
          <a:prstGeom prst="rect">
            <a:avLst/>
          </a:prstGeom>
          <a:solidFill>
            <a:srgbClr val="1A567A"/>
          </a:solidFill>
          <a:ln cap="flat" cmpd="sng" w="9525">
            <a:solidFill>
              <a:srgbClr val="1A567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45700" spcFirstLastPara="1" rIns="91425" wrap="square" tIns="4570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DM Sans"/>
                <a:ea typeface="DM Sans"/>
                <a:cs typeface="DM Sans"/>
                <a:sym typeface="DM Sans"/>
              </a:rPr>
              <a:t>CRM &amp; OPS</a:t>
            </a:r>
            <a:endParaRPr/>
          </a:p>
        </p:txBody>
      </p:sp>
      <p:sp>
        <p:nvSpPr>
          <p:cNvPr id="621" name="Google Shape;621;p8"/>
          <p:cNvSpPr txBox="1"/>
          <p:nvPr/>
        </p:nvSpPr>
        <p:spPr>
          <a:xfrm>
            <a:off x="9864851" y="3520440"/>
            <a:ext cx="2048255" cy="3044951"/>
          </a:xfrm>
          <a:prstGeom prst="rect">
            <a:avLst/>
          </a:prstGeom>
          <a:noFill/>
          <a:ln>
            <a:noFill/>
          </a:ln>
        </p:spPr>
        <p:txBody>
          <a:bodyPr anchorCtr="0" anchor="t" bIns="45700" lIns="72000"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BBBBBB"/>
                </a:solidFill>
                <a:latin typeface="DM Sans"/>
                <a:ea typeface="DM Sans"/>
                <a:cs typeface="DM Sans"/>
                <a:sym typeface="DM Sans"/>
              </a:rPr>
              <a:t>Individual contributor — no direct reports</a:t>
            </a:r>
            <a:endParaRPr/>
          </a:p>
        </p:txBody>
      </p:sp>
      <p:sp>
        <p:nvSpPr>
          <p:cNvPr id="622" name="Google Shape;622;p8"/>
          <p:cNvSpPr txBox="1"/>
          <p:nvPr/>
        </p:nvSpPr>
        <p:spPr>
          <a:xfrm>
            <a:off x="274320" y="6620256"/>
            <a:ext cx="11640312"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50" u="none" cap="none" strike="noStrike">
                <a:solidFill>
                  <a:srgbClr val="BBBBBB"/>
                </a:solidFill>
                <a:latin typeface="DM Sans"/>
                <a:ea typeface="DM Sans"/>
                <a:cs typeface="DM Sans"/>
                <a:sym typeface="DM Sans"/>
              </a:rPr>
              <a:t>★ = New hire starting 3/23/2026  ·  As of March 2026</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6" name="Shape 626"/>
        <p:cNvGrpSpPr/>
        <p:nvPr/>
      </p:nvGrpSpPr>
      <p:grpSpPr>
        <a:xfrm>
          <a:off x="0" y="0"/>
          <a:ext cx="0" cy="0"/>
          <a:chOff x="0" y="0"/>
          <a:chExt cx="0" cy="0"/>
        </a:xfrm>
      </p:grpSpPr>
      <p:sp>
        <p:nvSpPr>
          <p:cNvPr id="627" name="Google Shape;627;p9"/>
          <p:cNvSpPr txBox="1"/>
          <p:nvPr/>
        </p:nvSpPr>
        <p:spPr>
          <a:xfrm>
            <a:off x="274320" y="109728"/>
            <a:ext cx="11640312" cy="53035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200" u="none" cap="none" strike="noStrike">
                <a:solidFill>
                  <a:srgbClr val="441357"/>
                </a:solidFill>
                <a:latin typeface="DM Sans"/>
                <a:ea typeface="DM Sans"/>
                <a:cs typeface="DM Sans"/>
                <a:sym typeface="DM Sans"/>
              </a:rPr>
              <a:t>DISTRIBUTION TEAM — RETAIL CHANNEL</a:t>
            </a:r>
            <a:endParaRPr/>
          </a:p>
        </p:txBody>
      </p:sp>
      <p:sp>
        <p:nvSpPr>
          <p:cNvPr id="628" name="Google Shape;628;p9"/>
          <p:cNvSpPr/>
          <p:nvPr/>
        </p:nvSpPr>
        <p:spPr>
          <a:xfrm>
            <a:off x="3991356" y="777240"/>
            <a:ext cx="4206240" cy="749808"/>
          </a:xfrm>
          <a:prstGeom prst="rect">
            <a:avLst/>
          </a:prstGeom>
          <a:solidFill>
            <a:srgbClr val="441357"/>
          </a:solidFill>
          <a:ln cap="flat" cmpd="sng" w="9525">
            <a:solidFill>
              <a:srgbClr val="4413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DM Sans"/>
                <a:ea typeface="DM Sans"/>
                <a:cs typeface="DM Sans"/>
                <a:sym typeface="DM Sans"/>
              </a:rPr>
              <a:t>Roland (William) Massey</a:t>
            </a:r>
            <a:endParaRPr/>
          </a:p>
          <a:p>
            <a:pPr indent="0" lvl="0" marL="0" marR="0" rtl="0" algn="ctr">
              <a:lnSpc>
                <a:spcPct val="100000"/>
              </a:lnSpc>
              <a:spcBef>
                <a:spcPts val="0"/>
              </a:spcBef>
              <a:spcAft>
                <a:spcPts val="0"/>
              </a:spcAft>
              <a:buNone/>
            </a:pPr>
            <a:r>
              <a:rPr b="0" i="0" lang="en-US" sz="1000" u="none" cap="none" strike="noStrike">
                <a:solidFill>
                  <a:srgbClr val="FFFFFF"/>
                </a:solidFill>
                <a:latin typeface="DM Sans"/>
                <a:ea typeface="DM Sans"/>
                <a:cs typeface="DM Sans"/>
                <a:sym typeface="DM Sans"/>
              </a:rPr>
              <a:t>Retail Distribution Leader</a:t>
            </a:r>
            <a:endParaRPr/>
          </a:p>
        </p:txBody>
      </p:sp>
      <p:sp>
        <p:nvSpPr>
          <p:cNvPr id="629" name="Google Shape;629;p9"/>
          <p:cNvSpPr txBox="1"/>
          <p:nvPr/>
        </p:nvSpPr>
        <p:spPr>
          <a:xfrm>
            <a:off x="274320" y="1545336"/>
            <a:ext cx="11640312"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1" lang="en-US" sz="800" u="none" cap="none" strike="noStrike">
                <a:solidFill>
                  <a:srgbClr val="BBBBBB"/>
                </a:solidFill>
                <a:latin typeface="DM Sans"/>
                <a:ea typeface="DM Sans"/>
                <a:cs typeface="DM Sans"/>
                <a:sym typeface="DM Sans"/>
              </a:rPr>
              <a:t>reports to  Corbett (Cory) Arnette — Director, Growth &amp; Distribution Strategy</a:t>
            </a:r>
            <a:endParaRPr/>
          </a:p>
        </p:txBody>
      </p:sp>
      <p:sp>
        <p:nvSpPr>
          <p:cNvPr id="630" name="Google Shape;630;p9"/>
          <p:cNvSpPr/>
          <p:nvPr/>
        </p:nvSpPr>
        <p:spPr>
          <a:xfrm>
            <a:off x="173736" y="1938528"/>
            <a:ext cx="2229307" cy="731520"/>
          </a:xfrm>
          <a:prstGeom prst="rect">
            <a:avLst/>
          </a:prstGeom>
          <a:solidFill>
            <a:srgbClr val="1B4F8A"/>
          </a:solidFill>
          <a:ln cap="flat" cmpd="sng" w="9525">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36000">
            <a:no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DM Sans"/>
                <a:ea typeface="DM Sans"/>
                <a:cs typeface="DM Sans"/>
                <a:sym typeface="DM Sans"/>
              </a:rPr>
              <a:t>Derek Janssen</a:t>
            </a:r>
            <a:endParaRPr/>
          </a:p>
          <a:p>
            <a:pPr indent="0" lvl="0" marL="0" marR="0" rtl="0" algn="ctr">
              <a:lnSpc>
                <a:spcPct val="100000"/>
              </a:lnSpc>
              <a:spcBef>
                <a:spcPts val="0"/>
              </a:spcBef>
              <a:spcAft>
                <a:spcPts val="0"/>
              </a:spcAft>
              <a:buNone/>
            </a:pPr>
            <a:r>
              <a:rPr b="0" i="0" lang="en-US" sz="900" u="none" cap="none" strike="noStrike">
                <a:solidFill>
                  <a:srgbClr val="BBCCEE"/>
                </a:solidFill>
                <a:latin typeface="DM Sans"/>
                <a:ea typeface="DM Sans"/>
                <a:cs typeface="DM Sans"/>
                <a:sym typeface="DM Sans"/>
              </a:rPr>
              <a:t>Sr. BDM / Deputy Retail Leader</a:t>
            </a:r>
            <a:endParaRPr/>
          </a:p>
        </p:txBody>
      </p:sp>
      <p:sp>
        <p:nvSpPr>
          <p:cNvPr id="631" name="Google Shape;631;p9"/>
          <p:cNvSpPr/>
          <p:nvPr/>
        </p:nvSpPr>
        <p:spPr>
          <a:xfrm>
            <a:off x="173736" y="2670048"/>
            <a:ext cx="2229307" cy="2194560"/>
          </a:xfrm>
          <a:prstGeom prst="rect">
            <a:avLst/>
          </a:prstGeom>
          <a:solidFill>
            <a:srgbClr val="F0F4F8"/>
          </a:solidFill>
          <a:ln cap="flat" cmpd="sng" w="12700">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72000">
            <a:noAutofit/>
          </a:bodyPr>
          <a:lstStyle/>
          <a:p>
            <a:pPr indent="0" lvl="0" marL="0" marR="0" rtl="0" algn="ctr">
              <a:lnSpc>
                <a:spcPct val="100000"/>
              </a:lnSpc>
              <a:spcBef>
                <a:spcPts val="0"/>
              </a:spcBef>
              <a:spcAft>
                <a:spcPts val="0"/>
              </a:spcAft>
              <a:buNone/>
            </a:pPr>
            <a:r>
              <a:rPr b="1" i="0" lang="en-US" sz="800" u="none" cap="none" strike="noStrike">
                <a:solidFill>
                  <a:srgbClr val="555555"/>
                </a:solidFill>
                <a:latin typeface="DM Sans"/>
                <a:ea typeface="DM Sans"/>
                <a:cs typeface="DM Sans"/>
                <a:sym typeface="DM Sans"/>
              </a:rPr>
              <a:t>BDA TEAM</a:t>
            </a:r>
            <a:endParaRPr/>
          </a:p>
          <a:p>
            <a:pPr indent="0" lvl="0" marL="0" marR="0" rtl="0" algn="ctr">
              <a:lnSpc>
                <a:spcPct val="100000"/>
              </a:lnSpc>
              <a:spcBef>
                <a:spcPts val="0"/>
              </a:spcBef>
              <a:spcAft>
                <a:spcPts val="0"/>
              </a:spcAft>
              <a:buNone/>
            </a:pPr>
            <a:r>
              <a:rPr b="0" i="0" lang="en-US" sz="1050" u="none" cap="none" strike="noStrike">
                <a:solidFill>
                  <a:srgbClr val="1A1A1A"/>
                </a:solidFill>
                <a:latin typeface="DM Sans"/>
                <a:ea typeface="DM Sans"/>
                <a:cs typeface="DM Sans"/>
                <a:sym typeface="DM Sans"/>
              </a:rPr>
              <a:t>· Cameron Brader</a:t>
            </a:r>
            <a:endParaRPr/>
          </a:p>
          <a:p>
            <a:pPr indent="0" lvl="0" marL="0" marR="0" rtl="0" algn="ctr">
              <a:lnSpc>
                <a:spcPct val="100000"/>
              </a:lnSpc>
              <a:spcBef>
                <a:spcPts val="0"/>
              </a:spcBef>
              <a:spcAft>
                <a:spcPts val="0"/>
              </a:spcAft>
              <a:buNone/>
            </a:pPr>
            <a:r>
              <a:rPr b="0" i="0" lang="en-US" sz="1050" u="none" cap="none" strike="noStrike">
                <a:solidFill>
                  <a:srgbClr val="1A1A1A"/>
                </a:solidFill>
                <a:latin typeface="DM Sans"/>
                <a:ea typeface="DM Sans"/>
                <a:cs typeface="DM Sans"/>
                <a:sym typeface="DM Sans"/>
              </a:rPr>
              <a:t>· Latoya Madlock</a:t>
            </a:r>
            <a:endParaRPr/>
          </a:p>
          <a:p>
            <a:pPr indent="0" lvl="0" marL="0" marR="0" rtl="0" algn="ctr">
              <a:lnSpc>
                <a:spcPct val="100000"/>
              </a:lnSpc>
              <a:spcBef>
                <a:spcPts val="0"/>
              </a:spcBef>
              <a:spcAft>
                <a:spcPts val="0"/>
              </a:spcAft>
              <a:buNone/>
            </a:pPr>
            <a:r>
              <a:rPr b="1" i="0" lang="en-US" sz="1050" u="none" cap="none" strike="noStrike">
                <a:solidFill>
                  <a:srgbClr val="C06A00"/>
                </a:solidFill>
                <a:latin typeface="DM Sans"/>
                <a:ea typeface="DM Sans"/>
                <a:cs typeface="DM Sans"/>
                <a:sym typeface="DM Sans"/>
              </a:rPr>
              <a:t>★ Taylor Sloan</a:t>
            </a:r>
            <a:endParaRPr/>
          </a:p>
        </p:txBody>
      </p:sp>
      <p:sp>
        <p:nvSpPr>
          <p:cNvPr id="632" name="Google Shape;632;p9"/>
          <p:cNvSpPr/>
          <p:nvPr/>
        </p:nvSpPr>
        <p:spPr>
          <a:xfrm>
            <a:off x="2576779" y="1938528"/>
            <a:ext cx="2229307" cy="731520"/>
          </a:xfrm>
          <a:prstGeom prst="rect">
            <a:avLst/>
          </a:prstGeom>
          <a:solidFill>
            <a:srgbClr val="1B4F8A"/>
          </a:solidFill>
          <a:ln cap="flat" cmpd="sng" w="9525">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36000">
            <a:no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DM Sans"/>
                <a:ea typeface="DM Sans"/>
                <a:cs typeface="DM Sans"/>
                <a:sym typeface="DM Sans"/>
              </a:rPr>
              <a:t>Christopher Hayes</a:t>
            </a:r>
            <a:endParaRPr/>
          </a:p>
          <a:p>
            <a:pPr indent="0" lvl="0" marL="0" marR="0" rtl="0" algn="ctr">
              <a:lnSpc>
                <a:spcPct val="100000"/>
              </a:lnSpc>
              <a:spcBef>
                <a:spcPts val="0"/>
              </a:spcBef>
              <a:spcAft>
                <a:spcPts val="0"/>
              </a:spcAft>
              <a:buNone/>
            </a:pPr>
            <a:r>
              <a:rPr b="0" i="0" lang="en-US" sz="900" u="none" cap="none" strike="noStrike">
                <a:solidFill>
                  <a:srgbClr val="BBCCEE"/>
                </a:solidFill>
                <a:latin typeface="DM Sans"/>
                <a:ea typeface="DM Sans"/>
                <a:cs typeface="DM Sans"/>
                <a:sym typeface="DM Sans"/>
              </a:rPr>
              <a:t>Senior Business Dev. Manager</a:t>
            </a:r>
            <a:endParaRPr/>
          </a:p>
        </p:txBody>
      </p:sp>
      <p:sp>
        <p:nvSpPr>
          <p:cNvPr id="633" name="Google Shape;633;p9"/>
          <p:cNvSpPr/>
          <p:nvPr/>
        </p:nvSpPr>
        <p:spPr>
          <a:xfrm>
            <a:off x="2576779" y="2670048"/>
            <a:ext cx="2229307" cy="2194560"/>
          </a:xfrm>
          <a:prstGeom prst="rect">
            <a:avLst/>
          </a:prstGeom>
          <a:solidFill>
            <a:srgbClr val="F0F4F8"/>
          </a:solidFill>
          <a:ln cap="flat" cmpd="sng" w="12700">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72000">
            <a:noAutofit/>
          </a:bodyPr>
          <a:lstStyle/>
          <a:p>
            <a:pPr indent="0" lvl="0" marL="0" marR="0" rtl="0" algn="ctr">
              <a:lnSpc>
                <a:spcPct val="100000"/>
              </a:lnSpc>
              <a:spcBef>
                <a:spcPts val="0"/>
              </a:spcBef>
              <a:spcAft>
                <a:spcPts val="0"/>
              </a:spcAft>
              <a:buNone/>
            </a:pPr>
            <a:r>
              <a:rPr b="1" i="0" lang="en-US" sz="800" u="none" cap="none" strike="noStrike">
                <a:solidFill>
                  <a:srgbClr val="555555"/>
                </a:solidFill>
                <a:latin typeface="DM Sans"/>
                <a:ea typeface="DM Sans"/>
                <a:cs typeface="DM Sans"/>
                <a:sym typeface="DM Sans"/>
              </a:rPr>
              <a:t>BDA TEAM</a:t>
            </a:r>
            <a:endParaRPr/>
          </a:p>
          <a:p>
            <a:pPr indent="0" lvl="0" marL="0" marR="0" rtl="0" algn="ctr">
              <a:lnSpc>
                <a:spcPct val="100000"/>
              </a:lnSpc>
              <a:spcBef>
                <a:spcPts val="0"/>
              </a:spcBef>
              <a:spcAft>
                <a:spcPts val="0"/>
              </a:spcAft>
              <a:buNone/>
            </a:pPr>
            <a:r>
              <a:rPr b="1" i="0" lang="en-US" sz="1050" u="none" cap="none" strike="noStrike">
                <a:solidFill>
                  <a:srgbClr val="C06A00"/>
                </a:solidFill>
                <a:latin typeface="DM Sans"/>
                <a:ea typeface="DM Sans"/>
                <a:cs typeface="DM Sans"/>
                <a:sym typeface="DM Sans"/>
              </a:rPr>
              <a:t>★ Erika Cabrera</a:t>
            </a:r>
            <a:endParaRPr/>
          </a:p>
          <a:p>
            <a:pPr indent="0" lvl="0" marL="0" marR="0" rtl="0" algn="ctr">
              <a:lnSpc>
                <a:spcPct val="100000"/>
              </a:lnSpc>
              <a:spcBef>
                <a:spcPts val="0"/>
              </a:spcBef>
              <a:spcAft>
                <a:spcPts val="0"/>
              </a:spcAft>
              <a:buNone/>
            </a:pPr>
            <a:r>
              <a:rPr b="1" i="0" lang="en-US" sz="1050" u="none" cap="none" strike="noStrike">
                <a:solidFill>
                  <a:srgbClr val="C06A00"/>
                </a:solidFill>
                <a:latin typeface="DM Sans"/>
                <a:ea typeface="DM Sans"/>
                <a:cs typeface="DM Sans"/>
                <a:sym typeface="DM Sans"/>
              </a:rPr>
              <a:t>★ Portia Lewis</a:t>
            </a:r>
            <a:endParaRPr/>
          </a:p>
        </p:txBody>
      </p:sp>
      <p:sp>
        <p:nvSpPr>
          <p:cNvPr id="634" name="Google Shape;634;p9"/>
          <p:cNvSpPr/>
          <p:nvPr/>
        </p:nvSpPr>
        <p:spPr>
          <a:xfrm>
            <a:off x="4979822" y="1938528"/>
            <a:ext cx="2229307" cy="731520"/>
          </a:xfrm>
          <a:prstGeom prst="rect">
            <a:avLst/>
          </a:prstGeom>
          <a:solidFill>
            <a:srgbClr val="1B4F8A"/>
          </a:solidFill>
          <a:ln cap="flat" cmpd="sng" w="9525">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36000">
            <a:no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DM Sans"/>
                <a:ea typeface="DM Sans"/>
                <a:cs typeface="DM Sans"/>
                <a:sym typeface="DM Sans"/>
              </a:rPr>
              <a:t>Ronald Douglas II</a:t>
            </a:r>
            <a:endParaRPr/>
          </a:p>
          <a:p>
            <a:pPr indent="0" lvl="0" marL="0" marR="0" rtl="0" algn="ctr">
              <a:lnSpc>
                <a:spcPct val="100000"/>
              </a:lnSpc>
              <a:spcBef>
                <a:spcPts val="0"/>
              </a:spcBef>
              <a:spcAft>
                <a:spcPts val="0"/>
              </a:spcAft>
              <a:buNone/>
            </a:pPr>
            <a:r>
              <a:rPr b="0" i="0" lang="en-US" sz="900" u="none" cap="none" strike="noStrike">
                <a:solidFill>
                  <a:srgbClr val="BBCCEE"/>
                </a:solidFill>
                <a:latin typeface="DM Sans"/>
                <a:ea typeface="DM Sans"/>
                <a:cs typeface="DM Sans"/>
                <a:sym typeface="DM Sans"/>
              </a:rPr>
              <a:t>BDM — Eastern Region</a:t>
            </a:r>
            <a:endParaRPr/>
          </a:p>
        </p:txBody>
      </p:sp>
      <p:sp>
        <p:nvSpPr>
          <p:cNvPr id="635" name="Google Shape;635;p9"/>
          <p:cNvSpPr/>
          <p:nvPr/>
        </p:nvSpPr>
        <p:spPr>
          <a:xfrm>
            <a:off x="4979822" y="2670048"/>
            <a:ext cx="2229307" cy="2194560"/>
          </a:xfrm>
          <a:prstGeom prst="rect">
            <a:avLst/>
          </a:prstGeom>
          <a:solidFill>
            <a:srgbClr val="F0F4F8"/>
          </a:solidFill>
          <a:ln cap="flat" cmpd="sng" w="12700">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72000">
            <a:noAutofit/>
          </a:bodyPr>
          <a:lstStyle/>
          <a:p>
            <a:pPr indent="0" lvl="0" marL="0" marR="0" rtl="0" algn="ctr">
              <a:lnSpc>
                <a:spcPct val="100000"/>
              </a:lnSpc>
              <a:spcBef>
                <a:spcPts val="0"/>
              </a:spcBef>
              <a:spcAft>
                <a:spcPts val="0"/>
              </a:spcAft>
              <a:buNone/>
            </a:pPr>
            <a:r>
              <a:rPr b="0" i="1" lang="en-US" sz="900" u="none" cap="none" strike="noStrike">
                <a:solidFill>
                  <a:srgbClr val="BBBBBB"/>
                </a:solidFill>
                <a:latin typeface="DM Sans"/>
                <a:ea typeface="DM Sans"/>
                <a:cs typeface="DM Sans"/>
                <a:sym typeface="DM Sans"/>
              </a:rPr>
              <a:t>No BDA assigned</a:t>
            </a:r>
            <a:endParaRPr/>
          </a:p>
        </p:txBody>
      </p:sp>
      <p:sp>
        <p:nvSpPr>
          <p:cNvPr id="636" name="Google Shape;636;p9"/>
          <p:cNvSpPr/>
          <p:nvPr/>
        </p:nvSpPr>
        <p:spPr>
          <a:xfrm>
            <a:off x="7382865" y="1938528"/>
            <a:ext cx="2229307" cy="731520"/>
          </a:xfrm>
          <a:prstGeom prst="rect">
            <a:avLst/>
          </a:prstGeom>
          <a:solidFill>
            <a:srgbClr val="1B4F8A"/>
          </a:solidFill>
          <a:ln cap="flat" cmpd="sng" w="9525">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36000">
            <a:no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DM Sans"/>
                <a:ea typeface="DM Sans"/>
                <a:cs typeface="DM Sans"/>
                <a:sym typeface="DM Sans"/>
              </a:rPr>
              <a:t>Christina Moldenhauer</a:t>
            </a:r>
            <a:endParaRPr/>
          </a:p>
          <a:p>
            <a:pPr indent="0" lvl="0" marL="0" marR="0" rtl="0" algn="ctr">
              <a:lnSpc>
                <a:spcPct val="100000"/>
              </a:lnSpc>
              <a:spcBef>
                <a:spcPts val="0"/>
              </a:spcBef>
              <a:spcAft>
                <a:spcPts val="0"/>
              </a:spcAft>
              <a:buNone/>
            </a:pPr>
            <a:r>
              <a:rPr b="0" i="0" lang="en-US" sz="900" u="none" cap="none" strike="noStrike">
                <a:solidFill>
                  <a:srgbClr val="BBCCEE"/>
                </a:solidFill>
                <a:latin typeface="DM Sans"/>
                <a:ea typeface="DM Sans"/>
                <a:cs typeface="DM Sans"/>
                <a:sym typeface="DM Sans"/>
              </a:rPr>
              <a:t>BDM — Midwest</a:t>
            </a:r>
            <a:endParaRPr/>
          </a:p>
        </p:txBody>
      </p:sp>
      <p:sp>
        <p:nvSpPr>
          <p:cNvPr id="637" name="Google Shape;637;p9"/>
          <p:cNvSpPr/>
          <p:nvPr/>
        </p:nvSpPr>
        <p:spPr>
          <a:xfrm>
            <a:off x="7382865" y="2670048"/>
            <a:ext cx="2229307" cy="2194560"/>
          </a:xfrm>
          <a:prstGeom prst="rect">
            <a:avLst/>
          </a:prstGeom>
          <a:solidFill>
            <a:srgbClr val="F0F4F8"/>
          </a:solidFill>
          <a:ln cap="flat" cmpd="sng" w="12700">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72000">
            <a:noAutofit/>
          </a:bodyPr>
          <a:lstStyle/>
          <a:p>
            <a:pPr indent="0" lvl="0" marL="0" marR="0" rtl="0" algn="ctr">
              <a:lnSpc>
                <a:spcPct val="100000"/>
              </a:lnSpc>
              <a:spcBef>
                <a:spcPts val="0"/>
              </a:spcBef>
              <a:spcAft>
                <a:spcPts val="0"/>
              </a:spcAft>
              <a:buNone/>
            </a:pPr>
            <a:r>
              <a:rPr b="0" i="1" lang="en-US" sz="900" u="none" cap="none" strike="noStrike">
                <a:solidFill>
                  <a:srgbClr val="BBBBBB"/>
                </a:solidFill>
                <a:latin typeface="DM Sans"/>
                <a:ea typeface="DM Sans"/>
                <a:cs typeface="DM Sans"/>
                <a:sym typeface="DM Sans"/>
              </a:rPr>
              <a:t>No BDA assigned</a:t>
            </a:r>
            <a:endParaRPr/>
          </a:p>
        </p:txBody>
      </p:sp>
      <p:sp>
        <p:nvSpPr>
          <p:cNvPr id="638" name="Google Shape;638;p9"/>
          <p:cNvSpPr/>
          <p:nvPr/>
        </p:nvSpPr>
        <p:spPr>
          <a:xfrm>
            <a:off x="9785908" y="1938528"/>
            <a:ext cx="2229307" cy="731520"/>
          </a:xfrm>
          <a:prstGeom prst="rect">
            <a:avLst/>
          </a:prstGeom>
          <a:solidFill>
            <a:srgbClr val="1B4F8A"/>
          </a:solidFill>
          <a:ln cap="flat" cmpd="sng" w="9525">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36000">
            <a:no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DM Sans"/>
                <a:ea typeface="DM Sans"/>
                <a:cs typeface="DM Sans"/>
                <a:sym typeface="DM Sans"/>
              </a:rPr>
              <a:t>Derrick LeRoy</a:t>
            </a:r>
            <a:endParaRPr/>
          </a:p>
          <a:p>
            <a:pPr indent="0" lvl="0" marL="0" marR="0" rtl="0" algn="ctr">
              <a:lnSpc>
                <a:spcPct val="100000"/>
              </a:lnSpc>
              <a:spcBef>
                <a:spcPts val="0"/>
              </a:spcBef>
              <a:spcAft>
                <a:spcPts val="0"/>
              </a:spcAft>
              <a:buNone/>
            </a:pPr>
            <a:r>
              <a:rPr b="0" i="0" lang="en-US" sz="900" u="none" cap="none" strike="noStrike">
                <a:solidFill>
                  <a:srgbClr val="BBCCEE"/>
                </a:solidFill>
                <a:latin typeface="DM Sans"/>
                <a:ea typeface="DM Sans"/>
                <a:cs typeface="DM Sans"/>
                <a:sym typeface="DM Sans"/>
              </a:rPr>
              <a:t>BDM — Central Region</a:t>
            </a:r>
            <a:endParaRPr/>
          </a:p>
        </p:txBody>
      </p:sp>
      <p:sp>
        <p:nvSpPr>
          <p:cNvPr id="639" name="Google Shape;639;p9"/>
          <p:cNvSpPr/>
          <p:nvPr/>
        </p:nvSpPr>
        <p:spPr>
          <a:xfrm>
            <a:off x="9785908" y="2670048"/>
            <a:ext cx="2229307" cy="2194560"/>
          </a:xfrm>
          <a:prstGeom prst="rect">
            <a:avLst/>
          </a:prstGeom>
          <a:solidFill>
            <a:srgbClr val="F0F4F8"/>
          </a:solidFill>
          <a:ln cap="flat" cmpd="sng" w="12700">
            <a:solidFill>
              <a:srgbClr val="1B4F8A"/>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72000">
            <a:noAutofit/>
          </a:bodyPr>
          <a:lstStyle/>
          <a:p>
            <a:pPr indent="0" lvl="0" marL="0" marR="0" rtl="0" algn="ctr">
              <a:lnSpc>
                <a:spcPct val="100000"/>
              </a:lnSpc>
              <a:spcBef>
                <a:spcPts val="0"/>
              </a:spcBef>
              <a:spcAft>
                <a:spcPts val="0"/>
              </a:spcAft>
              <a:buNone/>
            </a:pPr>
            <a:r>
              <a:rPr b="0" i="1" lang="en-US" sz="900" u="none" cap="none" strike="noStrike">
                <a:solidFill>
                  <a:srgbClr val="BBBBBB"/>
                </a:solidFill>
                <a:latin typeface="DM Sans"/>
                <a:ea typeface="DM Sans"/>
                <a:cs typeface="DM Sans"/>
                <a:sym typeface="DM Sans"/>
              </a:rPr>
              <a:t>No BDA assigned</a:t>
            </a:r>
            <a:endParaRPr/>
          </a:p>
        </p:txBody>
      </p:sp>
      <p:cxnSp>
        <p:nvCxnSpPr>
          <p:cNvPr id="640" name="Google Shape;640;p9"/>
          <p:cNvCxnSpPr/>
          <p:nvPr/>
        </p:nvCxnSpPr>
        <p:spPr>
          <a:xfrm>
            <a:off x="6094476" y="1764792"/>
            <a:ext cx="0" cy="86868"/>
          </a:xfrm>
          <a:prstGeom prst="straightConnector1">
            <a:avLst/>
          </a:prstGeom>
          <a:noFill/>
          <a:ln cap="flat" cmpd="sng" w="19050">
            <a:solidFill>
              <a:srgbClr val="88AACC"/>
            </a:solidFill>
            <a:prstDash val="solid"/>
            <a:round/>
            <a:headEnd len="sm" w="sm" type="none"/>
            <a:tailEnd len="sm" w="sm" type="none"/>
          </a:ln>
        </p:spPr>
      </p:cxnSp>
      <p:cxnSp>
        <p:nvCxnSpPr>
          <p:cNvPr id="641" name="Google Shape;641;p9"/>
          <p:cNvCxnSpPr/>
          <p:nvPr/>
        </p:nvCxnSpPr>
        <p:spPr>
          <a:xfrm>
            <a:off x="1288389" y="1851660"/>
            <a:ext cx="9612173" cy="0"/>
          </a:xfrm>
          <a:prstGeom prst="straightConnector1">
            <a:avLst/>
          </a:prstGeom>
          <a:noFill/>
          <a:ln cap="flat" cmpd="sng" w="19050">
            <a:solidFill>
              <a:srgbClr val="88AACC"/>
            </a:solidFill>
            <a:prstDash val="solid"/>
            <a:round/>
            <a:headEnd len="sm" w="sm" type="none"/>
            <a:tailEnd len="sm" w="sm" type="none"/>
          </a:ln>
        </p:spPr>
      </p:cxnSp>
      <p:cxnSp>
        <p:nvCxnSpPr>
          <p:cNvPr id="642" name="Google Shape;642;p9"/>
          <p:cNvCxnSpPr/>
          <p:nvPr/>
        </p:nvCxnSpPr>
        <p:spPr>
          <a:xfrm>
            <a:off x="1288389" y="1851660"/>
            <a:ext cx="0" cy="86868"/>
          </a:xfrm>
          <a:prstGeom prst="straightConnector1">
            <a:avLst/>
          </a:prstGeom>
          <a:noFill/>
          <a:ln cap="flat" cmpd="sng" w="19050">
            <a:solidFill>
              <a:srgbClr val="88AACC"/>
            </a:solidFill>
            <a:prstDash val="solid"/>
            <a:round/>
            <a:headEnd len="sm" w="sm" type="none"/>
            <a:tailEnd len="sm" w="sm" type="none"/>
          </a:ln>
        </p:spPr>
      </p:cxnSp>
      <p:cxnSp>
        <p:nvCxnSpPr>
          <p:cNvPr id="643" name="Google Shape;643;p9"/>
          <p:cNvCxnSpPr/>
          <p:nvPr/>
        </p:nvCxnSpPr>
        <p:spPr>
          <a:xfrm>
            <a:off x="3691432" y="1851660"/>
            <a:ext cx="0" cy="86868"/>
          </a:xfrm>
          <a:prstGeom prst="straightConnector1">
            <a:avLst/>
          </a:prstGeom>
          <a:noFill/>
          <a:ln cap="flat" cmpd="sng" w="19050">
            <a:solidFill>
              <a:srgbClr val="88AACC"/>
            </a:solidFill>
            <a:prstDash val="solid"/>
            <a:round/>
            <a:headEnd len="sm" w="sm" type="none"/>
            <a:tailEnd len="sm" w="sm" type="none"/>
          </a:ln>
        </p:spPr>
      </p:cxnSp>
      <p:cxnSp>
        <p:nvCxnSpPr>
          <p:cNvPr id="644" name="Google Shape;644;p9"/>
          <p:cNvCxnSpPr/>
          <p:nvPr/>
        </p:nvCxnSpPr>
        <p:spPr>
          <a:xfrm>
            <a:off x="6094475" y="1851660"/>
            <a:ext cx="0" cy="86868"/>
          </a:xfrm>
          <a:prstGeom prst="straightConnector1">
            <a:avLst/>
          </a:prstGeom>
          <a:noFill/>
          <a:ln cap="flat" cmpd="sng" w="19050">
            <a:solidFill>
              <a:srgbClr val="88AACC"/>
            </a:solidFill>
            <a:prstDash val="solid"/>
            <a:round/>
            <a:headEnd len="sm" w="sm" type="none"/>
            <a:tailEnd len="sm" w="sm" type="none"/>
          </a:ln>
        </p:spPr>
      </p:cxnSp>
      <p:cxnSp>
        <p:nvCxnSpPr>
          <p:cNvPr id="645" name="Google Shape;645;p9"/>
          <p:cNvCxnSpPr/>
          <p:nvPr/>
        </p:nvCxnSpPr>
        <p:spPr>
          <a:xfrm>
            <a:off x="8497519" y="1851660"/>
            <a:ext cx="0" cy="86868"/>
          </a:xfrm>
          <a:prstGeom prst="straightConnector1">
            <a:avLst/>
          </a:prstGeom>
          <a:noFill/>
          <a:ln cap="flat" cmpd="sng" w="19050">
            <a:solidFill>
              <a:srgbClr val="88AACC"/>
            </a:solidFill>
            <a:prstDash val="solid"/>
            <a:round/>
            <a:headEnd len="sm" w="sm" type="none"/>
            <a:tailEnd len="sm" w="sm" type="none"/>
          </a:ln>
        </p:spPr>
      </p:cxnSp>
      <p:cxnSp>
        <p:nvCxnSpPr>
          <p:cNvPr id="646" name="Google Shape;646;p9"/>
          <p:cNvCxnSpPr/>
          <p:nvPr/>
        </p:nvCxnSpPr>
        <p:spPr>
          <a:xfrm>
            <a:off x="10900562" y="1851660"/>
            <a:ext cx="0" cy="86868"/>
          </a:xfrm>
          <a:prstGeom prst="straightConnector1">
            <a:avLst/>
          </a:prstGeom>
          <a:noFill/>
          <a:ln cap="flat" cmpd="sng" w="19050">
            <a:solidFill>
              <a:srgbClr val="88AACC"/>
            </a:solidFill>
            <a:prstDash val="solid"/>
            <a:round/>
            <a:headEnd len="sm" w="sm" type="none"/>
            <a:tailEnd len="sm" w="sm" type="none"/>
          </a:ln>
        </p:spPr>
      </p:cxnSp>
      <p:sp>
        <p:nvSpPr>
          <p:cNvPr id="647" name="Google Shape;647;p9"/>
          <p:cNvSpPr/>
          <p:nvPr/>
        </p:nvSpPr>
        <p:spPr>
          <a:xfrm>
            <a:off x="173736" y="5047488"/>
            <a:ext cx="5897880" cy="274320"/>
          </a:xfrm>
          <a:prstGeom prst="rect">
            <a:avLst/>
          </a:prstGeom>
          <a:solidFill>
            <a:srgbClr val="0F7E6D"/>
          </a:solidFill>
          <a:ln cap="flat" cmpd="sng" w="9525">
            <a:solidFill>
              <a:srgbClr val="0F7E6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45700" spcFirstLastPara="1" rIns="91425" wrap="square" tIns="45700">
            <a:noAutofit/>
          </a:bodyPr>
          <a:lstStyle/>
          <a:p>
            <a:pPr indent="0" lvl="0" marL="0" marR="0" rtl="0" algn="ctr">
              <a:lnSpc>
                <a:spcPct val="100000"/>
              </a:lnSpc>
              <a:spcBef>
                <a:spcPts val="0"/>
              </a:spcBef>
              <a:spcAft>
                <a:spcPts val="0"/>
              </a:spcAft>
              <a:buNone/>
            </a:pPr>
            <a:r>
              <a:rPr b="1" i="0" lang="en-US" sz="850" u="none" cap="none" strike="noStrike">
                <a:solidFill>
                  <a:srgbClr val="FFFFFF"/>
                </a:solidFill>
                <a:latin typeface="DM Sans"/>
                <a:ea typeface="DM Sans"/>
                <a:cs typeface="DM Sans"/>
                <a:sym typeface="DM Sans"/>
              </a:rPr>
              <a:t>NETWORKS CHANNEL  —  James Reid, Networks Distribution Leader</a:t>
            </a:r>
            <a:endParaRPr/>
          </a:p>
        </p:txBody>
      </p:sp>
      <p:sp>
        <p:nvSpPr>
          <p:cNvPr id="648" name="Google Shape;648;p9"/>
          <p:cNvSpPr/>
          <p:nvPr/>
        </p:nvSpPr>
        <p:spPr>
          <a:xfrm>
            <a:off x="173736" y="5321808"/>
            <a:ext cx="5897880" cy="1243583"/>
          </a:xfrm>
          <a:prstGeom prst="rect">
            <a:avLst/>
          </a:prstGeom>
          <a:solidFill>
            <a:srgbClr val="F0F4F8"/>
          </a:solidFill>
          <a:ln cap="flat" cmpd="sng" w="12700">
            <a:solidFill>
              <a:srgbClr val="0F7E6D"/>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60000">
            <a:noAutofit/>
          </a:bodyPr>
          <a:lstStyle/>
          <a:p>
            <a:pPr indent="0" lvl="0" marL="0" marR="0" rtl="0" algn="l">
              <a:lnSpc>
                <a:spcPct val="100000"/>
              </a:lnSpc>
              <a:spcBef>
                <a:spcPts val="0"/>
              </a:spcBef>
              <a:spcAft>
                <a:spcPts val="0"/>
              </a:spcAft>
              <a:buNone/>
            </a:pPr>
            <a:r>
              <a:rPr b="1" i="0" lang="en-US" sz="1050" u="none" cap="none" strike="noStrike">
                <a:solidFill>
                  <a:srgbClr val="1A1A1A"/>
                </a:solidFill>
                <a:latin typeface="DM Sans"/>
                <a:ea typeface="DM Sans"/>
                <a:cs typeface="DM Sans"/>
                <a:sym typeface="DM Sans"/>
              </a:rPr>
              <a:t>·  Antonio Reyes</a:t>
            </a:r>
            <a:r>
              <a:rPr b="0" i="0" lang="en-US" sz="950" u="none" cap="none" strike="noStrike">
                <a:solidFill>
                  <a:srgbClr val="555555"/>
                </a:solidFill>
                <a:latin typeface="DM Sans"/>
                <a:ea typeface="DM Sans"/>
                <a:cs typeface="DM Sans"/>
                <a:sym typeface="DM Sans"/>
              </a:rPr>
              <a:t>  —  BDM, Networks / Aggregators</a:t>
            </a:r>
            <a:endParaRPr/>
          </a:p>
          <a:p>
            <a:pPr indent="0" lvl="0" marL="0" marR="0" rtl="0" algn="l">
              <a:lnSpc>
                <a:spcPct val="100000"/>
              </a:lnSpc>
              <a:spcBef>
                <a:spcPts val="0"/>
              </a:spcBef>
              <a:spcAft>
                <a:spcPts val="0"/>
              </a:spcAft>
              <a:buNone/>
            </a:pPr>
            <a:r>
              <a:rPr b="1" i="0" lang="en-US" sz="1050" u="none" cap="none" strike="noStrike">
                <a:solidFill>
                  <a:srgbClr val="C06A00"/>
                </a:solidFill>
                <a:latin typeface="DM Sans"/>
                <a:ea typeface="DM Sans"/>
                <a:cs typeface="DM Sans"/>
                <a:sym typeface="DM Sans"/>
              </a:rPr>
              <a:t>★  Oreno Lantveld</a:t>
            </a:r>
            <a:r>
              <a:rPr b="0" i="0" lang="en-US" sz="950" u="none" cap="none" strike="noStrike">
                <a:solidFill>
                  <a:srgbClr val="555555"/>
                </a:solidFill>
                <a:latin typeface="DM Sans"/>
                <a:ea typeface="DM Sans"/>
                <a:cs typeface="DM Sans"/>
                <a:sym typeface="DM Sans"/>
              </a:rPr>
              <a:t>  —  BDA, Networks</a:t>
            </a:r>
            <a:endParaRPr/>
          </a:p>
          <a:p>
            <a:pPr indent="0" lvl="0" marL="0" marR="0" rtl="0" algn="l">
              <a:lnSpc>
                <a:spcPct val="100000"/>
              </a:lnSpc>
              <a:spcBef>
                <a:spcPts val="0"/>
              </a:spcBef>
              <a:spcAft>
                <a:spcPts val="0"/>
              </a:spcAft>
              <a:buNone/>
            </a:pPr>
            <a:r>
              <a:rPr b="0" i="1" lang="en-US" sz="1000" u="none" cap="none" strike="noStrike">
                <a:solidFill>
                  <a:srgbClr val="BBBBBB"/>
                </a:solidFill>
                <a:latin typeface="DM Sans"/>
                <a:ea typeface="DM Sans"/>
                <a:cs typeface="DM Sans"/>
                <a:sym typeface="DM Sans"/>
              </a:rPr>
              <a:t>○  Networks BDA  —  (Open)</a:t>
            </a:r>
            <a:endParaRPr/>
          </a:p>
        </p:txBody>
      </p:sp>
      <p:sp>
        <p:nvSpPr>
          <p:cNvPr id="649" name="Google Shape;649;p9"/>
          <p:cNvSpPr/>
          <p:nvPr/>
        </p:nvSpPr>
        <p:spPr>
          <a:xfrm>
            <a:off x="6245352" y="5047488"/>
            <a:ext cx="5769863" cy="274320"/>
          </a:xfrm>
          <a:prstGeom prst="rect">
            <a:avLst/>
          </a:prstGeom>
          <a:solidFill>
            <a:srgbClr val="0D2137"/>
          </a:solidFill>
          <a:ln cap="flat" cmpd="sng" w="9525">
            <a:solidFill>
              <a:srgbClr val="0D213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45700" spcFirstLastPara="1" rIns="91425" wrap="square" tIns="45700">
            <a:noAutofit/>
          </a:bodyPr>
          <a:lstStyle/>
          <a:p>
            <a:pPr indent="0" lvl="0" marL="0" marR="0" rtl="0" algn="ctr">
              <a:lnSpc>
                <a:spcPct val="100000"/>
              </a:lnSpc>
              <a:spcBef>
                <a:spcPts val="0"/>
              </a:spcBef>
              <a:spcAft>
                <a:spcPts val="0"/>
              </a:spcAft>
              <a:buNone/>
            </a:pPr>
            <a:r>
              <a:rPr b="1" i="0" lang="en-US" sz="850" u="none" cap="none" strike="noStrike">
                <a:solidFill>
                  <a:srgbClr val="FFFFFF"/>
                </a:solidFill>
                <a:latin typeface="DM Sans"/>
                <a:ea typeface="DM Sans"/>
                <a:cs typeface="DM Sans"/>
                <a:sym typeface="DM Sans"/>
              </a:rPr>
              <a:t>NATIONAL PARTNERS  ·  FLEET SALES — Kevin McKernan</a:t>
            </a:r>
            <a:endParaRPr/>
          </a:p>
        </p:txBody>
      </p:sp>
      <p:sp>
        <p:nvSpPr>
          <p:cNvPr id="650" name="Google Shape;650;p9"/>
          <p:cNvSpPr/>
          <p:nvPr/>
        </p:nvSpPr>
        <p:spPr>
          <a:xfrm>
            <a:off x="6245352" y="5321808"/>
            <a:ext cx="5769863" cy="1243583"/>
          </a:xfrm>
          <a:prstGeom prst="rect">
            <a:avLst/>
          </a:prstGeom>
          <a:solidFill>
            <a:srgbClr val="F0F4F8"/>
          </a:solidFill>
          <a:ln cap="flat" cmpd="sng" w="12700">
            <a:solidFill>
              <a:srgbClr val="0D2137"/>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60000">
            <a:noAutofit/>
          </a:bodyPr>
          <a:lstStyle/>
          <a:p>
            <a:pPr indent="0" lvl="0" marL="0" marR="0" rtl="0" algn="l">
              <a:lnSpc>
                <a:spcPct val="100000"/>
              </a:lnSpc>
              <a:spcBef>
                <a:spcPts val="0"/>
              </a:spcBef>
              <a:spcAft>
                <a:spcPts val="0"/>
              </a:spcAft>
              <a:buNone/>
            </a:pPr>
            <a:r>
              <a:rPr b="1" i="0" lang="en-US" sz="1050" u="none" cap="none" strike="noStrike">
                <a:solidFill>
                  <a:srgbClr val="1A1A1A"/>
                </a:solidFill>
                <a:latin typeface="DM Sans"/>
                <a:ea typeface="DM Sans"/>
                <a:cs typeface="DM Sans"/>
                <a:sym typeface="DM Sans"/>
              </a:rPr>
              <a:t>·  Westy McLaughlin</a:t>
            </a:r>
            <a:r>
              <a:rPr b="0" i="0" lang="en-US" sz="950" u="none" cap="none" strike="noStrike">
                <a:solidFill>
                  <a:srgbClr val="555555"/>
                </a:solidFill>
                <a:latin typeface="DM Sans"/>
                <a:ea typeface="DM Sans"/>
                <a:cs typeface="DM Sans"/>
                <a:sym typeface="DM Sans"/>
              </a:rPr>
              <a:t>  —  BDM, National Partners</a:t>
            </a:r>
            <a:endParaRPr/>
          </a:p>
          <a:p>
            <a:pPr indent="0" lvl="0" marL="0" marR="0" rtl="0" algn="l">
              <a:lnSpc>
                <a:spcPct val="100000"/>
              </a:lnSpc>
              <a:spcBef>
                <a:spcPts val="0"/>
              </a:spcBef>
              <a:spcAft>
                <a:spcPts val="0"/>
              </a:spcAft>
              <a:buNone/>
            </a:pPr>
            <a:r>
              <a:rPr b="1" i="0" lang="en-US" sz="1050" u="none" cap="none" strike="noStrike">
                <a:solidFill>
                  <a:srgbClr val="1A1A1A"/>
                </a:solidFill>
                <a:latin typeface="DM Sans"/>
                <a:ea typeface="DM Sans"/>
                <a:cs typeface="DM Sans"/>
                <a:sym typeface="DM Sans"/>
              </a:rPr>
              <a:t>·  Dominic Purkett</a:t>
            </a:r>
            <a:r>
              <a:rPr b="0" i="0" lang="en-US" sz="950" u="none" cap="none" strike="noStrike">
                <a:solidFill>
                  <a:srgbClr val="555555"/>
                </a:solidFill>
                <a:latin typeface="DM Sans"/>
                <a:ea typeface="DM Sans"/>
                <a:cs typeface="DM Sans"/>
                <a:sym typeface="DM Sans"/>
              </a:rPr>
              <a:t>  —  PBRM</a:t>
            </a:r>
            <a:endParaRPr/>
          </a:p>
          <a:p>
            <a:pPr indent="0" lvl="0" marL="0" marR="0" rtl="0" algn="l">
              <a:lnSpc>
                <a:spcPct val="100000"/>
              </a:lnSpc>
              <a:spcBef>
                <a:spcPts val="0"/>
              </a:spcBef>
              <a:spcAft>
                <a:spcPts val="0"/>
              </a:spcAft>
              <a:buNone/>
            </a:pPr>
            <a:r>
              <a:rPr b="1" i="0" lang="en-US" sz="1050" u="none" cap="none" strike="noStrike">
                <a:solidFill>
                  <a:srgbClr val="C06A00"/>
                </a:solidFill>
                <a:latin typeface="DM Sans"/>
                <a:ea typeface="DM Sans"/>
                <a:cs typeface="DM Sans"/>
                <a:sym typeface="DM Sans"/>
              </a:rPr>
              <a:t>★  Sage Summers</a:t>
            </a:r>
            <a:r>
              <a:rPr b="0" i="0" lang="en-US" sz="950" u="none" cap="none" strike="noStrike">
                <a:solidFill>
                  <a:srgbClr val="555555"/>
                </a:solidFill>
                <a:latin typeface="DM Sans"/>
                <a:ea typeface="DM Sans"/>
                <a:cs typeface="DM Sans"/>
                <a:sym typeface="DM Sans"/>
              </a:rPr>
              <a:t>  —  PBRM Lead</a:t>
            </a:r>
            <a:endParaRPr/>
          </a:p>
        </p:txBody>
      </p:sp>
      <p:sp>
        <p:nvSpPr>
          <p:cNvPr id="651" name="Google Shape;651;p9"/>
          <p:cNvSpPr txBox="1"/>
          <p:nvPr/>
        </p:nvSpPr>
        <p:spPr>
          <a:xfrm>
            <a:off x="274320" y="6620256"/>
            <a:ext cx="11640312"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50" u="none" cap="none" strike="noStrike">
                <a:solidFill>
                  <a:srgbClr val="BBBBBB"/>
                </a:solidFill>
                <a:latin typeface="DM Sans"/>
                <a:ea typeface="DM Sans"/>
                <a:cs typeface="DM Sans"/>
                <a:sym typeface="DM Sans"/>
              </a:rPr>
              <a:t>★ = New hire starting 3/23/2026  ·  As of March 2026</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5" name="Shape 655"/>
        <p:cNvGrpSpPr/>
        <p:nvPr/>
      </p:nvGrpSpPr>
      <p:grpSpPr>
        <a:xfrm>
          <a:off x="0" y="0"/>
          <a:ext cx="0" cy="0"/>
          <a:chOff x="0" y="0"/>
          <a:chExt cx="0" cy="0"/>
        </a:xfrm>
      </p:grpSpPr>
      <p:sp>
        <p:nvSpPr>
          <p:cNvPr id="656" name="Google Shape;656;p10"/>
          <p:cNvSpPr txBox="1"/>
          <p:nvPr/>
        </p:nvSpPr>
        <p:spPr>
          <a:xfrm>
            <a:off x="274320" y="109728"/>
            <a:ext cx="11640312" cy="53035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200" u="none" cap="none" strike="noStrike">
                <a:solidFill>
                  <a:srgbClr val="441357"/>
                </a:solidFill>
                <a:latin typeface="DM Sans"/>
                <a:ea typeface="DM Sans"/>
                <a:cs typeface="DM Sans"/>
                <a:sym typeface="DM Sans"/>
              </a:rPr>
              <a:t>GROWTH TEAM — FULL ROSTER</a:t>
            </a:r>
            <a:endParaRPr/>
          </a:p>
        </p:txBody>
      </p:sp>
      <p:graphicFrame>
        <p:nvGraphicFramePr>
          <p:cNvPr id="657" name="Google Shape;657;p10"/>
          <p:cNvGraphicFramePr/>
          <p:nvPr/>
        </p:nvGraphicFramePr>
        <p:xfrm>
          <a:off x="502920" y="713232"/>
          <a:ext cx="3000000" cy="3000000"/>
        </p:xfrm>
        <a:graphic>
          <a:graphicData uri="http://schemas.openxmlformats.org/drawingml/2006/table">
            <a:tbl>
              <a:tblPr bandRow="1" firstRow="1">
                <a:noFill/>
                <a:tableStyleId>{ECA33195-2EA9-41C1-9042-46E80A93015A}</a:tableStyleId>
              </a:tblPr>
              <a:tblGrid>
                <a:gridCol w="2651750"/>
                <a:gridCol w="3200400"/>
                <a:gridCol w="1600200"/>
                <a:gridCol w="2468875"/>
              </a:tblGrid>
              <a:tr h="232125">
                <a:tc>
                  <a:txBody>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DM Sans"/>
                          <a:ea typeface="DM Sans"/>
                          <a:cs typeface="DM Sans"/>
                          <a:sym typeface="DM Sans"/>
                        </a:rPr>
                        <a:t>NAME</a:t>
                      </a:r>
                      <a:endParaRPr/>
                    </a:p>
                  </a:txBody>
                  <a:tcPr marT="45725" marB="45725" marR="91450" marL="91450">
                    <a:solidFill>
                      <a:srgbClr val="441357"/>
                    </a:solidFill>
                  </a:tcPr>
                </a:tc>
                <a:tc>
                  <a:txBody>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DM Sans"/>
                          <a:ea typeface="DM Sans"/>
                          <a:cs typeface="DM Sans"/>
                          <a:sym typeface="DM Sans"/>
                        </a:rPr>
                        <a:t>TITLE</a:t>
                      </a:r>
                      <a:endParaRPr/>
                    </a:p>
                  </a:txBody>
                  <a:tcPr marT="45725" marB="45725" marR="91450" marL="91450">
                    <a:solidFill>
                      <a:srgbClr val="441357"/>
                    </a:solidFill>
                  </a:tcPr>
                </a:tc>
                <a:tc>
                  <a:txBody>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DM Sans"/>
                          <a:ea typeface="DM Sans"/>
                          <a:cs typeface="DM Sans"/>
                          <a:sym typeface="DM Sans"/>
                        </a:rPr>
                        <a:t>CHANNEL</a:t>
                      </a:r>
                      <a:endParaRPr/>
                    </a:p>
                  </a:txBody>
                  <a:tcPr marT="45725" marB="45725" marR="91450" marL="91450">
                    <a:solidFill>
                      <a:srgbClr val="441357"/>
                    </a:solidFill>
                  </a:tcPr>
                </a:tc>
                <a:tc>
                  <a:txBody>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DM Sans"/>
                          <a:ea typeface="DM Sans"/>
                          <a:cs typeface="DM Sans"/>
                          <a:sym typeface="DM Sans"/>
                        </a:rPr>
                        <a:t>REPORTS TO</a:t>
                      </a:r>
                      <a:endParaRPr/>
                    </a:p>
                  </a:txBody>
                  <a:tcPr marT="45725" marB="45725" marR="91450" marL="91450">
                    <a:solidFill>
                      <a:srgbClr val="441357"/>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Nyles Oppenheimer</a:t>
                      </a:r>
                      <a:endParaRPr/>
                    </a:p>
                  </a:txBody>
                  <a:tcPr marT="45725" marB="45725" marR="91450" marL="91450">
                    <a:solidFill>
                      <a:srgbClr val="EEE8F8"/>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Chief Revenue Officer</a:t>
                      </a:r>
                      <a:endParaRPr/>
                    </a:p>
                  </a:txBody>
                  <a:tcPr marT="45725" marB="45725" marR="91450" marL="91450">
                    <a:solidFill>
                      <a:srgbClr val="EEE8F8"/>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Leadership</a:t>
                      </a:r>
                      <a:endParaRPr/>
                    </a:p>
                  </a:txBody>
                  <a:tcPr marT="45725" marB="45725" marR="91450" marL="91450">
                    <a:solidFill>
                      <a:srgbClr val="EEE8F8"/>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a:t>
                      </a:r>
                      <a:endParaRPr/>
                    </a:p>
                  </a:txBody>
                  <a:tcPr marT="45725" marB="45725" marR="91450" marL="91450">
                    <a:solidFill>
                      <a:srgbClr val="EEE8F8"/>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Corbett (Cory) Arnette</a:t>
                      </a:r>
                      <a:endParaRPr/>
                    </a:p>
                  </a:txBody>
                  <a:tcPr marT="45725" marB="45725" marR="91450" marL="91450">
                    <a:solidFill>
                      <a:srgbClr val="EEE8F8"/>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Director, Growth &amp; Distribution Strategy</a:t>
                      </a:r>
                      <a:endParaRPr/>
                    </a:p>
                  </a:txBody>
                  <a:tcPr marT="45725" marB="45725" marR="91450" marL="91450">
                    <a:solidFill>
                      <a:srgbClr val="EEE8F8"/>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Leadership</a:t>
                      </a:r>
                      <a:endParaRPr/>
                    </a:p>
                  </a:txBody>
                  <a:tcPr marT="45725" marB="45725" marR="91450" marL="91450">
                    <a:solidFill>
                      <a:srgbClr val="EEE8F8"/>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Nyles Oppenheimer</a:t>
                      </a:r>
                      <a:endParaRPr/>
                    </a:p>
                  </a:txBody>
                  <a:tcPr marT="45725" marB="45725" marR="91450" marL="91450">
                    <a:solidFill>
                      <a:srgbClr val="EEE8F8"/>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George Soteropoulos</a:t>
                      </a:r>
                      <a:endParaRPr/>
                    </a:p>
                  </a:txBody>
                  <a:tcPr marT="45725" marB="45725" marR="91450" marL="91450">
                    <a:solidFill>
                      <a:srgbClr val="EEE8F8"/>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Director, Go to Market</a:t>
                      </a:r>
                      <a:endParaRPr/>
                    </a:p>
                  </a:txBody>
                  <a:tcPr marT="45725" marB="45725" marR="91450" marL="91450">
                    <a:solidFill>
                      <a:srgbClr val="EEE8F8"/>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Leadership</a:t>
                      </a:r>
                      <a:endParaRPr/>
                    </a:p>
                  </a:txBody>
                  <a:tcPr marT="45725" marB="45725" marR="91450" marL="91450">
                    <a:solidFill>
                      <a:srgbClr val="EEE8F8"/>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Nyles Oppenheimer</a:t>
                      </a:r>
                      <a:endParaRPr/>
                    </a:p>
                  </a:txBody>
                  <a:tcPr marT="45725" marB="45725" marR="91450" marL="91450">
                    <a:solidFill>
                      <a:srgbClr val="EEE8F8"/>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Kevin McKernan</a:t>
                      </a:r>
                      <a:endParaRPr/>
                    </a:p>
                  </a:txBody>
                  <a:tcPr marT="45725" marB="45725" marR="91450" marL="91450">
                    <a:solidFill>
                      <a:srgbClr val="E8F4F1"/>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VP, Fleet Sales</a:t>
                      </a:r>
                      <a:endParaRPr/>
                    </a:p>
                  </a:txBody>
                  <a:tcPr marT="45725" marB="45725" marR="91450" marL="91450">
                    <a:solidFill>
                      <a:srgbClr val="E8F4F1"/>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Fleet Sales</a:t>
                      </a:r>
                      <a:endParaRPr/>
                    </a:p>
                  </a:txBody>
                  <a:tcPr marT="45725" marB="45725" marR="91450" marL="91450">
                    <a:solidFill>
                      <a:srgbClr val="E8F4F1"/>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Nyles Oppenheimer</a:t>
                      </a:r>
                      <a:endParaRPr/>
                    </a:p>
                  </a:txBody>
                  <a:tcPr marT="45725" marB="45725" marR="91450" marL="91450">
                    <a:solidFill>
                      <a:srgbClr val="E8F4F1"/>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Patrick Flood</a:t>
                      </a:r>
                      <a:endParaRPr/>
                    </a:p>
                  </a:txBody>
                  <a:tcPr marT="45725" marB="45725" marR="91450" marL="91450">
                    <a:solidFill>
                      <a:srgbClr val="F3EEF8"/>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Growth Marketing &amp; Partnerships Manager</a:t>
                      </a:r>
                      <a:endParaRPr/>
                    </a:p>
                  </a:txBody>
                  <a:tcPr marT="45725" marB="45725" marR="91450" marL="91450">
                    <a:solidFill>
                      <a:srgbClr val="F3EEF8"/>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GTM / Marketing</a:t>
                      </a:r>
                      <a:endParaRPr/>
                    </a:p>
                  </a:txBody>
                  <a:tcPr marT="45725" marB="45725" marR="91450" marL="91450">
                    <a:solidFill>
                      <a:srgbClr val="F3EEF8"/>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Nyles Oppenheimer</a:t>
                      </a:r>
                      <a:endParaRPr/>
                    </a:p>
                  </a:txBody>
                  <a:tcPr marT="45725" marB="45725" marR="91450" marL="91450">
                    <a:solidFill>
                      <a:srgbClr val="F3EEF8"/>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Ian Abrahamsen</a:t>
                      </a:r>
                      <a:endParaRPr/>
                    </a:p>
                  </a:txBody>
                  <a:tcPr marT="45725" marB="45725" marR="91450" marL="91450">
                    <a:solidFill>
                      <a:srgbClr val="F3EEF8"/>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CRM &amp; Marketing Operations Specialist</a:t>
                      </a:r>
                      <a:endParaRPr/>
                    </a:p>
                  </a:txBody>
                  <a:tcPr marT="45725" marB="45725" marR="91450" marL="91450">
                    <a:solidFill>
                      <a:srgbClr val="F3EEF8"/>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GTM / Marketing</a:t>
                      </a:r>
                      <a:endParaRPr/>
                    </a:p>
                  </a:txBody>
                  <a:tcPr marT="45725" marB="45725" marR="91450" marL="91450">
                    <a:solidFill>
                      <a:srgbClr val="F3EEF8"/>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Nyles Oppenheimer</a:t>
                      </a:r>
                      <a:endParaRPr/>
                    </a:p>
                  </a:txBody>
                  <a:tcPr marT="45725" marB="45725" marR="91450" marL="91450">
                    <a:solidFill>
                      <a:srgbClr val="F3EEF8"/>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Tamera Pfeiffer</a:t>
                      </a:r>
                      <a:endParaRPr/>
                    </a:p>
                  </a:txBody>
                  <a:tcPr marT="45725" marB="45725" marR="91450" marL="91450">
                    <a:solidFill>
                      <a:srgbClr val="FDF5FF"/>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Agency Success Lead</a:t>
                      </a:r>
                      <a:endParaRPr/>
                    </a:p>
                  </a:txBody>
                  <a:tcPr marT="45725" marB="45725" marR="91450" marL="91450">
                    <a:solidFill>
                      <a:srgbClr val="FDF5FF"/>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Agency Success</a:t>
                      </a:r>
                      <a:endParaRPr/>
                    </a:p>
                  </a:txBody>
                  <a:tcPr marT="45725" marB="45725" marR="91450" marL="91450">
                    <a:solidFill>
                      <a:srgbClr val="FDF5FF"/>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George Soteropoulos</a:t>
                      </a:r>
                      <a:endParaRPr/>
                    </a:p>
                  </a:txBody>
                  <a:tcPr marT="45725" marB="45725" marR="91450" marL="91450">
                    <a:solidFill>
                      <a:srgbClr val="FDF5FF"/>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Roland Massey</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Retail Distribution Leader</a:t>
                      </a:r>
                      <a:endParaRPr/>
                    </a:p>
                  </a:txBody>
                  <a:tcPr marT="45725" marB="45725" marR="91450" marL="91450">
                    <a:solidFill>
                      <a:srgbClr val="EEF2FA"/>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Retail Channel</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Cory Arnette</a:t>
                      </a:r>
                      <a:endParaRPr/>
                    </a:p>
                  </a:txBody>
                  <a:tcPr marT="45725" marB="45725" marR="91450" marL="91450">
                    <a:solidFill>
                      <a:srgbClr val="EEF2FA"/>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James Reid</a:t>
                      </a:r>
                      <a:endParaRPr/>
                    </a:p>
                  </a:txBody>
                  <a:tcPr marT="45725" marB="45725" marR="91450" marL="91450">
                    <a:solidFill>
                      <a:srgbClr val="E8F4F1"/>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Networks Distribution Leader</a:t>
                      </a:r>
                      <a:endParaRPr/>
                    </a:p>
                  </a:txBody>
                  <a:tcPr marT="45725" marB="45725" marR="91450" marL="91450">
                    <a:solidFill>
                      <a:srgbClr val="E8F4F1"/>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Networks</a:t>
                      </a:r>
                      <a:endParaRPr/>
                    </a:p>
                  </a:txBody>
                  <a:tcPr marT="45725" marB="45725" marR="91450" marL="91450">
                    <a:solidFill>
                      <a:srgbClr val="E8F4F1"/>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Cory Arnette</a:t>
                      </a:r>
                      <a:endParaRPr/>
                    </a:p>
                  </a:txBody>
                  <a:tcPr marT="45725" marB="45725" marR="91450" marL="91450">
                    <a:solidFill>
                      <a:srgbClr val="E8F4F1"/>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Derek Janssen</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Sr. BDM / Deputy Retail Leader</a:t>
                      </a:r>
                      <a:endParaRPr/>
                    </a:p>
                  </a:txBody>
                  <a:tcPr marT="45725" marB="45725" marR="91450" marL="91450">
                    <a:solidFill>
                      <a:srgbClr val="EEF2FA"/>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Retail Channel</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Roland Massey</a:t>
                      </a:r>
                      <a:endParaRPr/>
                    </a:p>
                  </a:txBody>
                  <a:tcPr marT="45725" marB="45725" marR="91450" marL="91450">
                    <a:solidFill>
                      <a:srgbClr val="EEF2FA"/>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Christopher Hayes</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Senior Business Development Manager</a:t>
                      </a:r>
                      <a:endParaRPr/>
                    </a:p>
                  </a:txBody>
                  <a:tcPr marT="45725" marB="45725" marR="91450" marL="91450">
                    <a:solidFill>
                      <a:srgbClr val="EEF2FA"/>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Retail Channel</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Roland Massey</a:t>
                      </a:r>
                      <a:endParaRPr/>
                    </a:p>
                  </a:txBody>
                  <a:tcPr marT="45725" marB="45725" marR="91450" marL="91450">
                    <a:solidFill>
                      <a:srgbClr val="EEF2FA"/>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Ronald Douglas II</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BDM, Eastern Region</a:t>
                      </a:r>
                      <a:endParaRPr/>
                    </a:p>
                  </a:txBody>
                  <a:tcPr marT="45725" marB="45725" marR="91450" marL="91450">
                    <a:solidFill>
                      <a:srgbClr val="EEF2FA"/>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Retail Channel</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Roland Massey</a:t>
                      </a:r>
                      <a:endParaRPr/>
                    </a:p>
                  </a:txBody>
                  <a:tcPr marT="45725" marB="45725" marR="91450" marL="91450">
                    <a:solidFill>
                      <a:srgbClr val="EEF2FA"/>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Christina Moldenhauer</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BDM, Midwest</a:t>
                      </a:r>
                      <a:endParaRPr/>
                    </a:p>
                  </a:txBody>
                  <a:tcPr marT="45725" marB="45725" marR="91450" marL="91450">
                    <a:solidFill>
                      <a:srgbClr val="EEF2FA"/>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Retail Channel</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Roland Massey</a:t>
                      </a:r>
                      <a:endParaRPr/>
                    </a:p>
                  </a:txBody>
                  <a:tcPr marT="45725" marB="45725" marR="91450" marL="91450">
                    <a:solidFill>
                      <a:srgbClr val="EEF2FA"/>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Derrick LeRoy</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BDM, Central Region</a:t>
                      </a:r>
                      <a:endParaRPr/>
                    </a:p>
                  </a:txBody>
                  <a:tcPr marT="45725" marB="45725" marR="91450" marL="91450">
                    <a:solidFill>
                      <a:srgbClr val="EEF2FA"/>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Retail Channel</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Roland Massey</a:t>
                      </a:r>
                      <a:endParaRPr/>
                    </a:p>
                  </a:txBody>
                  <a:tcPr marT="45725" marB="45725" marR="91450" marL="91450">
                    <a:solidFill>
                      <a:srgbClr val="EEF2FA"/>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Antonio Reyes</a:t>
                      </a:r>
                      <a:endParaRPr/>
                    </a:p>
                  </a:txBody>
                  <a:tcPr marT="45725" marB="45725" marR="91450" marL="91450">
                    <a:solidFill>
                      <a:srgbClr val="E8F4F1"/>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BDM, Networks / Aggregators</a:t>
                      </a:r>
                      <a:endParaRPr/>
                    </a:p>
                  </a:txBody>
                  <a:tcPr marT="45725" marB="45725" marR="91450" marL="91450">
                    <a:solidFill>
                      <a:srgbClr val="E8F4F1"/>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Networks</a:t>
                      </a:r>
                      <a:endParaRPr/>
                    </a:p>
                  </a:txBody>
                  <a:tcPr marT="45725" marB="45725" marR="91450" marL="91450">
                    <a:solidFill>
                      <a:srgbClr val="E8F4F1"/>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James Reid</a:t>
                      </a:r>
                      <a:endParaRPr/>
                    </a:p>
                  </a:txBody>
                  <a:tcPr marT="45725" marB="45725" marR="91450" marL="91450">
                    <a:solidFill>
                      <a:srgbClr val="E8F4F1"/>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Westy McLaughlin</a:t>
                      </a:r>
                      <a:endParaRPr/>
                    </a:p>
                  </a:txBody>
                  <a:tcPr marT="45725" marB="45725" marR="91450" marL="91450">
                    <a:solidFill>
                      <a:srgbClr val="EDF4FB"/>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BDM, National Partners</a:t>
                      </a:r>
                      <a:endParaRPr/>
                    </a:p>
                  </a:txBody>
                  <a:tcPr marT="45725" marB="45725" marR="91450" marL="91450">
                    <a:solidFill>
                      <a:srgbClr val="EDF4FB"/>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Natl. Partners</a:t>
                      </a:r>
                      <a:endParaRPr/>
                    </a:p>
                  </a:txBody>
                  <a:tcPr marT="45725" marB="45725" marR="91450" marL="91450">
                    <a:solidFill>
                      <a:srgbClr val="EDF4FB"/>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Cory Arnette</a:t>
                      </a:r>
                      <a:endParaRPr/>
                    </a:p>
                  </a:txBody>
                  <a:tcPr marT="45725" marB="45725" marR="91450" marL="91450">
                    <a:solidFill>
                      <a:srgbClr val="EDF4FB"/>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Dominic Purkett</a:t>
                      </a:r>
                      <a:endParaRPr/>
                    </a:p>
                  </a:txBody>
                  <a:tcPr marT="45725" marB="45725" marR="91450" marL="91450">
                    <a:solidFill>
                      <a:srgbClr val="E8F4F1"/>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Production Business Relationship Manager</a:t>
                      </a:r>
                      <a:endParaRPr/>
                    </a:p>
                  </a:txBody>
                  <a:tcPr marT="45725" marB="45725" marR="91450" marL="91450">
                    <a:solidFill>
                      <a:srgbClr val="E8F4F1"/>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Fleet Sales</a:t>
                      </a:r>
                      <a:endParaRPr/>
                    </a:p>
                  </a:txBody>
                  <a:tcPr marT="45725" marB="45725" marR="91450" marL="91450">
                    <a:solidFill>
                      <a:srgbClr val="E8F4F1"/>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Kevin McKernan</a:t>
                      </a:r>
                      <a:endParaRPr/>
                    </a:p>
                  </a:txBody>
                  <a:tcPr marT="45725" marB="45725" marR="91450" marL="91450">
                    <a:solidFill>
                      <a:srgbClr val="E8F4F1"/>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Cameron Brader</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BDA, Eastern Region</a:t>
                      </a:r>
                      <a:endParaRPr/>
                    </a:p>
                  </a:txBody>
                  <a:tcPr marT="45725" marB="45725" marR="91450" marL="91450">
                    <a:solidFill>
                      <a:srgbClr val="EEF2FA"/>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Retail Channel</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Derek Janssen</a:t>
                      </a:r>
                      <a:endParaRPr/>
                    </a:p>
                  </a:txBody>
                  <a:tcPr marT="45725" marB="45725" marR="91450" marL="91450">
                    <a:solidFill>
                      <a:srgbClr val="EEF2FA"/>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1A1A1A"/>
                          </a:solidFill>
                          <a:latin typeface="DM Sans"/>
                          <a:ea typeface="DM Sans"/>
                          <a:cs typeface="DM Sans"/>
                          <a:sym typeface="DM Sans"/>
                        </a:rPr>
                        <a:t>Latoya Madlock</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BDA, Central Region</a:t>
                      </a:r>
                      <a:endParaRPr/>
                    </a:p>
                  </a:txBody>
                  <a:tcPr marT="45725" marB="45725" marR="91450" marL="91450">
                    <a:solidFill>
                      <a:srgbClr val="EEF2FA"/>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Retail Channel</a:t>
                      </a:r>
                      <a:endParaRPr/>
                    </a:p>
                  </a:txBody>
                  <a:tcPr marT="45725" marB="45725" marR="91450" marL="91450">
                    <a:solidFill>
                      <a:srgbClr val="EEF2FA"/>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Derek Janssen</a:t>
                      </a:r>
                      <a:endParaRPr/>
                    </a:p>
                  </a:txBody>
                  <a:tcPr marT="45725" marB="45725" marR="91450" marL="91450">
                    <a:solidFill>
                      <a:srgbClr val="EEF2FA"/>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C06A00"/>
                          </a:solidFill>
                          <a:latin typeface="DM Sans"/>
                          <a:ea typeface="DM Sans"/>
                          <a:cs typeface="DM Sans"/>
                          <a:sym typeface="DM Sans"/>
                        </a:rPr>
                        <a:t>★ Taylor Sloan</a:t>
                      </a:r>
                      <a:endParaRPr/>
                    </a:p>
                  </a:txBody>
                  <a:tcPr marT="45725" marB="45725" marR="91450" marL="91450">
                    <a:solidFill>
                      <a:srgbClr val="FFF3D0"/>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BDA, Northwest</a:t>
                      </a:r>
                      <a:endParaRPr/>
                    </a:p>
                  </a:txBody>
                  <a:tcPr marT="45725" marB="45725" marR="91450" marL="91450">
                    <a:solidFill>
                      <a:srgbClr val="FFF3D0"/>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Retail Channel</a:t>
                      </a:r>
                      <a:endParaRPr/>
                    </a:p>
                  </a:txBody>
                  <a:tcPr marT="45725" marB="45725" marR="91450" marL="91450">
                    <a:solidFill>
                      <a:srgbClr val="FFF3D0"/>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Derek Janssen</a:t>
                      </a:r>
                      <a:endParaRPr/>
                    </a:p>
                  </a:txBody>
                  <a:tcPr marT="45725" marB="45725" marR="91450" marL="91450">
                    <a:solidFill>
                      <a:srgbClr val="FFF3D0"/>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C06A00"/>
                          </a:solidFill>
                          <a:latin typeface="DM Sans"/>
                          <a:ea typeface="DM Sans"/>
                          <a:cs typeface="DM Sans"/>
                          <a:sym typeface="DM Sans"/>
                        </a:rPr>
                        <a:t>★ Erika Cabrera</a:t>
                      </a:r>
                      <a:endParaRPr/>
                    </a:p>
                  </a:txBody>
                  <a:tcPr marT="45725" marB="45725" marR="91450" marL="91450">
                    <a:solidFill>
                      <a:srgbClr val="FFF3D0"/>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BDA, Southeast</a:t>
                      </a:r>
                      <a:endParaRPr/>
                    </a:p>
                  </a:txBody>
                  <a:tcPr marT="45725" marB="45725" marR="91450" marL="91450">
                    <a:solidFill>
                      <a:srgbClr val="FFF3D0"/>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Retail Channel</a:t>
                      </a:r>
                      <a:endParaRPr/>
                    </a:p>
                  </a:txBody>
                  <a:tcPr marT="45725" marB="45725" marR="91450" marL="91450">
                    <a:solidFill>
                      <a:srgbClr val="FFF3D0"/>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Christopher Hayes</a:t>
                      </a:r>
                      <a:endParaRPr/>
                    </a:p>
                  </a:txBody>
                  <a:tcPr marT="45725" marB="45725" marR="91450" marL="91450">
                    <a:solidFill>
                      <a:srgbClr val="FFF3D0"/>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C06A00"/>
                          </a:solidFill>
                          <a:latin typeface="DM Sans"/>
                          <a:ea typeface="DM Sans"/>
                          <a:cs typeface="DM Sans"/>
                          <a:sym typeface="DM Sans"/>
                        </a:rPr>
                        <a:t>★ Portia Lewis</a:t>
                      </a:r>
                      <a:endParaRPr/>
                    </a:p>
                  </a:txBody>
                  <a:tcPr marT="45725" marB="45725" marR="91450" marL="91450">
                    <a:solidFill>
                      <a:srgbClr val="FFF3D0"/>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BDA, Southeast</a:t>
                      </a:r>
                      <a:endParaRPr/>
                    </a:p>
                  </a:txBody>
                  <a:tcPr marT="45725" marB="45725" marR="91450" marL="91450">
                    <a:solidFill>
                      <a:srgbClr val="FFF3D0"/>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Retail Channel</a:t>
                      </a:r>
                      <a:endParaRPr/>
                    </a:p>
                  </a:txBody>
                  <a:tcPr marT="45725" marB="45725" marR="91450" marL="91450">
                    <a:solidFill>
                      <a:srgbClr val="FFF3D0"/>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Christopher Hayes</a:t>
                      </a:r>
                      <a:endParaRPr/>
                    </a:p>
                  </a:txBody>
                  <a:tcPr marT="45725" marB="45725" marR="91450" marL="91450">
                    <a:solidFill>
                      <a:srgbClr val="FFF3D0"/>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C06A00"/>
                          </a:solidFill>
                          <a:latin typeface="DM Sans"/>
                          <a:ea typeface="DM Sans"/>
                          <a:cs typeface="DM Sans"/>
                          <a:sym typeface="DM Sans"/>
                        </a:rPr>
                        <a:t>★ Oreno Lantveld</a:t>
                      </a:r>
                      <a:endParaRPr/>
                    </a:p>
                  </a:txBody>
                  <a:tcPr marT="45725" marB="45725" marR="91450" marL="91450">
                    <a:solidFill>
                      <a:srgbClr val="FFF3D0"/>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BDA, Networks</a:t>
                      </a:r>
                      <a:endParaRPr/>
                    </a:p>
                  </a:txBody>
                  <a:tcPr marT="45725" marB="45725" marR="91450" marL="91450">
                    <a:solidFill>
                      <a:srgbClr val="FFF3D0"/>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Networks</a:t>
                      </a:r>
                      <a:endParaRPr/>
                    </a:p>
                  </a:txBody>
                  <a:tcPr marT="45725" marB="45725" marR="91450" marL="91450">
                    <a:solidFill>
                      <a:srgbClr val="FFF3D0"/>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James Reid</a:t>
                      </a:r>
                      <a:endParaRPr/>
                    </a:p>
                  </a:txBody>
                  <a:tcPr marT="45725" marB="45725" marR="91450" marL="91450">
                    <a:solidFill>
                      <a:srgbClr val="FFF3D0"/>
                    </a:solidFill>
                  </a:tcPr>
                </a:tc>
              </a:tr>
              <a:tr h="232125">
                <a:tc>
                  <a:txBody>
                    <a:bodyPr/>
                    <a:lstStyle/>
                    <a:p>
                      <a:pPr indent="0" lvl="0" marL="0" marR="0" rtl="0" algn="l">
                        <a:lnSpc>
                          <a:spcPct val="100000"/>
                        </a:lnSpc>
                        <a:spcBef>
                          <a:spcPts val="0"/>
                        </a:spcBef>
                        <a:spcAft>
                          <a:spcPts val="0"/>
                        </a:spcAft>
                        <a:buNone/>
                      </a:pPr>
                      <a:r>
                        <a:rPr b="1" i="0" lang="en-US" sz="950" u="none" cap="none" strike="noStrike">
                          <a:solidFill>
                            <a:srgbClr val="C06A00"/>
                          </a:solidFill>
                          <a:latin typeface="DM Sans"/>
                          <a:ea typeface="DM Sans"/>
                          <a:cs typeface="DM Sans"/>
                          <a:sym typeface="DM Sans"/>
                        </a:rPr>
                        <a:t>★ Sage Summers</a:t>
                      </a:r>
                      <a:endParaRPr/>
                    </a:p>
                  </a:txBody>
                  <a:tcPr marT="45725" marB="45725" marR="91450" marL="91450">
                    <a:solidFill>
                      <a:srgbClr val="FFF3D0"/>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PBRM Lead</a:t>
                      </a:r>
                      <a:endParaRPr/>
                    </a:p>
                  </a:txBody>
                  <a:tcPr marT="45725" marB="45725" marR="91450" marL="91450">
                    <a:solidFill>
                      <a:srgbClr val="FFF3D0"/>
                    </a:solidFill>
                  </a:tcPr>
                </a:tc>
                <a:tc>
                  <a:txBody>
                    <a:bodyPr/>
                    <a:lstStyle/>
                    <a:p>
                      <a:pPr indent="0" lvl="0" marL="0" marR="0" rtl="0" algn="ctr">
                        <a:lnSpc>
                          <a:spcPct val="100000"/>
                        </a:lnSpc>
                        <a:spcBef>
                          <a:spcPts val="0"/>
                        </a:spcBef>
                        <a:spcAft>
                          <a:spcPts val="0"/>
                        </a:spcAft>
                        <a:buNone/>
                      </a:pPr>
                      <a:r>
                        <a:rPr b="0" i="0" lang="en-US" sz="950" u="none" cap="none" strike="noStrike">
                          <a:solidFill>
                            <a:srgbClr val="1A1A1A"/>
                          </a:solidFill>
                          <a:latin typeface="DM Sans"/>
                          <a:ea typeface="DM Sans"/>
                          <a:cs typeface="DM Sans"/>
                          <a:sym typeface="DM Sans"/>
                        </a:rPr>
                        <a:t>Fleet Sales</a:t>
                      </a:r>
                      <a:endParaRPr/>
                    </a:p>
                  </a:txBody>
                  <a:tcPr marT="45725" marB="45725" marR="91450" marL="91450">
                    <a:solidFill>
                      <a:srgbClr val="FFF3D0"/>
                    </a:solidFill>
                  </a:tcPr>
                </a:tc>
                <a:tc>
                  <a:txBody>
                    <a:bodyPr/>
                    <a:lstStyle/>
                    <a:p>
                      <a:pPr indent="0" lvl="0" marL="0" marR="0" rtl="0" algn="l">
                        <a:lnSpc>
                          <a:spcPct val="100000"/>
                        </a:lnSpc>
                        <a:spcBef>
                          <a:spcPts val="0"/>
                        </a:spcBef>
                        <a:spcAft>
                          <a:spcPts val="0"/>
                        </a:spcAft>
                        <a:buNone/>
                      </a:pPr>
                      <a:r>
                        <a:rPr b="0" i="0" lang="en-US" sz="950" u="none" cap="none" strike="noStrike">
                          <a:solidFill>
                            <a:srgbClr val="555555"/>
                          </a:solidFill>
                          <a:latin typeface="DM Sans"/>
                          <a:ea typeface="DM Sans"/>
                          <a:cs typeface="DM Sans"/>
                          <a:sym typeface="DM Sans"/>
                        </a:rPr>
                        <a:t>Kevin McKernan</a:t>
                      </a:r>
                      <a:endParaRPr/>
                    </a:p>
                  </a:txBody>
                  <a:tcPr marT="45725" marB="45725" marR="91450" marL="91450">
                    <a:solidFill>
                      <a:srgbClr val="FFF3D0"/>
                    </a:solidFill>
                  </a:tcPr>
                </a:tc>
              </a:tr>
              <a:tr h="232150">
                <a:tc>
                  <a:txBody>
                    <a:bodyPr/>
                    <a:lstStyle/>
                    <a:p>
                      <a:pPr indent="0" lvl="0" marL="0" marR="0" rtl="0" algn="l">
                        <a:lnSpc>
                          <a:spcPct val="100000"/>
                        </a:lnSpc>
                        <a:spcBef>
                          <a:spcPts val="0"/>
                        </a:spcBef>
                        <a:spcAft>
                          <a:spcPts val="0"/>
                        </a:spcAft>
                        <a:buNone/>
                      </a:pPr>
                      <a:r>
                        <a:rPr b="1" i="0" lang="en-US" sz="1050" u="none" cap="none" strike="noStrike">
                          <a:solidFill>
                            <a:srgbClr val="441357"/>
                          </a:solidFill>
                          <a:latin typeface="DM Sans"/>
                          <a:ea typeface="DM Sans"/>
                          <a:cs typeface="DM Sans"/>
                          <a:sym typeface="DM Sans"/>
                        </a:rPr>
                        <a:t>TOTAL (FILLED ROLES)</a:t>
                      </a:r>
                      <a:endParaRPr/>
                    </a:p>
                  </a:txBody>
                  <a:tcPr marT="45725" marB="45725" marR="91450" marL="91450">
                    <a:solidFill>
                      <a:srgbClr val="EEEAF7"/>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41357"/>
                          </a:solidFill>
                          <a:latin typeface="DM Sans"/>
                          <a:ea typeface="DM Sans"/>
                          <a:cs typeface="DM Sans"/>
                          <a:sym typeface="DM Sans"/>
                        </a:rPr>
                        <a:t>19</a:t>
                      </a:r>
                      <a:endParaRPr/>
                    </a:p>
                  </a:txBody>
                  <a:tcPr marT="45725" marB="45725" marR="91450" marL="91450">
                    <a:solidFill>
                      <a:srgbClr val="EEEAF7"/>
                    </a:solidFill>
                  </a:tcPr>
                </a:tc>
                <a:tc>
                  <a:txBody>
                    <a:bodyPr/>
                    <a:lstStyle/>
                    <a:p>
                      <a:pPr indent="0" lvl="0" marL="0" marR="0" rtl="0" algn="ctr">
                        <a:lnSpc>
                          <a:spcPct val="100000"/>
                        </a:lnSpc>
                        <a:spcBef>
                          <a:spcPts val="0"/>
                        </a:spcBef>
                        <a:spcAft>
                          <a:spcPts val="0"/>
                        </a:spcAft>
                        <a:buNone/>
                      </a:pPr>
                      <a:r>
                        <a:rPr b="0" i="0" lang="en-US" sz="1000" u="none" cap="none" strike="noStrike">
                          <a:solidFill>
                            <a:srgbClr val="555555"/>
                          </a:solidFill>
                          <a:latin typeface="DM Sans"/>
                          <a:ea typeface="DM Sans"/>
                          <a:cs typeface="DM Sans"/>
                          <a:sym typeface="DM Sans"/>
                        </a:rPr>
                        <a:t>5 new  ·  24 total</a:t>
                      </a:r>
                      <a:endParaRPr/>
                    </a:p>
                  </a:txBody>
                  <a:tcPr marT="45725" marB="45725" marR="91450" marL="91450">
                    <a:solidFill>
                      <a:srgbClr val="EEEAF7"/>
                    </a:solidFill>
                  </a:tcPr>
                </a:tc>
                <a:tc>
                  <a:txBody>
                    <a:bodyPr/>
                    <a:lstStyle/>
                    <a:p>
                      <a:pPr indent="0" lvl="0" marL="0" marR="0" rtl="0" algn="l">
                        <a:lnSpc>
                          <a:spcPct val="100000"/>
                        </a:lnSpc>
                        <a:spcBef>
                          <a:spcPts val="0"/>
                        </a:spcBef>
                        <a:spcAft>
                          <a:spcPts val="0"/>
                        </a:spcAft>
                        <a:buNone/>
                      </a:pPr>
                      <a:r>
                        <a:rPr b="0" i="1" lang="en-US" sz="950" u="none" cap="none" strike="noStrike">
                          <a:solidFill>
                            <a:srgbClr val="C06A00"/>
                          </a:solidFill>
                          <a:latin typeface="DM Sans"/>
                          <a:ea typeface="DM Sans"/>
                          <a:cs typeface="DM Sans"/>
                          <a:sym typeface="DM Sans"/>
                        </a:rPr>
                        <a:t>★ start date 3/23/2026</a:t>
                      </a:r>
                      <a:endParaRPr/>
                    </a:p>
                  </a:txBody>
                  <a:tcPr marT="45725" marB="45725" marR="91450" marL="91450">
                    <a:solidFill>
                      <a:srgbClr val="EEEAF7"/>
                    </a:solidFill>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1"/>
          <p:cNvSpPr txBox="1"/>
          <p:nvPr>
            <p:ph idx="1" type="body"/>
          </p:nvPr>
        </p:nvSpPr>
        <p:spPr>
          <a:xfrm>
            <a:off x="457199" y="365760"/>
            <a:ext cx="11535900" cy="591000"/>
          </a:xfrm>
          <a:prstGeom prst="rect">
            <a:avLst/>
          </a:prstGeom>
          <a:noFill/>
          <a:ln>
            <a:noFill/>
          </a:ln>
        </p:spPr>
        <p:txBody>
          <a:bodyPr anchorCtr="0" anchor="ctr" bIns="45700" lIns="45700" spcFirstLastPara="1" rIns="45700" wrap="square" tIns="45700">
            <a:noAutofit/>
          </a:bodyPr>
          <a:lstStyle/>
          <a:p>
            <a:pPr indent="0" lvl="0" marL="0" rtl="0" algn="l">
              <a:lnSpc>
                <a:spcPct val="90000"/>
              </a:lnSpc>
              <a:spcBef>
                <a:spcPts val="0"/>
              </a:spcBef>
              <a:spcAft>
                <a:spcPts val="0"/>
              </a:spcAft>
              <a:buSzPts val="2800"/>
              <a:buNone/>
            </a:pPr>
            <a:r>
              <a:rPr lang="en-US" sz="2400">
                <a:latin typeface="Arial"/>
                <a:ea typeface="Arial"/>
                <a:cs typeface="Arial"/>
                <a:sym typeface="Arial"/>
              </a:rPr>
              <a:t>Team Goals </a:t>
            </a:r>
            <a:endParaRPr/>
          </a:p>
        </p:txBody>
      </p:sp>
      <p:sp>
        <p:nvSpPr>
          <p:cNvPr id="664" name="Google Shape;664;p11"/>
          <p:cNvSpPr/>
          <p:nvPr/>
        </p:nvSpPr>
        <p:spPr>
          <a:xfrm>
            <a:off x="1386840" y="1924050"/>
            <a:ext cx="9327000" cy="1600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EEAF7"/>
              </a:solidFill>
              <a:latin typeface="Arial"/>
              <a:ea typeface="Arial"/>
              <a:cs typeface="Arial"/>
              <a:sym typeface="Arial"/>
            </a:endParaRPr>
          </a:p>
        </p:txBody>
      </p:sp>
      <p:sp>
        <p:nvSpPr>
          <p:cNvPr id="665" name="Google Shape;665;p11"/>
          <p:cNvSpPr/>
          <p:nvPr/>
        </p:nvSpPr>
        <p:spPr>
          <a:xfrm>
            <a:off x="1386840" y="3676650"/>
            <a:ext cx="3108900" cy="16002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Premium</a:t>
            </a:r>
            <a:endParaRPr b="1" i="0" sz="1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30% Growth YoY</a:t>
            </a:r>
            <a:endParaRPr b="1" i="0" sz="1400" u="none" cap="none" strike="noStrike">
              <a:solidFill>
                <a:schemeClr val="lt1"/>
              </a:solidFill>
              <a:latin typeface="Arial"/>
              <a:ea typeface="Arial"/>
              <a:cs typeface="Arial"/>
              <a:sym typeface="Arial"/>
            </a:endParaRPr>
          </a:p>
        </p:txBody>
      </p:sp>
      <p:sp>
        <p:nvSpPr>
          <p:cNvPr id="666" name="Google Shape;666;p11"/>
          <p:cNvSpPr/>
          <p:nvPr/>
        </p:nvSpPr>
        <p:spPr>
          <a:xfrm>
            <a:off x="4495800" y="3676650"/>
            <a:ext cx="3108900" cy="16002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Retention</a:t>
            </a:r>
            <a:endParaRPr b="1" i="0" sz="1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60%</a:t>
            </a:r>
            <a:endParaRPr b="1" i="0" sz="1400" u="none" cap="none" strike="noStrike">
              <a:solidFill>
                <a:schemeClr val="lt1"/>
              </a:solidFill>
              <a:latin typeface="Arial"/>
              <a:ea typeface="Arial"/>
              <a:cs typeface="Arial"/>
              <a:sym typeface="Arial"/>
            </a:endParaRPr>
          </a:p>
        </p:txBody>
      </p:sp>
      <p:sp>
        <p:nvSpPr>
          <p:cNvPr id="667" name="Google Shape;667;p11"/>
          <p:cNvSpPr/>
          <p:nvPr/>
        </p:nvSpPr>
        <p:spPr>
          <a:xfrm>
            <a:off x="7604760" y="3676650"/>
            <a:ext cx="3108900" cy="16002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Submission Volume &amp; Hit Ratio</a:t>
            </a:r>
            <a:endParaRPr b="1" i="0" sz="1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5% Growth YoY &amp; 12%</a:t>
            </a:r>
            <a:endParaRPr b="1" i="0" sz="1400" u="none" cap="none" strike="noStrike">
              <a:solidFill>
                <a:schemeClr val="lt1"/>
              </a:solidFill>
              <a:latin typeface="Arial"/>
              <a:ea typeface="Arial"/>
              <a:cs typeface="Arial"/>
              <a:sym typeface="Arial"/>
            </a:endParaRPr>
          </a:p>
        </p:txBody>
      </p:sp>
      <p:grpSp>
        <p:nvGrpSpPr>
          <p:cNvPr id="668" name="Google Shape;668;p11"/>
          <p:cNvGrpSpPr/>
          <p:nvPr/>
        </p:nvGrpSpPr>
        <p:grpSpPr>
          <a:xfrm>
            <a:off x="3001989" y="2267060"/>
            <a:ext cx="6188110" cy="919040"/>
            <a:chOff x="2764971" y="2266950"/>
            <a:chExt cx="6188110" cy="919040"/>
          </a:xfrm>
        </p:grpSpPr>
        <p:sp>
          <p:nvSpPr>
            <p:cNvPr id="669" name="Google Shape;669;p11"/>
            <p:cNvSpPr txBox="1"/>
            <p:nvPr/>
          </p:nvSpPr>
          <p:spPr>
            <a:xfrm>
              <a:off x="2764981" y="2539490"/>
              <a:ext cx="6188100" cy="646500"/>
            </a:xfrm>
            <a:prstGeom prst="rect">
              <a:avLst/>
            </a:prstGeom>
            <a:noFill/>
            <a:ln>
              <a:noFill/>
            </a:ln>
          </p:spPr>
          <p:txBody>
            <a:bodyPr anchorCtr="0" anchor="t" bIns="45700" lIns="91425" spcFirstLastPara="1" rIns="91425" wrap="square" tIns="45700">
              <a:spAutoFit/>
            </a:bodyPr>
            <a:lstStyle/>
            <a:p>
              <a:pPr indent="457200" lvl="0" marL="91440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SELL INSURANCE PREMIUM</a:t>
              </a:r>
              <a:endParaRPr b="1" i="0" sz="1800" u="none" cap="none" strike="noStrike">
                <a:solidFill>
                  <a:schemeClr val="lt1"/>
                </a:solidFill>
                <a:latin typeface="Arial"/>
                <a:ea typeface="Arial"/>
                <a:cs typeface="Arial"/>
                <a:sym typeface="Arial"/>
              </a:endParaRPr>
            </a:p>
            <a:p>
              <a:pPr indent="457200" lvl="0" marL="91440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descr="Aspiration with solid fill" id="670" name="Google Shape;670;p11"/>
            <p:cNvPicPr preferRelativeResize="0"/>
            <p:nvPr/>
          </p:nvPicPr>
          <p:blipFill rotWithShape="1">
            <a:blip r:embed="rId3">
              <a:alphaModFix/>
            </a:blip>
            <a:srcRect b="0" l="0" r="0" t="0"/>
            <a:stretch/>
          </p:blipFill>
          <p:spPr>
            <a:xfrm>
              <a:off x="2764971" y="2266950"/>
              <a:ext cx="914400" cy="914400"/>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12"/>
          <p:cNvSpPr txBox="1"/>
          <p:nvPr>
            <p:ph type="ctrTitle"/>
          </p:nvPr>
        </p:nvSpPr>
        <p:spPr>
          <a:xfrm>
            <a:off x="191025" y="2070150"/>
            <a:ext cx="5176500" cy="2717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5000"/>
              <a:buFont typeface="Arial"/>
              <a:buNone/>
            </a:pPr>
            <a:r>
              <a:rPr lang="en-US">
                <a:latin typeface="Montserrat"/>
                <a:ea typeface="Montserrat"/>
                <a:cs typeface="Montserrat"/>
                <a:sym typeface="Montserrat"/>
              </a:rPr>
              <a:t>What makes a Partner?</a:t>
            </a:r>
            <a:endParaRPr>
              <a:latin typeface="Montserrat"/>
              <a:ea typeface="Montserrat"/>
              <a:cs typeface="Montserrat"/>
              <a:sym typeface="Montserrat"/>
            </a:endParaRPr>
          </a:p>
        </p:txBody>
      </p:sp>
      <p:pic>
        <p:nvPicPr>
          <p:cNvPr id="676" name="Google Shape;676;p12"/>
          <p:cNvPicPr preferRelativeResize="0"/>
          <p:nvPr>
            <p:ph idx="2" type="pic"/>
          </p:nvPr>
        </p:nvPicPr>
        <p:blipFill rotWithShape="1">
          <a:blip r:embed="rId3">
            <a:alphaModFix/>
          </a:blip>
          <a:srcRect b="0" l="6852" r="6852" t="0"/>
          <a:stretch/>
        </p:blipFill>
        <p:spPr>
          <a:xfrm>
            <a:off x="5478000" y="71475"/>
            <a:ext cx="6713999" cy="67865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3"/>
          <p:cNvSpPr txBox="1"/>
          <p:nvPr/>
        </p:nvSpPr>
        <p:spPr>
          <a:xfrm>
            <a:off x="668475" y="1599375"/>
            <a:ext cx="8330100" cy="49626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FF9900"/>
              </a:buClr>
              <a:buSzPts val="1600"/>
              <a:buFont typeface="Inter"/>
              <a:buChar char="●"/>
            </a:pPr>
            <a:r>
              <a:rPr b="1" i="0" lang="en-US" sz="1600" u="none" cap="none" strike="noStrike">
                <a:solidFill>
                  <a:srgbClr val="000000"/>
                </a:solidFill>
                <a:latin typeface="Inter"/>
                <a:ea typeface="Inter"/>
                <a:cs typeface="Inter"/>
                <a:sym typeface="Inter"/>
              </a:rPr>
              <a:t>Tier 1 - Hyper Growth</a:t>
            </a:r>
            <a:endParaRPr b="1" i="0" sz="1600" u="none" cap="none" strike="noStrike">
              <a:solidFill>
                <a:srgbClr val="000000"/>
              </a:solidFill>
              <a:latin typeface="Inter"/>
              <a:ea typeface="Inter"/>
              <a:cs typeface="Inter"/>
              <a:sym typeface="Inter"/>
            </a:endParaRPr>
          </a:p>
          <a:p>
            <a:pPr indent="-330200" lvl="1" marL="914400" marR="0" rtl="0" algn="l">
              <a:lnSpc>
                <a:spcPct val="115000"/>
              </a:lnSpc>
              <a:spcBef>
                <a:spcPts val="0"/>
              </a:spcBef>
              <a:spcAft>
                <a:spcPts val="0"/>
              </a:spcAft>
              <a:buClr>
                <a:srgbClr val="000000"/>
              </a:buClr>
              <a:buSzPts val="1600"/>
              <a:buFont typeface="Inter"/>
              <a:buChar char="○"/>
            </a:pPr>
            <a:r>
              <a:rPr b="0" i="0" lang="en-US" sz="1600" u="none" cap="none" strike="noStrike">
                <a:solidFill>
                  <a:srgbClr val="000000"/>
                </a:solidFill>
                <a:latin typeface="Inter"/>
                <a:ea typeface="Inter"/>
                <a:cs typeface="Inter"/>
                <a:sym typeface="Inter"/>
              </a:rPr>
              <a:t>$100+ transportation portfolio and/or double-digit premium </a:t>
            </a:r>
            <a:br>
              <a:rPr b="0" i="0" lang="en-US" sz="1600" u="none" cap="none" strike="noStrike">
                <a:solidFill>
                  <a:srgbClr val="000000"/>
                </a:solidFill>
                <a:latin typeface="Inter"/>
                <a:ea typeface="Inter"/>
                <a:cs typeface="Inter"/>
                <a:sym typeface="Inter"/>
              </a:rPr>
            </a:br>
            <a:r>
              <a:rPr b="0" i="0" lang="en-US" sz="1600" u="none" cap="none" strike="noStrike">
                <a:solidFill>
                  <a:srgbClr val="000000"/>
                </a:solidFill>
                <a:latin typeface="Inter"/>
                <a:ea typeface="Inter"/>
                <a:cs typeface="Inter"/>
                <a:sym typeface="Inter"/>
              </a:rPr>
              <a:t>opportunity to Cover Whale</a:t>
            </a:r>
            <a:endParaRPr b="0" i="0" sz="1600" u="none" cap="none" strike="noStrike">
              <a:solidFill>
                <a:srgbClr val="000000"/>
              </a:solidFill>
              <a:latin typeface="Inter"/>
              <a:ea typeface="Inter"/>
              <a:cs typeface="Inter"/>
              <a:sym typeface="Inter"/>
            </a:endParaRPr>
          </a:p>
          <a:p>
            <a:pPr indent="-330200" lvl="1" marL="914400" marR="0" rtl="0" algn="l">
              <a:lnSpc>
                <a:spcPct val="115000"/>
              </a:lnSpc>
              <a:spcBef>
                <a:spcPts val="0"/>
              </a:spcBef>
              <a:spcAft>
                <a:spcPts val="0"/>
              </a:spcAft>
              <a:buClr>
                <a:srgbClr val="000000"/>
              </a:buClr>
              <a:buSzPts val="1600"/>
              <a:buFont typeface="Inter"/>
              <a:buChar char="○"/>
            </a:pPr>
            <a:r>
              <a:rPr b="0" i="0" lang="en-US" sz="1600" u="none" cap="none" strike="noStrike">
                <a:solidFill>
                  <a:srgbClr val="000000"/>
                </a:solidFill>
                <a:latin typeface="Inter"/>
                <a:ea typeface="Inter"/>
                <a:cs typeface="Inter"/>
                <a:sym typeface="Inter"/>
              </a:rPr>
              <a:t>General rule of thumb: all “Enterprise” relationships fall into </a:t>
            </a:r>
            <a:br>
              <a:rPr b="0" i="0" lang="en-US" sz="1600" u="none" cap="none" strike="noStrike">
                <a:solidFill>
                  <a:srgbClr val="000000"/>
                </a:solidFill>
                <a:latin typeface="Inter"/>
                <a:ea typeface="Inter"/>
                <a:cs typeface="Inter"/>
                <a:sym typeface="Inter"/>
              </a:rPr>
            </a:br>
            <a:r>
              <a:rPr b="0" i="0" lang="en-US" sz="1600" u="none" cap="none" strike="noStrike">
                <a:solidFill>
                  <a:srgbClr val="000000"/>
                </a:solidFill>
                <a:latin typeface="Inter"/>
                <a:ea typeface="Inter"/>
                <a:cs typeface="Inter"/>
                <a:sym typeface="Inter"/>
              </a:rPr>
              <a:t>this category</a:t>
            </a:r>
            <a:endParaRPr b="0" i="0" sz="1600" u="none" cap="none" strike="noStrike">
              <a:solidFill>
                <a:srgbClr val="000000"/>
              </a:solidFill>
              <a:latin typeface="Inter"/>
              <a:ea typeface="Inter"/>
              <a:cs typeface="Inter"/>
              <a:sym typeface="Inter"/>
            </a:endParaRPr>
          </a:p>
          <a:p>
            <a:pPr indent="-330200" lvl="1" marL="914400" marR="0" rtl="0" algn="l">
              <a:lnSpc>
                <a:spcPct val="115000"/>
              </a:lnSpc>
              <a:spcBef>
                <a:spcPts val="0"/>
              </a:spcBef>
              <a:spcAft>
                <a:spcPts val="0"/>
              </a:spcAft>
              <a:buClr>
                <a:srgbClr val="000000"/>
              </a:buClr>
              <a:buSzPts val="1600"/>
              <a:buFont typeface="Inter"/>
              <a:buChar char="○"/>
            </a:pPr>
            <a:r>
              <a:rPr b="0" i="0" lang="en-US" sz="1600" u="none" cap="none" strike="noStrike">
                <a:solidFill>
                  <a:srgbClr val="000000"/>
                </a:solidFill>
                <a:latin typeface="Inter"/>
                <a:ea typeface="Inter"/>
                <a:cs typeface="Inter"/>
                <a:sym typeface="Inter"/>
              </a:rPr>
              <a:t>Limited to 5 per region</a:t>
            </a:r>
            <a:endParaRPr b="0" i="0" sz="1600" u="none" cap="none" strike="noStrike">
              <a:solidFill>
                <a:srgbClr val="000000"/>
              </a:solidFill>
              <a:latin typeface="Inter"/>
              <a:ea typeface="Inter"/>
              <a:cs typeface="Inter"/>
              <a:sym typeface="Inter"/>
            </a:endParaRPr>
          </a:p>
          <a:p>
            <a:pPr indent="-330200" lvl="0" marL="457200" marR="0" rtl="0" algn="l">
              <a:lnSpc>
                <a:spcPct val="115000"/>
              </a:lnSpc>
              <a:spcBef>
                <a:spcPts val="0"/>
              </a:spcBef>
              <a:spcAft>
                <a:spcPts val="0"/>
              </a:spcAft>
              <a:buClr>
                <a:srgbClr val="FF9900"/>
              </a:buClr>
              <a:buSzPts val="1600"/>
              <a:buFont typeface="Inter"/>
              <a:buChar char="●"/>
            </a:pPr>
            <a:r>
              <a:rPr b="1" i="0" lang="en-US" sz="1600" u="none" cap="none" strike="noStrike">
                <a:solidFill>
                  <a:srgbClr val="000000"/>
                </a:solidFill>
                <a:latin typeface="Inter"/>
                <a:ea typeface="Inter"/>
                <a:cs typeface="Inter"/>
                <a:sym typeface="Inter"/>
              </a:rPr>
              <a:t>Tier 2 - Maintain (Critical)</a:t>
            </a:r>
            <a:endParaRPr b="1" i="0" sz="1600" u="none" cap="none" strike="noStrike">
              <a:solidFill>
                <a:srgbClr val="000000"/>
              </a:solidFill>
              <a:latin typeface="Inter"/>
              <a:ea typeface="Inter"/>
              <a:cs typeface="Inter"/>
              <a:sym typeface="Inter"/>
            </a:endParaRPr>
          </a:p>
          <a:p>
            <a:pPr indent="-330200" lvl="1" marL="914400" marR="0" rtl="0" algn="l">
              <a:lnSpc>
                <a:spcPct val="115000"/>
              </a:lnSpc>
              <a:spcBef>
                <a:spcPts val="0"/>
              </a:spcBef>
              <a:spcAft>
                <a:spcPts val="0"/>
              </a:spcAft>
              <a:buClr>
                <a:srgbClr val="000000"/>
              </a:buClr>
              <a:buSzPts val="1600"/>
              <a:buFont typeface="Inter"/>
              <a:buChar char="○"/>
            </a:pPr>
            <a:r>
              <a:rPr b="0" i="0" lang="en-US" sz="1600" u="none" cap="none" strike="noStrike">
                <a:solidFill>
                  <a:srgbClr val="000000"/>
                </a:solidFill>
                <a:latin typeface="Inter"/>
                <a:ea typeface="Inter"/>
                <a:cs typeface="Inter"/>
                <a:sym typeface="Inter"/>
              </a:rPr>
              <a:t>Top-10 producers in each region with limited upside</a:t>
            </a:r>
            <a:endParaRPr b="0" i="0" sz="1600" u="none" cap="none" strike="noStrike">
              <a:solidFill>
                <a:srgbClr val="000000"/>
              </a:solidFill>
              <a:latin typeface="Inter"/>
              <a:ea typeface="Inter"/>
              <a:cs typeface="Inter"/>
              <a:sym typeface="Inter"/>
            </a:endParaRPr>
          </a:p>
          <a:p>
            <a:pPr indent="-330200" lvl="1" marL="914400" marR="0" rtl="0" algn="l">
              <a:lnSpc>
                <a:spcPct val="115000"/>
              </a:lnSpc>
              <a:spcBef>
                <a:spcPts val="0"/>
              </a:spcBef>
              <a:spcAft>
                <a:spcPts val="0"/>
              </a:spcAft>
              <a:buClr>
                <a:srgbClr val="000000"/>
              </a:buClr>
              <a:buSzPts val="1600"/>
              <a:buFont typeface="Inter"/>
              <a:buChar char="○"/>
            </a:pPr>
            <a:r>
              <a:rPr b="0" i="0" lang="en-US" sz="1600" u="none" cap="none" strike="noStrike">
                <a:solidFill>
                  <a:srgbClr val="000000"/>
                </a:solidFill>
                <a:latin typeface="Inter"/>
                <a:ea typeface="Inter"/>
                <a:cs typeface="Inter"/>
                <a:sym typeface="Inter"/>
              </a:rPr>
              <a:t>Exclusive of the Tier 1 agencies</a:t>
            </a:r>
            <a:endParaRPr b="0" i="0" sz="1600" u="none" cap="none" strike="noStrike">
              <a:solidFill>
                <a:srgbClr val="000000"/>
              </a:solidFill>
              <a:latin typeface="Inter"/>
              <a:ea typeface="Inter"/>
              <a:cs typeface="Inter"/>
              <a:sym typeface="Inter"/>
            </a:endParaRPr>
          </a:p>
          <a:p>
            <a:pPr indent="-330200" lvl="1" marL="914400" marR="0" rtl="0" algn="l">
              <a:lnSpc>
                <a:spcPct val="115000"/>
              </a:lnSpc>
              <a:spcBef>
                <a:spcPts val="0"/>
              </a:spcBef>
              <a:spcAft>
                <a:spcPts val="0"/>
              </a:spcAft>
              <a:buClr>
                <a:srgbClr val="000000"/>
              </a:buClr>
              <a:buSzPts val="1600"/>
              <a:buFont typeface="Inter"/>
              <a:buChar char="○"/>
            </a:pPr>
            <a:r>
              <a:rPr b="0" i="0" lang="en-US" sz="1600" u="none" cap="none" strike="noStrike">
                <a:solidFill>
                  <a:srgbClr val="000000"/>
                </a:solidFill>
                <a:latin typeface="Inter"/>
                <a:ea typeface="Inter"/>
                <a:cs typeface="Inter"/>
                <a:sym typeface="Inter"/>
              </a:rPr>
              <a:t>Examples:  LuckyTruck, MJ Hall</a:t>
            </a:r>
            <a:endParaRPr b="0" i="0" sz="1600" u="none" cap="none" strike="noStrike">
              <a:solidFill>
                <a:srgbClr val="000000"/>
              </a:solidFill>
              <a:latin typeface="Inter"/>
              <a:ea typeface="Inter"/>
              <a:cs typeface="Inter"/>
              <a:sym typeface="Inter"/>
            </a:endParaRPr>
          </a:p>
          <a:p>
            <a:pPr indent="-330200" lvl="1" marL="914400" marR="0" rtl="0" algn="l">
              <a:lnSpc>
                <a:spcPct val="115000"/>
              </a:lnSpc>
              <a:spcBef>
                <a:spcPts val="0"/>
              </a:spcBef>
              <a:spcAft>
                <a:spcPts val="0"/>
              </a:spcAft>
              <a:buClr>
                <a:srgbClr val="000000"/>
              </a:buClr>
              <a:buSzPts val="1600"/>
              <a:buFont typeface="Inter"/>
              <a:buChar char="○"/>
            </a:pPr>
            <a:r>
              <a:rPr b="0" i="0" lang="en-US" sz="1600" u="none" cap="none" strike="noStrike">
                <a:solidFill>
                  <a:srgbClr val="000000"/>
                </a:solidFill>
                <a:latin typeface="Inter"/>
                <a:ea typeface="Inter"/>
                <a:cs typeface="Inter"/>
                <a:sym typeface="Inter"/>
              </a:rPr>
              <a:t>Optionality to include or exclude based on retention rates and loss ratios</a:t>
            </a:r>
            <a:endParaRPr b="0" i="0" sz="1600" u="none" cap="none" strike="noStrike">
              <a:solidFill>
                <a:srgbClr val="000000"/>
              </a:solidFill>
              <a:latin typeface="Inter"/>
              <a:ea typeface="Inter"/>
              <a:cs typeface="Inter"/>
              <a:sym typeface="Inter"/>
            </a:endParaRPr>
          </a:p>
          <a:p>
            <a:pPr indent="-330200" lvl="0" marL="457200" marR="0" rtl="0" algn="l">
              <a:lnSpc>
                <a:spcPct val="115000"/>
              </a:lnSpc>
              <a:spcBef>
                <a:spcPts val="0"/>
              </a:spcBef>
              <a:spcAft>
                <a:spcPts val="0"/>
              </a:spcAft>
              <a:buClr>
                <a:srgbClr val="FF9900"/>
              </a:buClr>
              <a:buSzPts val="1600"/>
              <a:buFont typeface="Inter"/>
              <a:buChar char="●"/>
            </a:pPr>
            <a:r>
              <a:rPr b="1" i="0" lang="en-US" sz="1600" u="none" cap="none" strike="noStrike">
                <a:solidFill>
                  <a:srgbClr val="000000"/>
                </a:solidFill>
                <a:latin typeface="Inter"/>
                <a:ea typeface="Inter"/>
                <a:cs typeface="Inter"/>
                <a:sym typeface="Inter"/>
              </a:rPr>
              <a:t>Tier 3 - Maintain (Lower Priority)</a:t>
            </a:r>
            <a:endParaRPr b="1" i="0" sz="1600" u="none" cap="none" strike="noStrike">
              <a:solidFill>
                <a:srgbClr val="000000"/>
              </a:solidFill>
              <a:latin typeface="Inter"/>
              <a:ea typeface="Inter"/>
              <a:cs typeface="Inter"/>
              <a:sym typeface="Inter"/>
            </a:endParaRPr>
          </a:p>
          <a:p>
            <a:pPr indent="-330200" lvl="1" marL="914400" marR="0" rtl="0" algn="l">
              <a:lnSpc>
                <a:spcPct val="115000"/>
              </a:lnSpc>
              <a:spcBef>
                <a:spcPts val="0"/>
              </a:spcBef>
              <a:spcAft>
                <a:spcPts val="0"/>
              </a:spcAft>
              <a:buClr>
                <a:srgbClr val="000000"/>
              </a:buClr>
              <a:buSzPts val="1600"/>
              <a:buFont typeface="Inter"/>
              <a:buChar char="○"/>
            </a:pPr>
            <a:r>
              <a:rPr b="0" i="0" lang="en-US" sz="1600" u="none" cap="none" strike="noStrike">
                <a:solidFill>
                  <a:srgbClr val="000000"/>
                </a:solidFill>
                <a:latin typeface="Inter"/>
                <a:ea typeface="Inter"/>
                <a:cs typeface="Inter"/>
                <a:sym typeface="Inter"/>
              </a:rPr>
              <a:t>$150k in production or more</a:t>
            </a:r>
            <a:endParaRPr b="0" i="0" sz="1600" u="none" cap="none" strike="noStrike">
              <a:solidFill>
                <a:srgbClr val="000000"/>
              </a:solidFill>
              <a:latin typeface="Inter"/>
              <a:ea typeface="Inter"/>
              <a:cs typeface="Inter"/>
              <a:sym typeface="Inter"/>
            </a:endParaRPr>
          </a:p>
          <a:p>
            <a:pPr indent="-330200" lvl="1" marL="914400" marR="0" rtl="0" algn="l">
              <a:lnSpc>
                <a:spcPct val="115000"/>
              </a:lnSpc>
              <a:spcBef>
                <a:spcPts val="0"/>
              </a:spcBef>
              <a:spcAft>
                <a:spcPts val="0"/>
              </a:spcAft>
              <a:buClr>
                <a:srgbClr val="000000"/>
              </a:buClr>
              <a:buSzPts val="1600"/>
              <a:buFont typeface="Inter"/>
              <a:buChar char="○"/>
            </a:pPr>
            <a:r>
              <a:rPr b="0" i="0" lang="en-US" sz="1600" u="none" cap="none" strike="noStrike">
                <a:solidFill>
                  <a:srgbClr val="000000"/>
                </a:solidFill>
                <a:latin typeface="Inter"/>
                <a:ea typeface="Inter"/>
                <a:cs typeface="Inter"/>
                <a:sym typeface="Inter"/>
              </a:rPr>
              <a:t>Maximized penetration based on stated book value</a:t>
            </a:r>
            <a:endParaRPr b="0" i="0" sz="1600" u="none" cap="none" strike="noStrike">
              <a:solidFill>
                <a:srgbClr val="000000"/>
              </a:solidFill>
              <a:latin typeface="Inter"/>
              <a:ea typeface="Inter"/>
              <a:cs typeface="Inter"/>
              <a:sym typeface="Inter"/>
            </a:endParaRPr>
          </a:p>
          <a:p>
            <a:pPr indent="-330200" lvl="0" marL="457200" marR="0" rtl="0" algn="l">
              <a:lnSpc>
                <a:spcPct val="115000"/>
              </a:lnSpc>
              <a:spcBef>
                <a:spcPts val="0"/>
              </a:spcBef>
              <a:spcAft>
                <a:spcPts val="0"/>
              </a:spcAft>
              <a:buClr>
                <a:srgbClr val="FF9900"/>
              </a:buClr>
              <a:buSzPts val="1600"/>
              <a:buFont typeface="Inter"/>
              <a:buChar char="●"/>
            </a:pPr>
            <a:r>
              <a:rPr b="1" i="0" lang="en-US" sz="1600" u="none" cap="none" strike="noStrike">
                <a:solidFill>
                  <a:srgbClr val="000000"/>
                </a:solidFill>
                <a:latin typeface="Inter"/>
                <a:ea typeface="Inter"/>
                <a:cs typeface="Inter"/>
                <a:sym typeface="Inter"/>
              </a:rPr>
              <a:t>Tier 4 - Up or Out</a:t>
            </a:r>
            <a:endParaRPr b="1" i="0" sz="1600" u="none" cap="none" strike="noStrike">
              <a:solidFill>
                <a:srgbClr val="000000"/>
              </a:solidFill>
              <a:latin typeface="Inter"/>
              <a:ea typeface="Inter"/>
              <a:cs typeface="Inter"/>
              <a:sym typeface="Inter"/>
            </a:endParaRPr>
          </a:p>
          <a:p>
            <a:pPr indent="-330200" lvl="1" marL="914400" marR="0" rtl="0" algn="l">
              <a:lnSpc>
                <a:spcPct val="115000"/>
              </a:lnSpc>
              <a:spcBef>
                <a:spcPts val="0"/>
              </a:spcBef>
              <a:spcAft>
                <a:spcPts val="0"/>
              </a:spcAft>
              <a:buClr>
                <a:srgbClr val="000000"/>
              </a:buClr>
              <a:buSzPts val="1600"/>
              <a:buFont typeface="Inter"/>
              <a:buChar char="○"/>
            </a:pPr>
            <a:r>
              <a:rPr b="0" i="0" lang="en-US" sz="1600" u="none" cap="none" strike="noStrike">
                <a:solidFill>
                  <a:srgbClr val="000000"/>
                </a:solidFill>
                <a:latin typeface="Inter"/>
                <a:ea typeface="Inter"/>
                <a:cs typeface="Inter"/>
                <a:sym typeface="Inter"/>
              </a:rPr>
              <a:t>New agencies</a:t>
            </a:r>
            <a:endParaRPr b="0" i="0" sz="1600" u="none" cap="none" strike="noStrike">
              <a:solidFill>
                <a:srgbClr val="000000"/>
              </a:solidFill>
              <a:latin typeface="Inter"/>
              <a:ea typeface="Inter"/>
              <a:cs typeface="Inter"/>
              <a:sym typeface="Inter"/>
            </a:endParaRPr>
          </a:p>
          <a:p>
            <a:pPr indent="-330200" lvl="1" marL="914400" marR="0" rtl="0" algn="l">
              <a:lnSpc>
                <a:spcPct val="115000"/>
              </a:lnSpc>
              <a:spcBef>
                <a:spcPts val="0"/>
              </a:spcBef>
              <a:spcAft>
                <a:spcPts val="0"/>
              </a:spcAft>
              <a:buClr>
                <a:srgbClr val="000000"/>
              </a:buClr>
              <a:buSzPts val="1600"/>
              <a:buFont typeface="Inter"/>
              <a:buChar char="○"/>
            </a:pPr>
            <a:r>
              <a:rPr b="0" i="0" lang="en-US" sz="1600" u="none" cap="none" strike="noStrike">
                <a:solidFill>
                  <a:srgbClr val="000000"/>
                </a:solidFill>
                <a:latin typeface="Inter"/>
                <a:ea typeface="Inter"/>
                <a:cs typeface="Inter"/>
                <a:sym typeface="Inter"/>
              </a:rPr>
              <a:t>Agencies under $150k in production</a:t>
            </a:r>
            <a:endParaRPr b="0" i="0" sz="1200" u="none" cap="none" strike="noStrike">
              <a:solidFill>
                <a:srgbClr val="000000"/>
              </a:solidFill>
              <a:latin typeface="Inter"/>
              <a:ea typeface="Inter"/>
              <a:cs typeface="Inter"/>
              <a:sym typeface="Inter"/>
            </a:endParaRPr>
          </a:p>
        </p:txBody>
      </p:sp>
      <p:sp>
        <p:nvSpPr>
          <p:cNvPr id="683" name="Google Shape;683;p13"/>
          <p:cNvSpPr txBox="1"/>
          <p:nvPr>
            <p:ph type="title"/>
          </p:nvPr>
        </p:nvSpPr>
        <p:spPr>
          <a:xfrm>
            <a:off x="460475" y="454900"/>
            <a:ext cx="6167400" cy="554100"/>
          </a:xfrm>
          <a:prstGeom prst="rect">
            <a:avLst/>
          </a:prstGeom>
          <a:noFill/>
          <a:ln>
            <a:noFill/>
          </a:ln>
        </p:spPr>
        <p:txBody>
          <a:bodyPr anchorCtr="0" anchor="b" bIns="45700" lIns="91425" spcFirstLastPara="1" rIns="91425" wrap="square" tIns="45700">
            <a:spAutoFit/>
          </a:bodyPr>
          <a:lstStyle/>
          <a:p>
            <a:pPr indent="0" lvl="0" marL="0" rtl="0" algn="l">
              <a:lnSpc>
                <a:spcPct val="115000"/>
              </a:lnSpc>
              <a:spcBef>
                <a:spcPts val="0"/>
              </a:spcBef>
              <a:spcAft>
                <a:spcPts val="0"/>
              </a:spcAft>
              <a:buSzPts val="3000"/>
              <a:buNone/>
            </a:pPr>
            <a:r>
              <a:rPr lang="en-US"/>
              <a:t>Every agency is given a Tier </a:t>
            </a:r>
            <a:endParaRPr/>
          </a:p>
        </p:txBody>
      </p:sp>
      <p:sp>
        <p:nvSpPr>
          <p:cNvPr id="684" name="Google Shape;684;p13"/>
          <p:cNvSpPr txBox="1"/>
          <p:nvPr>
            <p:ph idx="1" type="subTitle"/>
          </p:nvPr>
        </p:nvSpPr>
        <p:spPr>
          <a:xfrm>
            <a:off x="460475" y="1026100"/>
            <a:ext cx="5473200" cy="6474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1000"/>
              </a:spcBef>
              <a:spcAft>
                <a:spcPts val="0"/>
              </a:spcAft>
              <a:buSzPts val="1500"/>
              <a:buNone/>
            </a:pPr>
            <a:r>
              <a:rPr lang="en-US" sz="2100"/>
              <a:t>Criteria behind the categorization</a:t>
            </a:r>
            <a:endParaRPr sz="2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14"/>
          <p:cNvSpPr txBox="1"/>
          <p:nvPr>
            <p:ph type="ctrTitle"/>
          </p:nvPr>
        </p:nvSpPr>
        <p:spPr>
          <a:xfrm>
            <a:off x="191025" y="2070150"/>
            <a:ext cx="5176500" cy="2717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5000"/>
              <a:buFont typeface="Arial"/>
              <a:buNone/>
            </a:pPr>
            <a:r>
              <a:rPr lang="en-US">
                <a:latin typeface="Montserrat"/>
                <a:ea typeface="Montserrat"/>
                <a:cs typeface="Montserrat"/>
                <a:sym typeface="Montserrat"/>
              </a:rPr>
              <a:t>The Role of BDMs &amp; BDAs</a:t>
            </a:r>
            <a:endParaRPr>
              <a:latin typeface="Montserrat"/>
              <a:ea typeface="Montserrat"/>
              <a:cs typeface="Montserrat"/>
              <a:sym typeface="Montserrat"/>
            </a:endParaRPr>
          </a:p>
        </p:txBody>
      </p:sp>
      <p:pic>
        <p:nvPicPr>
          <p:cNvPr id="690" name="Google Shape;690;p14"/>
          <p:cNvPicPr preferRelativeResize="0"/>
          <p:nvPr>
            <p:ph idx="2" type="pic"/>
          </p:nvPr>
        </p:nvPicPr>
        <p:blipFill rotWithShape="1">
          <a:blip r:embed="rId3">
            <a:alphaModFix/>
          </a:blip>
          <a:srcRect b="0" l="6852" r="6852" t="0"/>
          <a:stretch/>
        </p:blipFill>
        <p:spPr>
          <a:xfrm>
            <a:off x="5478000" y="71475"/>
            <a:ext cx="6713999" cy="67865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5"/>
          <p:cNvSpPr txBox="1"/>
          <p:nvPr>
            <p:ph type="title"/>
          </p:nvPr>
        </p:nvSpPr>
        <p:spPr>
          <a:xfrm>
            <a:off x="456625" y="459400"/>
            <a:ext cx="6373200" cy="6333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SzPts val="3000"/>
              <a:buNone/>
            </a:pPr>
            <a:r>
              <a:rPr lang="en-US"/>
              <a:t>Business Development Associate </a:t>
            </a:r>
            <a:endParaRPr/>
          </a:p>
        </p:txBody>
      </p:sp>
      <p:sp>
        <p:nvSpPr>
          <p:cNvPr id="697" name="Google Shape;697;p15"/>
          <p:cNvSpPr txBox="1"/>
          <p:nvPr>
            <p:ph idx="1" type="subTitle"/>
          </p:nvPr>
        </p:nvSpPr>
        <p:spPr>
          <a:xfrm>
            <a:off x="460475" y="1026100"/>
            <a:ext cx="5473200" cy="6474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1000"/>
              </a:spcBef>
              <a:spcAft>
                <a:spcPts val="0"/>
              </a:spcAft>
              <a:buSzPts val="1500"/>
              <a:buNone/>
            </a:pPr>
            <a:r>
              <a:rPr lang="en-US"/>
              <a:t>Roles &amp; Responsibilities</a:t>
            </a:r>
            <a:endParaRPr/>
          </a:p>
        </p:txBody>
      </p:sp>
      <p:sp>
        <p:nvSpPr>
          <p:cNvPr id="698" name="Google Shape;698;p15"/>
          <p:cNvSpPr txBox="1"/>
          <p:nvPr/>
        </p:nvSpPr>
        <p:spPr>
          <a:xfrm>
            <a:off x="539850" y="1358650"/>
            <a:ext cx="11112300" cy="3837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5C2074"/>
                </a:solidFill>
                <a:latin typeface="Inter ExtraBold"/>
                <a:ea typeface="Inter ExtraBold"/>
                <a:cs typeface="Inter ExtraBold"/>
                <a:sym typeface="Inter ExtraBold"/>
              </a:rPr>
              <a:t>Mission:</a:t>
            </a:r>
            <a:endParaRPr b="1" i="0" sz="1200" u="none" cap="none" strike="noStrike">
              <a:solidFill>
                <a:srgbClr val="5C2074"/>
              </a:solidFill>
              <a:latin typeface="Inter ExtraBold"/>
              <a:ea typeface="Inter ExtraBold"/>
              <a:cs typeface="Inter ExtraBold"/>
              <a:sym typeface="Inter ExtraBold"/>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000"/>
              <a:buFont typeface="Arial"/>
              <a:buNone/>
            </a:pPr>
            <a:r>
              <a:rPr b="0" i="0" lang="en-US" sz="1000" u="none" cap="none" strike="noStrike">
                <a:solidFill>
                  <a:srgbClr val="000000"/>
                </a:solidFill>
                <a:latin typeface="Inter"/>
                <a:ea typeface="Inter"/>
                <a:cs typeface="Inter"/>
                <a:sym typeface="Inter"/>
              </a:rPr>
              <a:t>To increase utilization of our platform by new and existing agents.  The intent is for this role to be the “tip of the spear” for our business development efforts by getting new agencies and new users at existing agencies to productive members of our distribution network as quickly as possible.</a:t>
            </a:r>
            <a:endParaRPr b="0" i="0" sz="1000" u="none" cap="none" strike="noStrike">
              <a:solidFill>
                <a:srgbClr val="000000"/>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5C2074"/>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5C2074"/>
                </a:solidFill>
                <a:latin typeface="Inter"/>
                <a:ea typeface="Inter"/>
                <a:cs typeface="Inter"/>
                <a:sym typeface="Inter"/>
              </a:rPr>
              <a:t>Objectives:</a:t>
            </a:r>
            <a:endParaRPr b="1" i="0" sz="1200" u="none" cap="none" strike="noStrike">
              <a:solidFill>
                <a:srgbClr val="5C2074"/>
              </a:solidFill>
              <a:latin typeface="Inter ExtraBold"/>
              <a:ea typeface="Inter ExtraBold"/>
              <a:cs typeface="Inter ExtraBold"/>
              <a:sym typeface="Inter ExtraBold"/>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rgbClr val="000000"/>
              </a:solidFill>
              <a:latin typeface="Inter"/>
              <a:ea typeface="Inter"/>
              <a:cs typeface="Inter"/>
              <a:sym typeface="Inter"/>
            </a:endParaRPr>
          </a:p>
          <a:p>
            <a:pPr indent="-228600" lvl="0" marL="228600" marR="0" rtl="0" algn="just">
              <a:lnSpc>
                <a:spcPct val="115000"/>
              </a:lnSpc>
              <a:spcBef>
                <a:spcPts val="0"/>
              </a:spcBef>
              <a:spcAft>
                <a:spcPts val="0"/>
              </a:spcAft>
              <a:buClr>
                <a:srgbClr val="CF7AED"/>
              </a:buClr>
              <a:buSzPts val="1000"/>
              <a:buFont typeface="Inter"/>
              <a:buChar char="●"/>
            </a:pPr>
            <a:r>
              <a:rPr b="0" i="1" lang="en-US" sz="1000" u="none" cap="none" strike="noStrike">
                <a:solidFill>
                  <a:srgbClr val="000000"/>
                </a:solidFill>
                <a:latin typeface="Inter"/>
                <a:ea typeface="Inter"/>
                <a:cs typeface="Inter"/>
                <a:sym typeface="Inter"/>
              </a:rPr>
              <a:t>To contribute to the company goal EBITDA</a:t>
            </a:r>
            <a:endParaRPr b="0" i="1" sz="1000" u="none" cap="none" strike="noStrike">
              <a:solidFill>
                <a:srgbClr val="000000"/>
              </a:solidFill>
              <a:latin typeface="Inter"/>
              <a:ea typeface="Inter"/>
              <a:cs typeface="Inter"/>
              <a:sym typeface="Inter"/>
            </a:endParaRPr>
          </a:p>
          <a:p>
            <a:pPr indent="0" lvl="0" marL="0" marR="0" rtl="0" algn="just">
              <a:lnSpc>
                <a:spcPct val="107916"/>
              </a:lnSpc>
              <a:spcBef>
                <a:spcPts val="0"/>
              </a:spcBef>
              <a:spcAft>
                <a:spcPts val="0"/>
              </a:spcAft>
              <a:buClr>
                <a:srgbClr val="000000"/>
              </a:buClr>
              <a:buSzPts val="1000"/>
              <a:buFont typeface="Arial"/>
              <a:buNone/>
            </a:pPr>
            <a:r>
              <a:t/>
            </a:r>
            <a:endParaRPr b="0" i="0" sz="1000" u="none" cap="none" strike="noStrike">
              <a:solidFill>
                <a:srgbClr val="000000"/>
              </a:solidFill>
              <a:latin typeface="Inter"/>
              <a:ea typeface="Inter"/>
              <a:cs typeface="Inter"/>
              <a:sym typeface="Inter"/>
            </a:endParaRPr>
          </a:p>
          <a:p>
            <a:pPr indent="-228600" lvl="0" marL="228600" marR="0" rtl="0" algn="just">
              <a:lnSpc>
                <a:spcPct val="107916"/>
              </a:lnSpc>
              <a:spcBef>
                <a:spcPts val="0"/>
              </a:spcBef>
              <a:spcAft>
                <a:spcPts val="0"/>
              </a:spcAft>
              <a:buClr>
                <a:srgbClr val="CF7AED"/>
              </a:buClr>
              <a:buSzPts val="1000"/>
              <a:buFont typeface="Inter"/>
              <a:buChar char="●"/>
            </a:pPr>
            <a:r>
              <a:rPr b="0" i="0" lang="en-US" sz="1000" u="none" cap="none" strike="noStrike">
                <a:solidFill>
                  <a:srgbClr val="000000"/>
                </a:solidFill>
                <a:latin typeface="Inter"/>
                <a:ea typeface="Inter"/>
                <a:cs typeface="Inter"/>
                <a:sym typeface="Inter"/>
              </a:rPr>
              <a:t>Execute against the defined agency/agent ramp up pipeline.  Targets are:</a:t>
            </a:r>
            <a:endParaRPr b="0" i="0" sz="1000" u="none" cap="none" strike="noStrike">
              <a:solidFill>
                <a:srgbClr val="000000"/>
              </a:solidFill>
              <a:latin typeface="Inter"/>
              <a:ea typeface="Inter"/>
              <a:cs typeface="Inter"/>
              <a:sym typeface="Inter"/>
            </a:endParaRPr>
          </a:p>
          <a:p>
            <a:pPr indent="-292100" lvl="1" marL="685800" marR="0" rtl="0" algn="just">
              <a:lnSpc>
                <a:spcPct val="107916"/>
              </a:lnSpc>
              <a:spcBef>
                <a:spcPts val="0"/>
              </a:spcBef>
              <a:spcAft>
                <a:spcPts val="0"/>
              </a:spcAft>
              <a:buClr>
                <a:srgbClr val="CF7AED"/>
              </a:buClr>
              <a:buSzPts val="1000"/>
              <a:buFont typeface="Inter"/>
              <a:buChar char="o"/>
            </a:pPr>
            <a:r>
              <a:rPr b="0" i="0" lang="en-US" sz="1000" u="none" cap="none" strike="noStrike">
                <a:solidFill>
                  <a:srgbClr val="000000"/>
                </a:solidFill>
                <a:latin typeface="Inter"/>
                <a:ea typeface="Inter"/>
                <a:cs typeface="Inter"/>
                <a:sym typeface="Inter"/>
              </a:rPr>
              <a:t>Time to first quote: 3 days of activation</a:t>
            </a:r>
            <a:endParaRPr b="0" i="0" sz="1000" u="none" cap="none" strike="noStrike">
              <a:solidFill>
                <a:srgbClr val="000000"/>
              </a:solidFill>
              <a:latin typeface="Inter"/>
              <a:ea typeface="Inter"/>
              <a:cs typeface="Inter"/>
              <a:sym typeface="Inter"/>
            </a:endParaRPr>
          </a:p>
          <a:p>
            <a:pPr indent="-292100" lvl="1" marL="685800" marR="0" rtl="0" algn="just">
              <a:lnSpc>
                <a:spcPct val="107916"/>
              </a:lnSpc>
              <a:spcBef>
                <a:spcPts val="0"/>
              </a:spcBef>
              <a:spcAft>
                <a:spcPts val="0"/>
              </a:spcAft>
              <a:buClr>
                <a:srgbClr val="CF7AED"/>
              </a:buClr>
              <a:buSzPts val="1000"/>
              <a:buFont typeface="Inter"/>
              <a:buChar char="o"/>
            </a:pPr>
            <a:r>
              <a:rPr b="0" i="0" lang="en-US" sz="1000" u="none" cap="none" strike="noStrike">
                <a:solidFill>
                  <a:srgbClr val="000000"/>
                </a:solidFill>
                <a:latin typeface="Inter"/>
                <a:ea typeface="Inter"/>
                <a:cs typeface="Inter"/>
                <a:sym typeface="Inter"/>
              </a:rPr>
              <a:t>Time to first bind:  5 days of activation</a:t>
            </a:r>
            <a:endParaRPr b="0" i="0" sz="1000" u="none" cap="none" strike="noStrike">
              <a:solidFill>
                <a:srgbClr val="000000"/>
              </a:solidFill>
              <a:latin typeface="Inter"/>
              <a:ea typeface="Inter"/>
              <a:cs typeface="Inter"/>
              <a:sym typeface="Inter"/>
            </a:endParaRPr>
          </a:p>
          <a:p>
            <a:pPr indent="-292100" lvl="1" marL="685800" marR="0" rtl="0" algn="just">
              <a:lnSpc>
                <a:spcPct val="107916"/>
              </a:lnSpc>
              <a:spcBef>
                <a:spcPts val="0"/>
              </a:spcBef>
              <a:spcAft>
                <a:spcPts val="0"/>
              </a:spcAft>
              <a:buClr>
                <a:srgbClr val="CF7AED"/>
              </a:buClr>
              <a:buSzPts val="1000"/>
              <a:buFont typeface="Inter"/>
              <a:buChar char="o"/>
            </a:pPr>
            <a:r>
              <a:rPr b="0" i="0" lang="en-US" sz="1000" u="none" cap="none" strike="noStrike">
                <a:solidFill>
                  <a:srgbClr val="000000"/>
                </a:solidFill>
                <a:latin typeface="Inter"/>
                <a:ea typeface="Inter"/>
                <a:cs typeface="Inter"/>
                <a:sym typeface="Inter"/>
              </a:rPr>
              <a:t>Time to full ramp up (agency):  $150k in premium in 90 days</a:t>
            </a:r>
            <a:endParaRPr b="0" i="0" sz="1000" u="none" cap="none" strike="noStrike">
              <a:solidFill>
                <a:srgbClr val="000000"/>
              </a:solidFill>
              <a:latin typeface="Inter"/>
              <a:ea typeface="Inter"/>
              <a:cs typeface="Inter"/>
              <a:sym typeface="Inter"/>
            </a:endParaRPr>
          </a:p>
          <a:p>
            <a:pPr indent="-292100" lvl="2" marL="1143000" marR="0" rtl="0" algn="just">
              <a:lnSpc>
                <a:spcPct val="107916"/>
              </a:lnSpc>
              <a:spcBef>
                <a:spcPts val="0"/>
              </a:spcBef>
              <a:spcAft>
                <a:spcPts val="0"/>
              </a:spcAft>
              <a:buClr>
                <a:srgbClr val="000000"/>
              </a:buClr>
              <a:buSzPts val="1000"/>
              <a:buFont typeface="Inter"/>
              <a:buChar char="▪"/>
            </a:pPr>
            <a:r>
              <a:rPr b="0" i="0" lang="en-US" sz="1000" u="none" cap="none" strike="noStrike">
                <a:solidFill>
                  <a:srgbClr val="000000"/>
                </a:solidFill>
                <a:latin typeface="Inter"/>
                <a:ea typeface="Inter"/>
                <a:cs typeface="Inter"/>
                <a:sym typeface="Inter"/>
              </a:rPr>
              <a:t>This includes our current tier 4 agencies.  </a:t>
            </a:r>
            <a:endParaRPr b="0" i="0" sz="1000" u="none" cap="none" strike="noStrike">
              <a:solidFill>
                <a:srgbClr val="000000"/>
              </a:solidFill>
              <a:latin typeface="Inter"/>
              <a:ea typeface="Inter"/>
              <a:cs typeface="Inter"/>
              <a:sym typeface="Inter"/>
            </a:endParaRPr>
          </a:p>
          <a:p>
            <a:pPr indent="0" lvl="0" marL="1143000" marR="0" rtl="0" algn="just">
              <a:lnSpc>
                <a:spcPct val="107916"/>
              </a:lnSpc>
              <a:spcBef>
                <a:spcPts val="0"/>
              </a:spcBef>
              <a:spcAft>
                <a:spcPts val="0"/>
              </a:spcAft>
              <a:buClr>
                <a:srgbClr val="000000"/>
              </a:buClr>
              <a:buSzPts val="1000"/>
              <a:buFont typeface="Arial"/>
              <a:buNone/>
            </a:pPr>
            <a:r>
              <a:t/>
            </a:r>
            <a:endParaRPr b="0" i="0" sz="1000" u="none" cap="none" strike="noStrike">
              <a:solidFill>
                <a:srgbClr val="000000"/>
              </a:solidFill>
              <a:latin typeface="Inter"/>
              <a:ea typeface="Inter"/>
              <a:cs typeface="Inter"/>
              <a:sym typeface="Inter"/>
            </a:endParaRPr>
          </a:p>
          <a:p>
            <a:pPr indent="-228600" lvl="0" marL="228600" marR="0" rtl="0" algn="just">
              <a:lnSpc>
                <a:spcPct val="107916"/>
              </a:lnSpc>
              <a:spcBef>
                <a:spcPts val="0"/>
              </a:spcBef>
              <a:spcAft>
                <a:spcPts val="0"/>
              </a:spcAft>
              <a:buClr>
                <a:srgbClr val="CF7AED"/>
              </a:buClr>
              <a:buSzPts val="1000"/>
              <a:buFont typeface="Inter"/>
              <a:buChar char="●"/>
            </a:pPr>
            <a:r>
              <a:rPr b="0" i="0" lang="en-US" sz="1000" u="none" cap="none" strike="noStrike">
                <a:solidFill>
                  <a:srgbClr val="000000"/>
                </a:solidFill>
                <a:latin typeface="Inter"/>
                <a:ea typeface="Inter"/>
                <a:cs typeface="Inter"/>
                <a:sym typeface="Inter"/>
              </a:rPr>
              <a:t>Reduce tickets for non-technical and non-financial issues to Customer Success by 20%</a:t>
            </a:r>
            <a:endParaRPr b="0" i="0" sz="1000" u="none" cap="none" strike="noStrike">
              <a:solidFill>
                <a:srgbClr val="000000"/>
              </a:solidFill>
              <a:latin typeface="Inter"/>
              <a:ea typeface="Inter"/>
              <a:cs typeface="Inter"/>
              <a:sym typeface="Inter"/>
            </a:endParaRPr>
          </a:p>
          <a:p>
            <a:pPr indent="0" lvl="0" marL="228600" marR="0" rtl="0" algn="just">
              <a:lnSpc>
                <a:spcPct val="107916"/>
              </a:lnSpc>
              <a:spcBef>
                <a:spcPts val="0"/>
              </a:spcBef>
              <a:spcAft>
                <a:spcPts val="0"/>
              </a:spcAft>
              <a:buClr>
                <a:srgbClr val="000000"/>
              </a:buClr>
              <a:buSzPts val="1000"/>
              <a:buFont typeface="Arial"/>
              <a:buNone/>
            </a:pPr>
            <a:r>
              <a:t/>
            </a:r>
            <a:endParaRPr b="0" i="0" sz="1000" u="none" cap="none" strike="noStrike">
              <a:solidFill>
                <a:srgbClr val="000000"/>
              </a:solidFill>
              <a:latin typeface="Inter"/>
              <a:ea typeface="Inter"/>
              <a:cs typeface="Inter"/>
              <a:sym typeface="Inter"/>
            </a:endParaRPr>
          </a:p>
          <a:p>
            <a:pPr indent="-228600" lvl="0" marL="228600" marR="0" rtl="0" algn="just">
              <a:lnSpc>
                <a:spcPct val="107916"/>
              </a:lnSpc>
              <a:spcBef>
                <a:spcPts val="0"/>
              </a:spcBef>
              <a:spcAft>
                <a:spcPts val="0"/>
              </a:spcAft>
              <a:buClr>
                <a:srgbClr val="CF7AED"/>
              </a:buClr>
              <a:buSzPts val="1000"/>
              <a:buFont typeface="Inter"/>
              <a:buChar char="●"/>
            </a:pPr>
            <a:r>
              <a:rPr b="0" i="0" lang="en-US" sz="1000" u="none" cap="none" strike="noStrike">
                <a:solidFill>
                  <a:srgbClr val="000000"/>
                </a:solidFill>
                <a:latin typeface="Inter"/>
                <a:ea typeface="Inter"/>
                <a:cs typeface="Inter"/>
                <a:sym typeface="Inter"/>
              </a:rPr>
              <a:t>Support the execution of the business plans for the Tier 1 agencies you are assigned to.  Activities could change month to month depending on the needs of the agency and the BDM.  Objective is to achieve the target premium as defined in the business plan by year end. </a:t>
            </a:r>
            <a:endParaRPr b="0" i="0" sz="1000" u="none" cap="none" strike="noStrike">
              <a:solidFill>
                <a:srgbClr val="000000"/>
              </a:solidFill>
              <a:latin typeface="Inter"/>
              <a:ea typeface="Inter"/>
              <a:cs typeface="Inter"/>
              <a:sym typeface="Inter"/>
            </a:endParaRPr>
          </a:p>
          <a:p>
            <a:pPr indent="0" lvl="0" marL="0" marR="0" rtl="0" algn="just">
              <a:lnSpc>
                <a:spcPct val="107916"/>
              </a:lnSpc>
              <a:spcBef>
                <a:spcPts val="0"/>
              </a:spcBef>
              <a:spcAft>
                <a:spcPts val="0"/>
              </a:spcAft>
              <a:buClr>
                <a:srgbClr val="000000"/>
              </a:buClr>
              <a:buSzPts val="1000"/>
              <a:buFont typeface="Arial"/>
              <a:buNone/>
            </a:pPr>
            <a:r>
              <a:t/>
            </a:r>
            <a:endParaRPr b="0" i="0" sz="1000" u="none" cap="none" strike="noStrike">
              <a:solidFill>
                <a:srgbClr val="000000"/>
              </a:solidFill>
              <a:latin typeface="Inter"/>
              <a:ea typeface="Inter"/>
              <a:cs typeface="Inter"/>
              <a:sym typeface="Inter"/>
            </a:endParaRPr>
          </a:p>
          <a:p>
            <a:pPr indent="0" lvl="0" marL="228600" marR="0" rtl="0" algn="just">
              <a:lnSpc>
                <a:spcPct val="107916"/>
              </a:lnSpc>
              <a:spcBef>
                <a:spcPts val="0"/>
              </a:spcBef>
              <a:spcAft>
                <a:spcPts val="0"/>
              </a:spcAft>
              <a:buClr>
                <a:srgbClr val="000000"/>
              </a:buClr>
              <a:buSzPts val="1400"/>
              <a:buFont typeface="Arial"/>
              <a:buNone/>
            </a:pPr>
            <a:r>
              <a:t/>
            </a:r>
            <a:endParaRPr b="0" i="0" sz="1400" u="none" cap="none" strike="noStrike">
              <a:solidFill>
                <a:srgbClr val="5C2074"/>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7"/>
          <p:cNvSpPr txBox="1"/>
          <p:nvPr>
            <p:ph type="title"/>
          </p:nvPr>
        </p:nvSpPr>
        <p:spPr>
          <a:xfrm>
            <a:off x="456625" y="459400"/>
            <a:ext cx="6373200" cy="6333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SzPts val="3000"/>
              <a:buNone/>
            </a:pPr>
            <a:r>
              <a:rPr lang="en-US"/>
              <a:t>Business Development Manager</a:t>
            </a:r>
            <a:endParaRPr/>
          </a:p>
        </p:txBody>
      </p:sp>
      <p:sp>
        <p:nvSpPr>
          <p:cNvPr id="705" name="Google Shape;705;p17"/>
          <p:cNvSpPr txBox="1"/>
          <p:nvPr>
            <p:ph idx="1" type="subTitle"/>
          </p:nvPr>
        </p:nvSpPr>
        <p:spPr>
          <a:xfrm>
            <a:off x="460475" y="1026100"/>
            <a:ext cx="5473200" cy="6474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1000"/>
              </a:spcBef>
              <a:spcAft>
                <a:spcPts val="0"/>
              </a:spcAft>
              <a:buSzPts val="1500"/>
              <a:buNone/>
            </a:pPr>
            <a:r>
              <a:rPr lang="en-US"/>
              <a:t>Roles &amp; Responsibilities</a:t>
            </a:r>
            <a:endParaRPr/>
          </a:p>
        </p:txBody>
      </p:sp>
      <p:sp>
        <p:nvSpPr>
          <p:cNvPr id="706" name="Google Shape;706;p17"/>
          <p:cNvSpPr txBox="1"/>
          <p:nvPr/>
        </p:nvSpPr>
        <p:spPr>
          <a:xfrm>
            <a:off x="539850" y="1358650"/>
            <a:ext cx="11112300" cy="3156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5C2074"/>
                </a:solidFill>
                <a:latin typeface="Inter ExtraBold"/>
                <a:ea typeface="Inter ExtraBold"/>
                <a:cs typeface="Inter ExtraBold"/>
                <a:sym typeface="Inter ExtraBold"/>
              </a:rPr>
              <a:t>Mission:</a:t>
            </a:r>
            <a:endParaRPr b="1" i="0" sz="1200" u="none" cap="none" strike="noStrike">
              <a:solidFill>
                <a:srgbClr val="5C2074"/>
              </a:solidFill>
              <a:latin typeface="Inter ExtraBold"/>
              <a:ea typeface="Inter ExtraBold"/>
              <a:cs typeface="Inter ExtraBold"/>
              <a:sym typeface="Inter ExtraBold"/>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Inter"/>
              <a:ea typeface="Inter"/>
              <a:cs typeface="Inter"/>
              <a:sym typeface="Inter"/>
            </a:endParaRPr>
          </a:p>
          <a:p>
            <a:pPr indent="0" lvl="0" marL="0" marR="0" rtl="0" algn="just">
              <a:lnSpc>
                <a:spcPct val="107916"/>
              </a:lnSpc>
              <a:spcBef>
                <a:spcPts val="0"/>
              </a:spcBef>
              <a:spcAft>
                <a:spcPts val="0"/>
              </a:spcAft>
              <a:buClr>
                <a:srgbClr val="000000"/>
              </a:buClr>
              <a:buSzPts val="1000"/>
              <a:buFont typeface="Arial"/>
              <a:buNone/>
            </a:pPr>
            <a:r>
              <a:rPr b="0" i="1" lang="en-US" sz="1000" u="none" cap="none" strike="noStrike">
                <a:solidFill>
                  <a:srgbClr val="000000"/>
                </a:solidFill>
                <a:latin typeface="Inter"/>
                <a:ea typeface="Inter"/>
                <a:cs typeface="Inter"/>
                <a:sym typeface="Inter"/>
              </a:rPr>
              <a:t>To be the face of the organization with our distribution partners by improving perceptions and increasing the adoption of our organization, products, and capabilities. This person will live our values (friendly, helpful, and solution-oriented) with the ultimate goal of bringing in more opportunities for us to write business.</a:t>
            </a:r>
            <a:endParaRPr b="0" i="1" sz="1000" u="none" cap="none" strike="noStrike">
              <a:solidFill>
                <a:srgbClr val="000000"/>
              </a:solidFill>
              <a:latin typeface="Inter"/>
              <a:ea typeface="Inter"/>
              <a:cs typeface="Inter"/>
              <a:sym typeface="Inter"/>
            </a:endParaRPr>
          </a:p>
          <a:p>
            <a:pPr indent="0" lvl="0" marL="0" marR="0" rtl="0" algn="l">
              <a:lnSpc>
                <a:spcPct val="100000"/>
              </a:lnSpc>
              <a:spcBef>
                <a:spcPts val="800"/>
              </a:spcBef>
              <a:spcAft>
                <a:spcPts val="0"/>
              </a:spcAft>
              <a:buClr>
                <a:srgbClr val="000000"/>
              </a:buClr>
              <a:buSzPts val="1200"/>
              <a:buFont typeface="Arial"/>
              <a:buNone/>
            </a:pPr>
            <a:r>
              <a:rPr b="1" i="0" lang="en-US" sz="1200" u="none" cap="none" strike="noStrike">
                <a:solidFill>
                  <a:srgbClr val="5C2074"/>
                </a:solidFill>
                <a:latin typeface="Inter"/>
                <a:ea typeface="Inter"/>
                <a:cs typeface="Inter"/>
                <a:sym typeface="Inter"/>
              </a:rPr>
              <a:t>Objectives:</a:t>
            </a:r>
            <a:endParaRPr b="1" i="0" sz="1200" u="none" cap="none" strike="noStrike">
              <a:solidFill>
                <a:srgbClr val="5C2074"/>
              </a:solidFill>
              <a:latin typeface="Inter ExtraBold"/>
              <a:ea typeface="Inter ExtraBold"/>
              <a:cs typeface="Inter ExtraBold"/>
              <a:sym typeface="Inter ExtraBold"/>
            </a:endParaRPr>
          </a:p>
          <a:p>
            <a:pPr indent="0" lvl="0" marL="0" marR="0" rtl="0" algn="just">
              <a:lnSpc>
                <a:spcPct val="115000"/>
              </a:lnSpc>
              <a:spcBef>
                <a:spcPts val="0"/>
              </a:spcBef>
              <a:spcAft>
                <a:spcPts val="0"/>
              </a:spcAft>
              <a:buClr>
                <a:srgbClr val="000000"/>
              </a:buClr>
              <a:buSzPts val="1000"/>
              <a:buFont typeface="Arial"/>
              <a:buNone/>
            </a:pPr>
            <a:r>
              <a:t/>
            </a:r>
            <a:endParaRPr b="0" i="0" sz="1000" u="none" cap="none" strike="noStrike">
              <a:solidFill>
                <a:srgbClr val="000000"/>
              </a:solidFill>
              <a:latin typeface="Inter"/>
              <a:ea typeface="Inter"/>
              <a:cs typeface="Inter"/>
              <a:sym typeface="Inter"/>
            </a:endParaRPr>
          </a:p>
          <a:p>
            <a:pPr indent="-228600" lvl="0" marL="228600" marR="0" rtl="0" algn="just">
              <a:lnSpc>
                <a:spcPct val="115000"/>
              </a:lnSpc>
              <a:spcBef>
                <a:spcPts val="0"/>
              </a:spcBef>
              <a:spcAft>
                <a:spcPts val="0"/>
              </a:spcAft>
              <a:buClr>
                <a:srgbClr val="CF7AED"/>
              </a:buClr>
              <a:buSzPts val="1000"/>
              <a:buFont typeface="Inter"/>
              <a:buChar char="●"/>
            </a:pPr>
            <a:r>
              <a:rPr b="0" i="1" lang="en-US" sz="1000" u="none" cap="none" strike="noStrike">
                <a:solidFill>
                  <a:srgbClr val="000000"/>
                </a:solidFill>
                <a:latin typeface="Inter"/>
                <a:ea typeface="Inter"/>
                <a:cs typeface="Inter"/>
                <a:sym typeface="Inter"/>
              </a:rPr>
              <a:t>To contribute to the company goal EBITDA </a:t>
            </a:r>
            <a:endParaRPr b="0" i="1" sz="1000" u="none" cap="none" strike="noStrike">
              <a:solidFill>
                <a:srgbClr val="000000"/>
              </a:solidFill>
              <a:latin typeface="Inter"/>
              <a:ea typeface="Inter"/>
              <a:cs typeface="Inter"/>
              <a:sym typeface="Inter"/>
            </a:endParaRPr>
          </a:p>
          <a:p>
            <a:pPr indent="0" lvl="0" marL="228600" marR="0" rtl="0" algn="just">
              <a:lnSpc>
                <a:spcPct val="115000"/>
              </a:lnSpc>
              <a:spcBef>
                <a:spcPts val="0"/>
              </a:spcBef>
              <a:spcAft>
                <a:spcPts val="0"/>
              </a:spcAft>
              <a:buClr>
                <a:srgbClr val="000000"/>
              </a:buClr>
              <a:buSzPts val="1000"/>
              <a:buFont typeface="Arial"/>
              <a:buNone/>
            </a:pPr>
            <a:r>
              <a:t/>
            </a:r>
            <a:endParaRPr b="0" i="1" sz="1000" u="none" cap="none" strike="noStrike">
              <a:solidFill>
                <a:srgbClr val="000000"/>
              </a:solidFill>
              <a:latin typeface="Inter"/>
              <a:ea typeface="Inter"/>
              <a:cs typeface="Inter"/>
              <a:sym typeface="Inter"/>
            </a:endParaRPr>
          </a:p>
          <a:p>
            <a:pPr indent="-228600" lvl="0" marL="228600" marR="0" rtl="0" algn="just">
              <a:lnSpc>
                <a:spcPct val="115000"/>
              </a:lnSpc>
              <a:spcBef>
                <a:spcPts val="0"/>
              </a:spcBef>
              <a:spcAft>
                <a:spcPts val="0"/>
              </a:spcAft>
              <a:buClr>
                <a:srgbClr val="CF7AED"/>
              </a:buClr>
              <a:buSzPts val="1000"/>
              <a:buFont typeface="Inter"/>
              <a:buChar char="●"/>
            </a:pPr>
            <a:r>
              <a:rPr b="0" i="1" lang="en-US" sz="1000" u="none" cap="none" strike="noStrike">
                <a:solidFill>
                  <a:srgbClr val="000000"/>
                </a:solidFill>
                <a:latin typeface="Inter"/>
                <a:ea typeface="Inter"/>
                <a:cs typeface="Inter"/>
                <a:sym typeface="Inter"/>
              </a:rPr>
              <a:t>Identify and onboard at least 2 new high value agency partners that will contribute to achieving your region’s new partnership goal.  Production targets for the new partnerships by region are:</a:t>
            </a:r>
            <a:endParaRPr b="0" i="1" sz="1000" u="none" cap="none" strike="noStrike">
              <a:solidFill>
                <a:srgbClr val="000000"/>
              </a:solidFill>
              <a:latin typeface="Inter"/>
              <a:ea typeface="Inter"/>
              <a:cs typeface="Inter"/>
              <a:sym typeface="Inter"/>
            </a:endParaRPr>
          </a:p>
          <a:p>
            <a:pPr indent="0" lvl="0" marL="228600" marR="0" rtl="0" algn="just">
              <a:lnSpc>
                <a:spcPct val="115000"/>
              </a:lnSpc>
              <a:spcBef>
                <a:spcPts val="0"/>
              </a:spcBef>
              <a:spcAft>
                <a:spcPts val="0"/>
              </a:spcAft>
              <a:buClr>
                <a:srgbClr val="000000"/>
              </a:buClr>
              <a:buSzPts val="1000"/>
              <a:buFont typeface="Arial"/>
              <a:buNone/>
            </a:pPr>
            <a:r>
              <a:t/>
            </a:r>
            <a:endParaRPr b="0" i="1" sz="1000" u="none" cap="none" strike="noStrike">
              <a:solidFill>
                <a:srgbClr val="000000"/>
              </a:solidFill>
              <a:latin typeface="Inter"/>
              <a:ea typeface="Inter"/>
              <a:cs typeface="Inter"/>
              <a:sym typeface="Inter"/>
            </a:endParaRPr>
          </a:p>
          <a:p>
            <a:pPr indent="-228600" lvl="0" marL="228600" marR="0" rtl="0" algn="just">
              <a:lnSpc>
                <a:spcPct val="115000"/>
              </a:lnSpc>
              <a:spcBef>
                <a:spcPts val="0"/>
              </a:spcBef>
              <a:spcAft>
                <a:spcPts val="0"/>
              </a:spcAft>
              <a:buClr>
                <a:srgbClr val="CF7AED"/>
              </a:buClr>
              <a:buSzPts val="1000"/>
              <a:buFont typeface="Inter"/>
              <a:buChar char="●"/>
            </a:pPr>
            <a:r>
              <a:rPr b="0" i="1" lang="en-US" sz="1000" u="none" cap="none" strike="noStrike">
                <a:solidFill>
                  <a:srgbClr val="000000"/>
                </a:solidFill>
                <a:latin typeface="Inter"/>
                <a:ea typeface="Inter"/>
                <a:cs typeface="Inter"/>
                <a:sym typeface="Inter"/>
              </a:rPr>
              <a:t>Achieve a renewal retention rate of  60% in your portfolio of agencies</a:t>
            </a:r>
            <a:endParaRPr b="0" i="0" sz="1000" u="none" cap="none" strike="noStrike">
              <a:solidFill>
                <a:srgbClr val="000000"/>
              </a:solidFill>
              <a:latin typeface="Inter"/>
              <a:ea typeface="Inter"/>
              <a:cs typeface="Inter"/>
              <a:sym typeface="Inter"/>
            </a:endParaRPr>
          </a:p>
          <a:p>
            <a:pPr indent="0" lvl="0" marL="228600" marR="0" rtl="0" algn="just">
              <a:lnSpc>
                <a:spcPct val="115000"/>
              </a:lnSpc>
              <a:spcBef>
                <a:spcPts val="0"/>
              </a:spcBef>
              <a:spcAft>
                <a:spcPts val="0"/>
              </a:spcAft>
              <a:buClr>
                <a:srgbClr val="000000"/>
              </a:buClr>
              <a:buSzPts val="1000"/>
              <a:buFont typeface="Arial"/>
              <a:buNone/>
            </a:pPr>
            <a:r>
              <a:t/>
            </a:r>
            <a:endParaRPr b="0" i="1" sz="1000" u="none" cap="none" strike="noStrike">
              <a:solidFill>
                <a:srgbClr val="000000"/>
              </a:solidFill>
              <a:latin typeface="Inter"/>
              <a:ea typeface="Inter"/>
              <a:cs typeface="Inter"/>
              <a:sym typeface="Inter"/>
            </a:endParaRPr>
          </a:p>
          <a:p>
            <a:pPr indent="-228600" lvl="0" marL="228600" marR="0" rtl="0" algn="just">
              <a:lnSpc>
                <a:spcPct val="115000"/>
              </a:lnSpc>
              <a:spcBef>
                <a:spcPts val="0"/>
              </a:spcBef>
              <a:spcAft>
                <a:spcPts val="0"/>
              </a:spcAft>
              <a:buClr>
                <a:srgbClr val="CF7AED"/>
              </a:buClr>
              <a:buSzPts val="1000"/>
              <a:buFont typeface="Inter"/>
              <a:buChar char="●"/>
            </a:pPr>
            <a:r>
              <a:rPr b="0" i="1" lang="en-US" sz="1000" u="none" cap="none" strike="noStrike">
                <a:solidFill>
                  <a:srgbClr val="000000"/>
                </a:solidFill>
                <a:latin typeface="Inter"/>
                <a:ea typeface="Inter"/>
                <a:cs typeface="Inter"/>
                <a:sym typeface="Inter"/>
              </a:rPr>
              <a:t>Develop business plans for each agency partner in your portfolio.  These plans are to be reviewed with appropriate region specific BDL each month and amended as the business evolves. </a:t>
            </a:r>
            <a:endParaRPr b="0" i="0" sz="1000" u="none" cap="none" strike="noStrike">
              <a:solidFill>
                <a:srgbClr val="000000"/>
              </a:solidFill>
              <a:latin typeface="Inter"/>
              <a:ea typeface="Inter"/>
              <a:cs typeface="Inter"/>
              <a:sym typeface="Inter"/>
            </a:endParaRPr>
          </a:p>
          <a:p>
            <a:pPr indent="0" lvl="0" marL="685800" marR="0" rtl="0" algn="just">
              <a:lnSpc>
                <a:spcPct val="115000"/>
              </a:lnSpc>
              <a:spcBef>
                <a:spcPts val="0"/>
              </a:spcBef>
              <a:spcAft>
                <a:spcPts val="0"/>
              </a:spcAft>
              <a:buClr>
                <a:srgbClr val="000000"/>
              </a:buClr>
              <a:buSzPts val="1400"/>
              <a:buFont typeface="Arial"/>
              <a:buNone/>
            </a:pPr>
            <a:r>
              <a:t/>
            </a:r>
            <a:endParaRPr b="0" i="0" sz="1400" u="none" cap="none" strike="noStrike">
              <a:solidFill>
                <a:srgbClr val="5C2074"/>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9"/>
          <p:cNvSpPr txBox="1"/>
          <p:nvPr>
            <p:ph type="ctrTitle"/>
          </p:nvPr>
        </p:nvSpPr>
        <p:spPr>
          <a:xfrm>
            <a:off x="191025" y="2070150"/>
            <a:ext cx="5176500" cy="2717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5000"/>
              <a:buFont typeface="Arial"/>
              <a:buNone/>
            </a:pPr>
            <a:r>
              <a:rPr lang="en-US">
                <a:latin typeface="Montserrat"/>
                <a:ea typeface="Montserrat"/>
                <a:cs typeface="Montserrat"/>
                <a:sym typeface="Montserrat"/>
              </a:rPr>
              <a:t>Team Metrics &amp; Partner Reporting</a:t>
            </a:r>
            <a:endParaRPr>
              <a:latin typeface="Montserrat"/>
              <a:ea typeface="Montserrat"/>
              <a:cs typeface="Montserrat"/>
              <a:sym typeface="Montserrat"/>
            </a:endParaRPr>
          </a:p>
        </p:txBody>
      </p:sp>
      <p:pic>
        <p:nvPicPr>
          <p:cNvPr id="712" name="Google Shape;712;p19"/>
          <p:cNvPicPr preferRelativeResize="0"/>
          <p:nvPr>
            <p:ph idx="2" type="pic"/>
          </p:nvPr>
        </p:nvPicPr>
        <p:blipFill rotWithShape="1">
          <a:blip r:embed="rId3">
            <a:alphaModFix/>
          </a:blip>
          <a:srcRect b="0" l="6852" r="6852" t="0"/>
          <a:stretch/>
        </p:blipFill>
        <p:spPr>
          <a:xfrm>
            <a:off x="5478000" y="71475"/>
            <a:ext cx="6713999" cy="67865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20"/>
          <p:cNvSpPr txBox="1"/>
          <p:nvPr>
            <p:ph type="title"/>
          </p:nvPr>
        </p:nvSpPr>
        <p:spPr>
          <a:xfrm>
            <a:off x="460475" y="454900"/>
            <a:ext cx="6167400" cy="554100"/>
          </a:xfrm>
          <a:prstGeom prst="rect">
            <a:avLst/>
          </a:prstGeom>
          <a:noFill/>
          <a:ln>
            <a:noFill/>
          </a:ln>
        </p:spPr>
        <p:txBody>
          <a:bodyPr anchorCtr="0" anchor="b" bIns="45700" lIns="91425" spcFirstLastPara="1" rIns="91425" wrap="square" tIns="45700">
            <a:spAutoFit/>
          </a:bodyPr>
          <a:lstStyle/>
          <a:p>
            <a:pPr indent="0" lvl="0" marL="0" rtl="0" algn="l">
              <a:lnSpc>
                <a:spcPct val="115000"/>
              </a:lnSpc>
              <a:spcBef>
                <a:spcPts val="0"/>
              </a:spcBef>
              <a:spcAft>
                <a:spcPts val="0"/>
              </a:spcAft>
              <a:buSzPts val="3000"/>
              <a:buNone/>
            </a:pPr>
            <a:r>
              <a:rPr lang="en-US"/>
              <a:t>Partner Metrics </a:t>
            </a:r>
            <a:endParaRPr/>
          </a:p>
        </p:txBody>
      </p:sp>
      <p:sp>
        <p:nvSpPr>
          <p:cNvPr id="719" name="Google Shape;719;p20"/>
          <p:cNvSpPr txBox="1"/>
          <p:nvPr>
            <p:ph idx="1" type="subTitle"/>
          </p:nvPr>
        </p:nvSpPr>
        <p:spPr>
          <a:xfrm>
            <a:off x="460475" y="1026100"/>
            <a:ext cx="5473200" cy="6474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1000"/>
              </a:spcBef>
              <a:spcAft>
                <a:spcPts val="0"/>
              </a:spcAft>
              <a:buSzPts val="1500"/>
              <a:buNone/>
            </a:pPr>
            <a:r>
              <a:rPr lang="en-US" sz="2100"/>
              <a:t>Analyzing Production </a:t>
            </a:r>
            <a:endParaRPr sz="2100"/>
          </a:p>
        </p:txBody>
      </p:sp>
      <p:pic>
        <p:nvPicPr>
          <p:cNvPr id="720" name="Google Shape;720;p20"/>
          <p:cNvPicPr preferRelativeResize="0"/>
          <p:nvPr/>
        </p:nvPicPr>
        <p:blipFill rotWithShape="1">
          <a:blip r:embed="rId3">
            <a:alphaModFix/>
          </a:blip>
          <a:srcRect b="0" l="0" r="0" t="0"/>
          <a:stretch/>
        </p:blipFill>
        <p:spPr>
          <a:xfrm>
            <a:off x="220313" y="1478225"/>
            <a:ext cx="5953525" cy="5379781"/>
          </a:xfrm>
          <a:prstGeom prst="rect">
            <a:avLst/>
          </a:prstGeom>
          <a:noFill/>
          <a:ln>
            <a:noFill/>
          </a:ln>
        </p:spPr>
      </p:pic>
      <p:pic>
        <p:nvPicPr>
          <p:cNvPr id="721" name="Google Shape;721;p20"/>
          <p:cNvPicPr preferRelativeResize="0"/>
          <p:nvPr/>
        </p:nvPicPr>
        <p:blipFill rotWithShape="1">
          <a:blip r:embed="rId4">
            <a:alphaModFix/>
          </a:blip>
          <a:srcRect b="0" l="0" r="0" t="0"/>
          <a:stretch/>
        </p:blipFill>
        <p:spPr>
          <a:xfrm>
            <a:off x="6173837" y="1478225"/>
            <a:ext cx="5713363" cy="480327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21"/>
          <p:cNvSpPr txBox="1"/>
          <p:nvPr>
            <p:ph type="title"/>
          </p:nvPr>
        </p:nvSpPr>
        <p:spPr>
          <a:xfrm>
            <a:off x="460475" y="454900"/>
            <a:ext cx="6167400" cy="554100"/>
          </a:xfrm>
          <a:prstGeom prst="rect">
            <a:avLst/>
          </a:prstGeom>
          <a:noFill/>
          <a:ln>
            <a:noFill/>
          </a:ln>
        </p:spPr>
        <p:txBody>
          <a:bodyPr anchorCtr="0" anchor="b" bIns="45700" lIns="91425" spcFirstLastPara="1" rIns="91425" wrap="square" tIns="45700">
            <a:spAutoFit/>
          </a:bodyPr>
          <a:lstStyle/>
          <a:p>
            <a:pPr indent="0" lvl="0" marL="0" rtl="0" algn="l">
              <a:lnSpc>
                <a:spcPct val="115000"/>
              </a:lnSpc>
              <a:spcBef>
                <a:spcPts val="0"/>
              </a:spcBef>
              <a:spcAft>
                <a:spcPts val="0"/>
              </a:spcAft>
              <a:buSzPts val="3000"/>
              <a:buNone/>
            </a:pPr>
            <a:r>
              <a:rPr lang="en-US"/>
              <a:t>Growth Metrics </a:t>
            </a:r>
            <a:endParaRPr/>
          </a:p>
        </p:txBody>
      </p:sp>
      <p:sp>
        <p:nvSpPr>
          <p:cNvPr id="728" name="Google Shape;728;p21"/>
          <p:cNvSpPr txBox="1"/>
          <p:nvPr>
            <p:ph idx="1" type="subTitle"/>
          </p:nvPr>
        </p:nvSpPr>
        <p:spPr>
          <a:xfrm>
            <a:off x="460475" y="1026100"/>
            <a:ext cx="5473200" cy="6474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1000"/>
              </a:spcBef>
              <a:spcAft>
                <a:spcPts val="0"/>
              </a:spcAft>
              <a:buSzPts val="1500"/>
              <a:buNone/>
            </a:pPr>
            <a:r>
              <a:rPr lang="en-US" sz="2100"/>
              <a:t>Business Development Leaderboard </a:t>
            </a:r>
            <a:endParaRPr sz="2100"/>
          </a:p>
        </p:txBody>
      </p:sp>
      <p:pic>
        <p:nvPicPr>
          <p:cNvPr id="729" name="Google Shape;729;p21"/>
          <p:cNvPicPr preferRelativeResize="0"/>
          <p:nvPr/>
        </p:nvPicPr>
        <p:blipFill rotWithShape="1">
          <a:blip r:embed="rId3">
            <a:alphaModFix/>
          </a:blip>
          <a:srcRect b="0" l="0" r="0" t="0"/>
          <a:stretch/>
        </p:blipFill>
        <p:spPr>
          <a:xfrm>
            <a:off x="460475" y="1523750"/>
            <a:ext cx="4558750" cy="5266125"/>
          </a:xfrm>
          <a:prstGeom prst="rect">
            <a:avLst/>
          </a:prstGeom>
          <a:noFill/>
          <a:ln>
            <a:noFill/>
          </a:ln>
        </p:spPr>
      </p:pic>
      <p:pic>
        <p:nvPicPr>
          <p:cNvPr id="730" name="Google Shape;730;p21"/>
          <p:cNvPicPr preferRelativeResize="0"/>
          <p:nvPr/>
        </p:nvPicPr>
        <p:blipFill rotWithShape="1">
          <a:blip r:embed="rId4">
            <a:alphaModFix/>
          </a:blip>
          <a:srcRect b="0" l="0" r="0" t="0"/>
          <a:stretch/>
        </p:blipFill>
        <p:spPr>
          <a:xfrm>
            <a:off x="5417700" y="1456074"/>
            <a:ext cx="4810499" cy="53337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F6EEA"/>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P.Cole Financial Model">
      <a:dk1>
        <a:srgbClr val="000000"/>
      </a:dk1>
      <a:lt1>
        <a:srgbClr val="FFFFFF"/>
      </a:lt1>
      <a:dk2>
        <a:srgbClr val="44546A"/>
      </a:dk2>
      <a:lt2>
        <a:srgbClr val="E7E6E6"/>
      </a:lt2>
      <a:accent1>
        <a:srgbClr val="613675"/>
      </a:accent1>
      <a:accent2>
        <a:srgbClr val="CE7BED"/>
      </a:accent2>
      <a:accent3>
        <a:srgbClr val="EAC5F7"/>
      </a:accent3>
      <a:accent4>
        <a:srgbClr val="16B3B1"/>
      </a:accent4>
      <a:accent5>
        <a:srgbClr val="AFECE7"/>
      </a:accent5>
      <a:accent6>
        <a:srgbClr val="748AFC"/>
      </a:accent6>
      <a:hlink>
        <a:srgbClr val="CE7BED"/>
      </a:hlink>
      <a:folHlink>
        <a:srgbClr val="61367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over Whale 1">
      <a:dk1>
        <a:srgbClr val="431257"/>
      </a:dk1>
      <a:lt1>
        <a:srgbClr val="FFFFFF"/>
      </a:lt1>
      <a:dk2>
        <a:srgbClr val="5B2073"/>
      </a:dk2>
      <a:lt2>
        <a:srgbClr val="E7E6E6"/>
      </a:lt2>
      <a:accent1>
        <a:srgbClr val="DF6FEA"/>
      </a:accent1>
      <a:accent2>
        <a:srgbClr val="9524E9"/>
      </a:accent2>
      <a:accent3>
        <a:srgbClr val="6C65D6"/>
      </a:accent3>
      <a:accent4>
        <a:srgbClr val="D450E0"/>
      </a:accent4>
      <a:accent5>
        <a:srgbClr val="32123E"/>
      </a:accent5>
      <a:accent6>
        <a:srgbClr val="F6E1FF"/>
      </a:accent6>
      <a:hlink>
        <a:srgbClr val="DF6FEA"/>
      </a:hlink>
      <a:folHlink>
        <a:srgbClr val="9524E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George Soteropoulos</dc:creator>
</cp:coreProperties>
</file>