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Surefire Insurance Agency Corp.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$3,442,404.07 / $3,649,188.70 / $843,963.07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24.29%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$4,819,365.70  (17.5%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41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$591,569.34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70.1%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99  |  Binds: 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$252,393.73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29.9%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34.8%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$308.4K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$209.6K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$104.4K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$233.2K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