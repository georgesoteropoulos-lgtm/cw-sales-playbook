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Surefire Insurance Agency Corp.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$3,442,404.07 / $3,649,188.70 / $843,963.07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22.14%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$4,819,365.70  (17.5%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42  |  Binds: 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$565,713.17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67.0%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98  |  Binds: 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$278,249.90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33.0%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34.8%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31.2%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$308.4K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$209.6K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$104.4K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