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American Fleet Insurance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$10,036,377.54 / $10,941,034.30 / $3,741,882.12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7.77%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$14,050,928.56  (26.6%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122  |  Binds: 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$372,194.35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9.9%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2425  |  Binds: 190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$3,369,687.77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90.1%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660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590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604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$1.10M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$577.0K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$1.02M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$687.1K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$1.18M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$26.0K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