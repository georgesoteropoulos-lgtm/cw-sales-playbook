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American Fleet Insurance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$10,036,377.54 / $11,252,964.33 / $4,053,812.15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7.56%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$14,050,928.56  (28.9%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132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$393,129.72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9.7%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2554  |  Binds: 195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$3,660,682.43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90.3%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$999.0K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