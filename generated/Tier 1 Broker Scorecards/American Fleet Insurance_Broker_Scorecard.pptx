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$11,179,396.98 / $3,980,244.80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125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$381,906.59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2484  |  Binds: 192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$3,598,338.21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$925.4K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