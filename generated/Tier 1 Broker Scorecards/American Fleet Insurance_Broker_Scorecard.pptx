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American Fleet Insurance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$10,036,377.54 / $10,293,984.59 / $4,116,909.85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7.52%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$14,050,928.56  (29.3%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132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$542,148.53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13.2%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2582  |  Binds: 195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$3,574,761.32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86.8%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$1.01M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