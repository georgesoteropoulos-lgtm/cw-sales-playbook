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American Fleet Insurance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$10,036,377.54 / $11,250,603.52 / $4,051,451.34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7.53%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$14,050,928.56  (28.8%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127  |  Binds: 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$397,618.11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9.8%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2501  |  Binds: 190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$3,653,833.23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90.2%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776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660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13.0%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18.3%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70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108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$1.10M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$577.0K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$1.02M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$996.6K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$1.18M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$26.0K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