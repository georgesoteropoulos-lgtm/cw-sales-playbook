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American Fleet Insurance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$10,036,377.54 / $11,251,938.83 / $4,052,786.65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7.48%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$14,050,928.56  (28.8%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132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$398,869.47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9.8%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2527  |  Binds: 191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$3,653,917.18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90.2%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$998.0K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