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American Fleet Insurance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$10,036,377.54 / $10,941,034.30 / $3,741,882.12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7.81%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$14,050,928.56  (26.6%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122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$376,183.44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2399  |  Binds: 189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$3,365,698.68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89.9%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$687.1K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