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$11,168,638.07 / $3,969,485.89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7.75%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124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$380,868.27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2471  |  Binds: 193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$3,588,617.62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$914.7K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