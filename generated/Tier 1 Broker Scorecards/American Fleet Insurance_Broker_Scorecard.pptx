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$11,179,396.98 / $3,980,244.80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$387,073.71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2484  |  Binds: 190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$3,593,171.09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$925.4K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