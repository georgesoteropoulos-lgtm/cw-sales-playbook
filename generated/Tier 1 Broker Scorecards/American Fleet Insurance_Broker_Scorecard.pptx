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American Fleet Insurance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$10,036,377.54 / $11,177,739.79 / $3,978,587.61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7.63%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$14,050,928.56  (28.3%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125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$384,558.56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9.7%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2482  |  Binds: 191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$3,594,029.05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$923.8K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