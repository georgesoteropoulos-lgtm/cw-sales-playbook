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American Fleet Insurance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$10,036,377.54 / $10,904,341.67 / $3,705,189.49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7.81%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$14,050,928.56  (26.4%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121  |  Binds: 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$376,481.10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10.2%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2375  |  Binds: 187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$3,328,708.39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89.8%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776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660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590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604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$1.10M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$577.0K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$1.02M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$650.4K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$1.18M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$26.0K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