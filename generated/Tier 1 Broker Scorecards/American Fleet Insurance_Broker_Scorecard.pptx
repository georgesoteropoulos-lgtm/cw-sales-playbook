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$11,118,666.48 / $3,919,514.30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(27.9%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122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$369,992.90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2453  |  Binds: 195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$3,549,521.40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