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American Fleet Insurance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$10,036,377.54 / $11,261,436.48 / $4,062,284.30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7.56%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$14,050,928.56  (28.9%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132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$530,468.13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13.1%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2578  |  Binds: 196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$3,531,816.17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86.9%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$577.0K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$1.02M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$1.01M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