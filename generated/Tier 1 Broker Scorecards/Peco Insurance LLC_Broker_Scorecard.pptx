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$2,082,619.76 / $351,513.46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$86,093.67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$265,419.79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