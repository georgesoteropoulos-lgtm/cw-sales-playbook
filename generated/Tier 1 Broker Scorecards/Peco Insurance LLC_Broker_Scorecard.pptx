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$2,082,338.95 / $351,232.65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$96,261.82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163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$254,970.83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