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Peco Insurance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$2,449,764.72 / $2,082,338.95 / $351,232.65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11.90%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$3,429,670.61  (10.2%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$93,480.15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26.6%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162  |  Binds: 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$257,752.50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73.4%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$282.6K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