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Peco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$2,449,764.72 / $1,967,700.58 / $351,232.65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12.35%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$3,429,670.61  (10.2%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$90,187.14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164  |  Binds: 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$261,045.51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