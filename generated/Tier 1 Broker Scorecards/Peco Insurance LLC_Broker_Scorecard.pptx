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Peco Insurance LLC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$2,449,764.72 / $2,082,837.39 / $351,731.09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13.25%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$3,429,670.61  (10.3%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6  |  Binds: 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$79,412.80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22.6%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160  |  Binds: 20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$272,318.29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77.4%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170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32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137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127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13.5%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21.9%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20.4%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28.6%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21.3%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$171.7K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$18.2K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$114.6K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$401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$282.6K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