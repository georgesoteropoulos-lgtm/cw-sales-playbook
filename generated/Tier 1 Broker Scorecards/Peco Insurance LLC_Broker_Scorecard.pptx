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Peco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$2,449,764.72 / $2,082,619.76 / $351,513.46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$3,429,670.61  (10.2%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$111,281.46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31.7%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161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$240,232.00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68.3%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$183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