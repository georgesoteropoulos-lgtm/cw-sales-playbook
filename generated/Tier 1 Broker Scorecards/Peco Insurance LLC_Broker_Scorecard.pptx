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Peco Insurance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$2,449,764.72 / $2,082,837.39 / $351,731.09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13.86%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$3,429,670.61  (10.3%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$97,551.47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27.7%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159  |  Binds: 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$254,179.62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72.3%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$171.7K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$18.2K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$401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$282.6K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