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$2,082,619.76 / $351,513.46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11.90%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6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$82,016.78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162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$269,496.68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$183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