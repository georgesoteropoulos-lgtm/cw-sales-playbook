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$2,082,928.31 / $351,822.01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$83,248.73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161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$268,573.28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$492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