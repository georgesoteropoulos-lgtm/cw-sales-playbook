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$2,082,255.87 / $351,149.57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12.05%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$111,168.99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159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$239,980.58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