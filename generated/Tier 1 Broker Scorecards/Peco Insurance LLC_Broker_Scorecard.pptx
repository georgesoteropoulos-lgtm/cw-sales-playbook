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$2,082,338.95 / $351,232.65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$95,304.40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$255,928.25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