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Peco Insurance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$2,449,764.72 / $2,082,338.95 / $351,232.65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11.83%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$3,429,670.61  (10.2%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6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$87,689.39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25.0%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163  |  Binds: 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$263,543.26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75.0%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16.1%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$171.7K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$18.2K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$114.6K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$282.6K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