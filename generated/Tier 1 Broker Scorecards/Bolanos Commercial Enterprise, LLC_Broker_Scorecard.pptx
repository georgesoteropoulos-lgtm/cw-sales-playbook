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$752,126.57 / $134,802.81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12.69%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$44,422.00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130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$90,380.81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