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Bolanos Commercial Enterprise,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$1,014,499.25 / $752,126.57 / $134,802.81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12.78%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$1,420,298.95  (9.5%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$44,422.00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33.0%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129  |  Binds: 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$90,380.81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67.0%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