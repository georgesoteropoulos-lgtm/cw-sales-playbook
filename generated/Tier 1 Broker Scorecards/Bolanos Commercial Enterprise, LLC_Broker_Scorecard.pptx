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$659,474.46 / $136,838.04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$136,838.04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