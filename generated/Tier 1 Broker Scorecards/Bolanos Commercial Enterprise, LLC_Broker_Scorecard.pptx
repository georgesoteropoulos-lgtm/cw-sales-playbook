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$753,192.80 / $135,869.04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$135,869.04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