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Bolanos Commercial Enterprise,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$1,014,499.25 / $752,126.57 / $134,802.81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13.08%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$1,420,298.95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$44,298.50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126  |  Binds: 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$90,504.31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$69.2K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$94.7K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