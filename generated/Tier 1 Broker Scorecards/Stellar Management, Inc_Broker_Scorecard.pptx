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Stellar Management,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$2,606,142.41 / $2,359,576.38 / $687,532.56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2.60%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$3,648,599.37  (18.8%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105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$205,488.37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29.9%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778  |  Binds: 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$482,044.19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70.1%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$290.3K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