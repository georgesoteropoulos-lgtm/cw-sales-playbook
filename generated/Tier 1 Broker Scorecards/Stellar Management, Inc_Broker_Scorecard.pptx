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$2,355,956.42 / $683,912.60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$353,403.06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762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$330,509.54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