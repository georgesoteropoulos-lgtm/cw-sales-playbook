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Stellar Management,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$2,606,142.41 / $2,169,035.47 / $732,695.21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2.73%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$3,648,599.37  (20.1%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116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$358,091.69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48.9%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835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$374,603.52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51.1%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