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$2,378,115.73 / $706,071.91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$354,084.90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805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$351,987.01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