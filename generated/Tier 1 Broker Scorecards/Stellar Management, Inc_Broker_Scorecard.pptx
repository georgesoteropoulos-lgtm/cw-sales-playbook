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Stellar Management,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$2,606,142.41 / $2,378,115.73 / $706,071.91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2.85%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$3,648,599.37  (19.4%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108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$334,133.59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805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$371,938.32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