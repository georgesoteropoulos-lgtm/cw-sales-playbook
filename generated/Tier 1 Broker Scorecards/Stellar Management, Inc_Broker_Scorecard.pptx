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400" b="1">
                <a:solidFill>
                  <a:srgbClr val="FFFFFF"/>
                </a:solidFill>
                <a:latin typeface="Georgia"/>
              </a:rPr>
              <a:t>  Cover Whale Broker Scorecard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74320" y="731520"/>
          <a:ext cx="8594445" cy="1865376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2864815"/>
                <a:gridCol w="2864815"/>
              </a:tblGrid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Agency: Stellar Management, Inc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2025 Full Year GWP / Rolling 12 Mo / YTD GWP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Tier  |  Hit Ratio / DOT Goal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Annual Goal (40% Growth)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latin typeface="Segoe UI"/>
                        </a:rPr>
                        <a:t>$2,606,142.41 / $2,377,074.10 / $705,030.28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Tier 1  |  2.78% / 15.00%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$3,648,599.37  (19.3% achieved)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Submission Metrics YTD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Submissions &amp; Binds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Book 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Subs: 112  |  Binds: 4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Bound Premium: $333,753.42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Book %: 47.3%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Subs: 822  |  Binds: 22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Bound Premium: $371,276.86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Book %: 52.7%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 Metrics YOY Comparison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74320" y="2560320"/>
          <a:ext cx="8598097" cy="1417320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955547"/>
                <a:gridCol w="955547"/>
                <a:gridCol w="955547"/>
                <a:gridCol w="955547"/>
                <a:gridCol w="955547"/>
                <a:gridCol w="955547"/>
              </a:tblGrid>
              <a:tr h="320040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Metric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Completed Submissions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139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194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155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192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189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Hit Ratio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7.9%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5.2%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13.5%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2.6%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13.8%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Binds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10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5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26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$290.3K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DC2626"/>
                          </a:solidFill>
                          <a:latin typeface="Segoe UI"/>
                        </a:rPr>
                        <a:t>$66.1K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$235.7K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DC2626"/>
                          </a:solidFill>
                          <a:latin typeface="Segoe UI"/>
                        </a:rPr>
                        <a:t>$51.6K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$313.6K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