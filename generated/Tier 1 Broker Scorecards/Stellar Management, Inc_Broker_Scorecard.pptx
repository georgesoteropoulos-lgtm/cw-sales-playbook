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Stellar Management,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$2,606,142.41 / $2,377,074.10 / $705,030.28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2.76%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$3,648,599.37  (19.3%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115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$333,753.42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47.3%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827  |  Binds: 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$371,276.86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52.7%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$290.3K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