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$2,404,739.03 / $732,695.21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(20.1%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$297,612.90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835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$435,082.31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