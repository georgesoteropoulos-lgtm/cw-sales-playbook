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$2,377,074.10 / $705,030.28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$314,394.67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$390,635.61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