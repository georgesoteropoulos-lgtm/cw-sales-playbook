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Stellar Management,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$2,606,142.41 / $2,404,739.03 / $732,695.21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2.84%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$3,648,599.37  (20.1%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116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$338,399.53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46.2%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835  |  Binds: 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$394,295.68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53.8%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$290.3K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$66.1K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$235.7K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$79.2K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$313.6K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