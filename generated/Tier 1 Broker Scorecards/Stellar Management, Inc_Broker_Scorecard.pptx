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Stellar Management,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$2,606,142.41 / $2,378,115.73 / $706,071.91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2.74%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$3,648,599.37  (19.4%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108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$294,600.21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41.7%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804  |  Binds: 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$411,471.70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58.3%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$290.3K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$52.6K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