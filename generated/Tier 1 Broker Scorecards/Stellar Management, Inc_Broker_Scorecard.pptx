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$2,359,576.38 / $687,532.56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2.81%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$247,140.52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785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$440,392.04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