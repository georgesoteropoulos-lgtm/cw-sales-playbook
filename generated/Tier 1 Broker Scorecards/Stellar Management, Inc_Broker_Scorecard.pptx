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$2,359,576.38 / $687,532.56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2.97%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$324,350.30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771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$363,182.26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