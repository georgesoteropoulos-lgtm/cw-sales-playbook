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Dts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$907,581.59 / $1,073,162.03 / $539,408.37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10.17%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$1,270,614.23  (42.5%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$201,772.29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37.4%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103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$337,636.08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62.6%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$48.4K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$133.1K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