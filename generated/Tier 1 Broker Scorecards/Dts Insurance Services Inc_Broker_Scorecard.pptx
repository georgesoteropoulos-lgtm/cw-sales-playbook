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$1,075,097.58 / $589,793.62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$157,660.42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108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$432,133.20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