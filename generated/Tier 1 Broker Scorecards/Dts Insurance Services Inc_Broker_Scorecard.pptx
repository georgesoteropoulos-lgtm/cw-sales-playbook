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$1,056,903.10 / $523,149.44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11.40%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(41.2%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$187,236.54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99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$335,912.90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$116.8K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