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$1,104,375.10 / $570,621.44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10.92%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(44.9%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$198,656.25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$371,965.19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