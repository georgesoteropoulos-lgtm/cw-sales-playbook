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$1,032,802.67 / $499,049.01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9.91%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(39.3%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$95,488.56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97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$403,560.45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$92.7K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