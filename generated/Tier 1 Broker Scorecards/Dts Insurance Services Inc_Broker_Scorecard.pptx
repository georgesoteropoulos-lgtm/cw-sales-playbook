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$1,106,963.14 / $573,209.48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12.30%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$190,700.86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107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$382,508.62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