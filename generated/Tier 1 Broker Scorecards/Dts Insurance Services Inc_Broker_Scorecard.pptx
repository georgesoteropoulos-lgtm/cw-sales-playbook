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Dts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$907,581.59 / $1,055,331.43 / $521,577.77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10.81%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$1,270,614.23  (41.0%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$101,712.76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19.5%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97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$419,865.01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80.5%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$48.4K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$115.3K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