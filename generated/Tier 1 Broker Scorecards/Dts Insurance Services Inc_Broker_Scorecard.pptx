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$1,044,378.10 / $510,624.44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9.91%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(40.2%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97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$510,624.44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