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Dts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$907,581.59 / $1,123,547.28 / $589,793.62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14.63%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$1,270,614.23  (46.4%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$157,660.42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108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$432,133.20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$48.4K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$183.5K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