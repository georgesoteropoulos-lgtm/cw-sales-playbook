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$1,105,604.22 / $571,850.56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12.50%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(45.0%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$184,353.01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32.2%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105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$387,497.55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67.8%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$165.5K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