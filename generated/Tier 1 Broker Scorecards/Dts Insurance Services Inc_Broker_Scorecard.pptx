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$1,123,547.28 / $589,793.62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13.93%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$209,798.32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107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$379,995.30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