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Dts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$907,581.59 / $1,104,375.10 / $570,621.44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11.76%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$1,270,614.23  (44.9%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$190,199.41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104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$380,422.03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$48.4K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