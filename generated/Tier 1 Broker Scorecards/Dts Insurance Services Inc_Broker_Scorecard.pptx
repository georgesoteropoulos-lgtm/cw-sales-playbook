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Dts Insurance Services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$907,581.59 / $1,123,547.28 / $589,793.62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14.63%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$1,270,614.23  (46.4%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15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$157,660.42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26.7%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108  |  Binds: 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$432,133.20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73.3%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37.0%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23.5%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$333.1K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$80.9K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$48.4K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$183.5K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$119.0K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