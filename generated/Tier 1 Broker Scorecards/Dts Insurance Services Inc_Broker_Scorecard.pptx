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Dts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$907,581.59 / $1,044,378.10 / $510,624.44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9.91%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$1,270,614.23  (40.2%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$97,703.41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19.1%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97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$412,921.03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80.9%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$48.4K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