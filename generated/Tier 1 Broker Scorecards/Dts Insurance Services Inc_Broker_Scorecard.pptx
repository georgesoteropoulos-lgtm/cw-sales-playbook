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Dts Insurance Services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$907,581.59 / $1,074,673.94 / $540,920.28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10.26%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$1,270,614.23  (42.6%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15  |  Binds: 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$214,611.16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39.7%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102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$326,309.12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60.3%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$333.1K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$48.4K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$134.6K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$119.0K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