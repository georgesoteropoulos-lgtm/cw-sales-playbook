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PillarIA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$896,935.25 / $1,000,978.53 / $366,871.95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9.21%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$1,255,709.35  (29.2%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8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68  |  Binds: 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$366,871.95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35.3%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13.6%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27.3%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$24.3K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$35.8K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$24.5K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$25.8K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