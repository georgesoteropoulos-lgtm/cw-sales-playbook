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PillarIA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$896,935.25 / $1,000,978.53 / $366,871.95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12.16%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$1,255,709.35  (29.2%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66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$366,871.95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