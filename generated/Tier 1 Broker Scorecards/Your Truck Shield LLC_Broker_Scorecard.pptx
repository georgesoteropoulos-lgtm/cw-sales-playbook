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$2,626,936.02 / $1,088,883.09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$114,885.74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475  |  Binds: 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$973,997.35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