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$2,629,759.68 / $1,091,706.75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$140,415.96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471  |  Binds: 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$951,290.79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