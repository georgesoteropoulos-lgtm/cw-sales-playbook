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Your Truck Shield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$2,306,596.93 / $2,623,287.04 / $1,085,234.11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10.54%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$3,229,235.70  (33.6%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24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$116,293.93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10.7%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479  |  Binds: 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$968,940.18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89.3%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$359.6K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