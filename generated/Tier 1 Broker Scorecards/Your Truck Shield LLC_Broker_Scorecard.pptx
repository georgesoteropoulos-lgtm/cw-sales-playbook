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$2,623,287.04 / $1,085,234.11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$118,657.72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479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$966,576.39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