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$2,627,130.04 / $1,089,077.11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$116,337.03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478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$972,740.08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