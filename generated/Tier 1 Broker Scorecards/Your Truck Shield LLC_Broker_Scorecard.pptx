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$2,626,936.02 / $1,088,883.09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$138,650.07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472  |  Binds: 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$950,233.02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