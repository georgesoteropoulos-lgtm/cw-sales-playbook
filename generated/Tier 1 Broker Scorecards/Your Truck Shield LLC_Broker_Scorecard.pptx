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Your Truck Shield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$2,306,596.93 / $2,627,130.04 / $1,089,077.11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10.58%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$3,229,235.70  (33.7%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$114,777.68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477  |  Binds: 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$974,299.43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