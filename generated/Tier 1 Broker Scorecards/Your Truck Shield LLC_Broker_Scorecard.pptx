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$2,446,036.12 / $1,085,234.11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$116,113.49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479  |  Binds: 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$969,120.62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