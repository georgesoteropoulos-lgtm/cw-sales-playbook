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Your Truck Shield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$2,306,596.93 / $2,626,936.02 / $1,088,883.09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$3,229,235.70  (33.7%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$111,742.72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473  |  Binds: 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$977,140.37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