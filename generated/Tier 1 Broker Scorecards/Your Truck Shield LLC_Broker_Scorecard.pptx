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Your Truck Shield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$2,306,596.93 / $2,626,936.02 / $1,088,883.09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10.40%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$3,229,235.70  (33.7%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24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$114,948.86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476  |  Binds: 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$973,934.23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89.4%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19.5%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22.0%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$359.6K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$81.8K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$237.0K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