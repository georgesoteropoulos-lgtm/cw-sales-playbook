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Appalachian Underwriters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$1,941,720.07 / $1,539,503.87 / $582,333.20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4.46%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$2,718,408.10  (21.4%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44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$335,070.84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57.5%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337  |  Binds: 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$247,262.36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42.5%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91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41.7%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53.6%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$172.5K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$140.4K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$335.7K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$304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$184.5K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