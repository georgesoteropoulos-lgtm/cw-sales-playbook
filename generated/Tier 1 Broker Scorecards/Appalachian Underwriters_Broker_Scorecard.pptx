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Appalachian Underwriters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$1,941,720.07 / $1,653,323.81 / $696,153.14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4.95%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$2,718,408.10  (25.6%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47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$420,839.31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60.5%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357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$275,313.83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39.5%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