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$1,555,577.44 / $598,406.77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44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$332,076.86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348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$266,329.91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