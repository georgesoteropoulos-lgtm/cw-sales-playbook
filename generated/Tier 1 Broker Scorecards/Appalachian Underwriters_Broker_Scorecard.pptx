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Appalachian Underwriters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$1,941,720.07 / $1,555,577.44 / $598,406.77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4.79%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$2,718,408.10  (22.0%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45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$332,076.86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352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$266,329.91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