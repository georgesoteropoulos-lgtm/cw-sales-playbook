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Appalachian Underwriters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$1,941,720.07 / $1,555,577.44 / $598,406.77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4.49%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$2,718,408.10  (22.0%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45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$364,332.97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60.9%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356  |  Binds: 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$234,073.80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39.1%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78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$172.5K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$140.4K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$335.7K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$16.4K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$184.5K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