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$1,539,503.87 / $582,333.20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44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$368,079.67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341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$214,253.53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$304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