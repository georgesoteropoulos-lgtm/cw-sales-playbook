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$1,653,323.81 / $696,153.14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(25.6%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48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$420,839.31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363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$275,313.83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