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Justin Wilson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$1,960,018.98 / $2,024,112.65 / $542,931.01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7.83%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$2,744,026.57  (19.8%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13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$250,651.06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46.2%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319  |  Binds: 24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$292,279.95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53.8%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83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16.9%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$257.8K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$184.8K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$68.1K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$16.7K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$250.4K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