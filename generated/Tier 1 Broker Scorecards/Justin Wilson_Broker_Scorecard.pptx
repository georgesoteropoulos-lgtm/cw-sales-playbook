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$2,024,112.65 / $542,931.01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$278,797.11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318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$264,133.90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