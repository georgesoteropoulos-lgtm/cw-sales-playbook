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$1,977,137.44 / $564,103.15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(20.6%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$280,862.02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330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$283,241.13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