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$2,024,824.85 / $543,643.21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$249,992.42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327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$293,650.79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