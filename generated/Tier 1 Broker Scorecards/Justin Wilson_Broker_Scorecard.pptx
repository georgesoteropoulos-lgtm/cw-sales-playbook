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Justin Wilson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$1,960,018.98 / $2,020,772.99 / $539,591.35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7.67%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$2,744,026.57  (19.7%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$250,481.53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46.4%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313  |  Binds: 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$289,109.82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53.6%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