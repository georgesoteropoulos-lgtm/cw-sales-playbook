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Justin Wilson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$1,960,018.98 / $2,044,062.17 / $562,880.53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8.14%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$2,744,026.57  (20.5%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$280,253.28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49.8%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330  |  Binds: 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$282,627.25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50.2%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