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$2,020,772.99 / $539,591.35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$317,039.33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307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$222,552.02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