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$2,020,772.99 / $539,591.35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8.52%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(19.7%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$310,079.29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57.5%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303  |  Binds: 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$229,512.06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42.5%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