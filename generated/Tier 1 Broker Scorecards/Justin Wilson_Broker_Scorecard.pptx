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Justin Wilson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$1,960,018.98 / $2,044,062.17 / $562,880.53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7.85%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$2,744,026.57  (20.5%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$287,173.68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51.0%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330  |  Binds: 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$275,706.85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49.0%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$36.7K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