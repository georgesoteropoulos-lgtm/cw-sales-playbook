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$2,024,824.85 / $543,643.21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$257,033.64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324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$286,609.57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