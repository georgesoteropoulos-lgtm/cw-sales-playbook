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$2,019,694.65 / $538,513.01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7.93%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(19.6%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$277,904.34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314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$260,608.67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