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Justin Wilson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$1,960,018.98 / $2,024,112.65 / $542,931.01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8.13%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$2,744,026.57  (19.8%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$278,797.11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51.4%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318  |  Binds: 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$264,133.90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48.6%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