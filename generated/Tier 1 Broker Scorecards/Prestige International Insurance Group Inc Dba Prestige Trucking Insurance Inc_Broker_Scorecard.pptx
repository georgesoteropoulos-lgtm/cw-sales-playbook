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$4,953,257.66 / $1,387,655.75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94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$748,263.96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1339  |  Binds: 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$639,391.79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