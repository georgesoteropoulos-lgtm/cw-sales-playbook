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$4,897,728.64 / $1,332,126.73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$756,503.06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1279  |  Binds: 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$575,623.67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