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$4,982,713.81 / $1,417,111.90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3.43%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100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$819,023.87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1386  |  Binds: 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$598,088.03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