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$4,953,257.66 / $1,387,655.75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3.35%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(18.4%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94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$714,504.37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1340  |  Binds: 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$673,151.38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