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Prestige International Insurance Group Inc Dba Prestige Trucking Insurance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$5,400,436.83 / $4,622,708.60 / $1,417,111.90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3.43%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$7,560,611.56  (18.7%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100  |  Binds: 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$819,023.87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57.8%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1386  |  Binds: 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$598,088.03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42.2%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$566.5K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$470.1K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$360.0K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$196.3K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