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Prestige International Insurance Group Inc Dba Prestige Trucking Insurance Inc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$5,400,436.83 / $4,985,091.08 / $1,419,489.17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3.35%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$7,560,611.56  (18.8%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96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$755,703.43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53.2%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1365  |  Binds: 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$663,785.74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46.8%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370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15.0%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5.9%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9.5%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$566.5K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$470.1K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$360.0K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$198.7K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$464.3K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