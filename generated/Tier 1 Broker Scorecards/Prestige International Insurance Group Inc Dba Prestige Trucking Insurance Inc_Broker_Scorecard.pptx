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$4,897,728.64 / $1,332,126.73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3.23%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(17.6%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93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$727,676.49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54.6%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1300  |  Binds: 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$604,450.24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45.4%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