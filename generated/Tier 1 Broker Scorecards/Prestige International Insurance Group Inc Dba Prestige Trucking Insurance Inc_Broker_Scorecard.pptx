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Prestige International Insurance Group Inc Dba Prestige Trucking Insurance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$5,400,436.83 / $4,985,091.08 / $1,419,489.17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3.39%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$7,560,611.56  (18.8%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95  |  Binds: 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$751,536.13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52.9%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1350  |  Binds: 39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$667,953.04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47.1%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370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238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$566.5K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$470.1K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$360.0K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$198.7K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$464.3K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