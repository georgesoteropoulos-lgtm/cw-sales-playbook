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$4,897,728.64 / $1,332,126.73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3.19%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(17.6%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92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$760,396.35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1288  |  Binds: 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$571,730.38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