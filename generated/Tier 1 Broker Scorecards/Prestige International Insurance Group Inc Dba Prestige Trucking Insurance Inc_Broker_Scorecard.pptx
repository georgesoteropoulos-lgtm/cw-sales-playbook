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Prestige International Insurance Group Inc Dba Prestige Trucking Insurance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$5,400,436.83 / $4,949,338.21 / $1,383,736.30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3.31%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$7,560,611.56  (18.3%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93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$701,071.31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50.7%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1326  |  Binds: 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$682,664.99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49.3%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$162.9K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