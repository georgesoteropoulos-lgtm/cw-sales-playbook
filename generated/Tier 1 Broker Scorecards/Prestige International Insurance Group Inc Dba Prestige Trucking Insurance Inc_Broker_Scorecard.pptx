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$4,981,889.06 / $1,416,287.15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3.25%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99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$766,742.17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1378  |  Binds: 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$649,544.98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