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Prestige International Insurance Group Inc Dba Prestige Trucking Insurance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$5,400,436.83 / $4,918,638.53 / $1,353,036.62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3.20%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$7,560,611.56  (17.9%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93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$724,140.31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1312  |  Binds: 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$628,896.31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$132.2K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