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$4,118,842.27 / $2,129,359.97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6.45%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$209,200.82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905  |  Binds: 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$1,920,159.15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