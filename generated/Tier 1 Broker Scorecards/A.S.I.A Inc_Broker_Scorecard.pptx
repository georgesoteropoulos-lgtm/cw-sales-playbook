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A.S.I.A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$2,385,931.63 / $4,114,471.08 / $2,124,988.78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6.76%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$3,340,304.28  (63.6%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86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$201,432.69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890  |  Binds: 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$1,923,556.09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$836.1K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