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A.S.I.A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$2,385,931.63 / $4,114,471.08 / $2,124,988.78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6.66%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$3,340,304.28  (63.6%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87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$210,999.50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889  |  Binds: 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$1,913,989.28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$836.1K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$355.6K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