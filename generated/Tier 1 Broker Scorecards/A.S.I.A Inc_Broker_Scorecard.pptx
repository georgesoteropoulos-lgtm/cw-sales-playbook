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$3,959,546.62 / $2,129,909.97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$211,928.48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922  |  Binds: 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$1,917,981.49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$360.5K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