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$4,119,392.27 / $2,129,909.97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$211,928.48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921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$1,917,981.49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