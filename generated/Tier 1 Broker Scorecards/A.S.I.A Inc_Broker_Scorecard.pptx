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A.S.I.A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$2,385,931.63 / $4,073,285.15 / $2,083,802.85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6.69%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$3,340,304.28  (62.4%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87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$88,451.69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869  |  Binds: 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$1,995,351.16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95.8%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14.1%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$836.1K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$314.4K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