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A.S.I.A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$2,385,931.63 / $3,982,556.54 / $1,993,074.24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6.86%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$3,340,304.28  (59.7%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85  |  Binds: 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$240,437.40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12.1%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833  |  Binds: 61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$1,752,636.84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87.9%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262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158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44.8%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13.4%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27.3%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$103.0K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$836.1K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$159.8K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$223.7K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$135.3K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