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$4,119,392.27 / $2,129,909.97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89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$208,790.43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911  |  Binds: 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$1,921,119.54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$360.5K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