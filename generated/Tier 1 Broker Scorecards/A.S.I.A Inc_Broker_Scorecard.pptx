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A.S.I.A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$2,385,931.63 / $3,983,106.54 / $1,993,624.24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6.67%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$3,340,304.28  (59.7%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85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$82,948.70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859  |  Binds: 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$1,910,675.54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95.8%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$836.1K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$224.3K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