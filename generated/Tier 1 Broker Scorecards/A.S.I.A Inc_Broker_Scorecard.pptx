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$4,114,471.08 / $2,124,988.78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$213,891.06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889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$1,911,097.72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