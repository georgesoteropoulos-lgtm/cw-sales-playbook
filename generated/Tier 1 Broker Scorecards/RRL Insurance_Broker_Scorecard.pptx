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RRL Insurance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$1,376,157.15 / $1,420,218.39 / $23,280.38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7.56%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$1,926,620.01  (1.2%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40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$16,088.82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69.1%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79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$7,191.56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30.9%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$113.8K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