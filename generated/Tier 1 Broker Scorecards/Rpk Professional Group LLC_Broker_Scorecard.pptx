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Rpk Professional Group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$1,332,358.07 / $1,126,768.34 / $147,883.87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2.00%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$1,865,301.30  (7.9%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187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$147,883.87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$59.8K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$23.5K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$204.5K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$17.6K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$141.6K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