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$1,107,955.52 / $129,071.05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(6.9%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$129,071.05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