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Rpk Professional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$1,332,358.07 / $1,107,955.52 / $129,071.05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1.55%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$1,865,301.30  (6.9%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$129,071.05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