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Rpk Professional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$1,332,358.07 / $1,126,768.34 / $147,883.87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2.42%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$1,865,301.30  (7.9%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194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$147,883.87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$17.6K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