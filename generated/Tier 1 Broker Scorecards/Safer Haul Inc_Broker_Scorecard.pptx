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Safer Haul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$1,436,229.75 / $1,990,209.19 / $836,052.25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6.98%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$2,010,721.65  (41.6%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$112,502.60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13.5%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495  |  Binds: 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$723,549.65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86.5%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$191.8K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$66.6K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$75.0K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