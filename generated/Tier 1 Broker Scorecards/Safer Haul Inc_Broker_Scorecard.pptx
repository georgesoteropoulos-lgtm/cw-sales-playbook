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Safer Haul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$1,436,229.75 / $1,968,868.54 / $814,711.60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6.63%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$2,010,721.65  (40.5%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$116,721.75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14.3%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492  |  Binds: 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$697,989.85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85.7%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$66.6K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$53.7K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