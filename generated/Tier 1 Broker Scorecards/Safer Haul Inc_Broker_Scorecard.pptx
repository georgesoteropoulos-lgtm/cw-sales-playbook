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$1,967,425.82 / $813,268.88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(40.4%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$187,084.03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486  |  Binds: 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$626,184.85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