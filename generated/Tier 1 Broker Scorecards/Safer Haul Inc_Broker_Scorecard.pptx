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$2,052,367.05 / $898,210.11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(44.7%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$92,854.89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515  |  Binds: 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$805,355.22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