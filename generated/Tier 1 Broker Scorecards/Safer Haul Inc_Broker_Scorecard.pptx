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$2,003,481.26 / $849,324.32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$114,762.60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510  |  Binds: 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$734,561.72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