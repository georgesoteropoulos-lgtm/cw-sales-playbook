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$2,001,170.02 / $913,579.17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(45.4%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$96,989.69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522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$816,589.48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