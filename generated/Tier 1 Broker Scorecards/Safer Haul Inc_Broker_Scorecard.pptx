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Safer Haul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$1,436,229.75 / $2,052,367.05 / $898,210.11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6.62%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$2,010,721.65  (44.7%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$95,358.04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522  |  Binds: 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$802,852.07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$137.2K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