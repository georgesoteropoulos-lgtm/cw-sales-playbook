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$1,968,868.54 / $814,711.60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489  |  Binds: 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$814,711.60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