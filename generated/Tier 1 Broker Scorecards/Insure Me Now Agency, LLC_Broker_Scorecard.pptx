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Insure Me Now Agency,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$1,109,944.96 / $1,845,786.69 / $836,088.31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27.39%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$1,553,922.94  (53.8%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24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$361,122.53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43.2%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133  |  Binds: 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$474,965.78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56.8%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$125.0K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$103.8K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$114.4K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