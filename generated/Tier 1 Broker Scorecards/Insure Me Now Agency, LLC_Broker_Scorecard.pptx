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$1,821,944.86 / $812,246.48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26.75%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$365,067.39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$447,179.09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