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Insure Me Now Agency,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$1,109,944.96 / $1,821,046.78 / $811,348.40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27.39%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$1,553,922.94  (52.2%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23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$345,568.62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42.6%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134  |  Binds: 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$465,779.78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57.4%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32.1%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32.0%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$43.5K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$125.0K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$103.8K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$89.7K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$100.1K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