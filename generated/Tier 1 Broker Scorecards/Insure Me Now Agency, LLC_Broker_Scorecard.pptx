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$1,821,046.78 / $811,348.40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27.74%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22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$346,630.18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133  |  Binds: 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$464,718.22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23.1%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