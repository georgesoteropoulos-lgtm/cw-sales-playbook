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$1,764,652.37 / $858,775.13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(55.3%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$462,098.73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$396,676.40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