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$1,821,046.78 / $811,348.40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27.74%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$345,568.62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133  |  Binds: 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$465,779.78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