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$1,845,786.69 / $836,088.31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27.22%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(53.8%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24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$361,122.53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$474,965.78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33.9%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$114.4K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