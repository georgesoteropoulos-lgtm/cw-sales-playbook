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Insure Me Now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$1,109,944.96 / $1,868,473.51 / $858,775.13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26.88%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$1,553,922.94  (55.3%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26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$461,311.95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134  |  Binds: 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$397,463.18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33.9%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$137.1K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