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Insure Me Now Agency,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$1,109,944.96 / $1,868,473.51 / $858,775.13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26.88%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$1,553,922.94  (55.3%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26  |  Binds: 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$462,098.73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53.8%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134  |  Binds: 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$396,676.40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46.2%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55.0%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33.9%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22.2%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32.0%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$43.5K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$125.0K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$103.8K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$137.1K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$100.1K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