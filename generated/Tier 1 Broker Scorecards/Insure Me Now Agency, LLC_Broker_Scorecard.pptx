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$1,808,408.21 / $798,709.83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$413,685.61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$385,024.22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