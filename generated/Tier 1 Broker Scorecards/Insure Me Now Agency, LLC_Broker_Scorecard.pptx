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$1,820,183.36 / $810,484.98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28.10%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$347,683.32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130  |  Binds: 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$462,801.66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