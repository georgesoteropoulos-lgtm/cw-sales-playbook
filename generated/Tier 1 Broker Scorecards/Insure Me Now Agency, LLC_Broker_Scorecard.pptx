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Insure Me Now Agency,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$1,109,944.96 / $1,821,046.78 / $811,348.40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27.74%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$1,553,922.94  (52.2%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22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$346,630.18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42.7%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133  |  Binds: 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$464,718.22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57.3%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39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55.0%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23.1%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$125.0K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$103.8K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$89.7K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$100.1K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