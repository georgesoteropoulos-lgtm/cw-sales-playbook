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$1,808,408.21 / $798,709.83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28.00%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$408,653.29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$390,056.54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