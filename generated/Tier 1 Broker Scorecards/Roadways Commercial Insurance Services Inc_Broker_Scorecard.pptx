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Roadways Commercial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$737,615.70 / $1,825,890.36 / $1,076,685.69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13.77%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$1,032,661.98  (104.3%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19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$638,544.48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119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$438,141.21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$156.3K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$140.8K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$182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