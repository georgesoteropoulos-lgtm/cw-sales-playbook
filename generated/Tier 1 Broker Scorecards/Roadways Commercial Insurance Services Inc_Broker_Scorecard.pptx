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$1,828,168.12 / $1,076,685.69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$638,544.48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118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$438,141.21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$140.8K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