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Roadways Commercial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$737,615.70 / $1,844,706.39 / $1,093,223.96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15.44%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$1,032,661.98  (105.9%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18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$576,631.38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118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$516,592.58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$156.3K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$157.4K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$182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