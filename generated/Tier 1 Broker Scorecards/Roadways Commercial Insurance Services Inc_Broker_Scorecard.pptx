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$1,789,071.26 / $1,037,588.83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$541,762.49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115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$495,826.34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