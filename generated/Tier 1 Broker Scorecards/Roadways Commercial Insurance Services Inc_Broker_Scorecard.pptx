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Roadways Commercial Insurance Services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$737,615.70 / $1,828,168.12 / $1,076,685.69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13.77%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$1,032,661.98  (104.3%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19  |  Binds: 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$638,544.48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59.3%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119  |  Binds: 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$438,141.21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40.7%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37.0%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$156.3K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$140.8K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$182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