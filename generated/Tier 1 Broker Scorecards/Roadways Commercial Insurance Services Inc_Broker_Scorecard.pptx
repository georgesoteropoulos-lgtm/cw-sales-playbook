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$1,787,577.29 / $1,036,094.86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15.04%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$581,043.58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116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$455,051.28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