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Roadways Commercial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$737,615.70 / $1,828,168.12 / $1,076,685.69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14.71%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$1,032,661.98  (104.3%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18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$598,533.06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55.6%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118  |  Binds: 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$478,152.63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44.4%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$156.3K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$140.8K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$182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