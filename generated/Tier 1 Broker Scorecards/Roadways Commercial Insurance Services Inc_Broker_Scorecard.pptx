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Roadways Commercial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$737,615.70 / $1,789,071.26 / $1,037,588.83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14.84%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$1,032,661.98  (100.5%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16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$466,586.16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45.0%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112  |  Binds: 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$571,002.67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55.0%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$156.3K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$101.7K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$182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