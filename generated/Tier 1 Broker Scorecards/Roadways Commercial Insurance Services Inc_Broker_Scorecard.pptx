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$1,794,106.57 / $1,042,624.14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14.96%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(101.0%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$452,668.77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111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$589,955.37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