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Roadways Commercial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$737,615.70 / $1,787,577.29 / $1,036,094.86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14.93%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$1,032,661.98  (100.3%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$581,043.58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56.1%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117  |  Binds: 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$455,051.28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43.9%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$156.3K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$100.3K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$182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