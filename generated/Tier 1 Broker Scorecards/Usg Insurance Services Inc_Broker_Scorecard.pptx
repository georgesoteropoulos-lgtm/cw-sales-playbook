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Usg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$1,155,193.59 / $983,280.04 / $472,142.01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9.85%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$1,617,271.03  (29.2%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29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$222,343.61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47.1%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174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$249,798.40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52.9%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$198.7K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