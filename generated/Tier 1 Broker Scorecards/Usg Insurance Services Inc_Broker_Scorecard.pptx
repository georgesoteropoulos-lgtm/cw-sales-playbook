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Usg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$1,155,193.59 / $1,129,045.68 / $419,240.06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10.15%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$1,617,271.03  (25.9%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28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$203,345.23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48.5%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169  |  Binds: 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$215,894.83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51.5%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$198.7K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$72.6K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