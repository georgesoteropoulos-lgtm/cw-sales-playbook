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Usg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$1,155,193.59 / $1,088,475.87 / $378,670.25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8.76%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$1,617,271.03  (23.4%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27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$192,615.97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50.9%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167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$186,054.28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49.1%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$32.0K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