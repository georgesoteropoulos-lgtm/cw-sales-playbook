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Usg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$1,155,193.59 / $1,056,486.23 / $346,680.61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7.85%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$1,617,271.03  (21.4%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27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$192,590.56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55.6%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164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$154,090.05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44.4%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$147.9K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$125.9K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