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$1,181,947.63 / $472,142.01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$222,343.61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174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$249,798.40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