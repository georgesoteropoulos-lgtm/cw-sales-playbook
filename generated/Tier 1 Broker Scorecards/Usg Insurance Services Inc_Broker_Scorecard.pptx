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$1,109,210.15 / $399,404.53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(24.7%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$199,251.90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$200,152.63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