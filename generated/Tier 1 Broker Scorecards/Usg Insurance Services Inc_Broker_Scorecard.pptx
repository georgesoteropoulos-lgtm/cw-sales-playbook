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Usg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$1,155,193.59 / $1,056,486.23 / $346,680.61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8.33%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$1,617,271.03  (21.4%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27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$185,027.77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165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$161,652.84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