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Usg Insurance Services Inc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$1,155,193.59 / $1,162,926.98 / $453,121.36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10.66%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$1,617,271.03  (28.0%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28  |  Binds: 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$207,789.56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45.9%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169  |  Binds: 17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$245,331.80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54.1%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62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50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63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39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14.5%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6.0%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17.5%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15.4%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14.1%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$147.9K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$125.9K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$198.7K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$106.4K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$75.0K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