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$1,162,926.98 / $453,121.36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(28.0%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$207,789.56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171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$245,331.80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