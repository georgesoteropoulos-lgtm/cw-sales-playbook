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Usg Insurance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$1,155,193.59 / $1,056,486.23 / $346,680.61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8.99%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$1,617,271.03  (21.4%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27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$183,371.57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52.9%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162  |  Binds: 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$163,309.04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47.1%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$147.9K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$125.9K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$198.7K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$75.0K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