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Usg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$1,155,193.59 / $1,181,947.63 / $472,142.01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10.40%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$1,617,271.03  (29.2%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29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$216,511.93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45.9%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173  |  Binds: 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$255,630.08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54.1%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$198.7K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