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$1,129,045.68 / $419,240.06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$203,345.23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$215,894.83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