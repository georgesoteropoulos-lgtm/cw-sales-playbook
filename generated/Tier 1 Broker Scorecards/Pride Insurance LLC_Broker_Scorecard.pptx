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Pride Insurance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$4,586,300.54 / $4,441,081.26 / $1,360,307.33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10.90%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$6,420,820.76  (21.2%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35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$234,148.26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17.2%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378  |  Binds: 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$1,126,159.07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82.8%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$544.2K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$545.6K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$341.0K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$148.5K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