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Pride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$4,586,300.54 / $4,452,264.37 / $1,371,490.44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10.65%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$6,420,820.76  (21.4%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37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$391,213.01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28.5%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395  |  Binds: 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$980,277.43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$341.0K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