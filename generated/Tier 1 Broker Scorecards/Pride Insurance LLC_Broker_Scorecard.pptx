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Pride Insurance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$4,586,300.54 / $4,452,142.28 / $1,371,368.35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10.80%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$6,420,820.76  (21.4%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36  |  Binds: 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$339,365.30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24.7%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390  |  Binds: 41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$1,032,003.05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75.3%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78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34.3%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18.1%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12.8%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26.0%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$544.2K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$545.6K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$341.0K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$159.6K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$304.0K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