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$4,441,081.26 / $1,360,307.33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$231,387.41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384  |  Binds: 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$1,128,919.92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