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$4,452,142.28 / $1,371,368.35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$339,365.30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390  |  Binds: 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$1,032,003.05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