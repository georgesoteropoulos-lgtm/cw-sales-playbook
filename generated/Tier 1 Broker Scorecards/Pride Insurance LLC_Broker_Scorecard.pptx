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$4,437,528.39 / $1,356,754.46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10.71%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35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$190,018.56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376  |  Binds: 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$1,166,735.90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