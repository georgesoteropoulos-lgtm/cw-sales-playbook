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$4,452,264.37 / $1,371,490.44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$401,182.13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401  |  Binds: 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$970,308.31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