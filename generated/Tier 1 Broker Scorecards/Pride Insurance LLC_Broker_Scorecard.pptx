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Pride Insurance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$4,586,300.54 / $4,452,142.28 / $1,371,368.35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11.03%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$6,420,820.76  (21.4%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37  |  Binds: 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$334,670.93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24.4%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389  |  Binds: 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$1,036,697.42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75.6%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$544.2K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$545.6K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$341.0K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$159.6K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$304.0K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