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$4,452,264.37 / $1,371,490.44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37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$396,521.46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396  |  Binds: 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$974,968.98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