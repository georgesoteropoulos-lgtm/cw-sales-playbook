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Pride Insurance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$4,586,300.54 / $4,436,566.39 / $1,355,792.46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10.93%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$6,420,820.76  (21.1%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35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$225,230.12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16.6%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386  |  Binds: 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$1,130,562.34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83.4%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$545.6K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$341.0K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