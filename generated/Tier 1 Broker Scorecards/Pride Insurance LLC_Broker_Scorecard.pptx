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Pride Insurance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$4,586,300.54 / $4,111,282.18 / $1,371,490.44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9.95%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$6,420,820.76  (21.4%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40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$406,766.50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29.7%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402  |  Binds: 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$964,723.94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70.3%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$545.6K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$341.0K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$159.7K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