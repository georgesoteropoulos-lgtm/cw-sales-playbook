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AMC Agents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$5,217,115.34 / $7,509,359.90 / $3,626,943.63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6.23%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$7,303,961.48  (49.7%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127  |  Binds: 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$954,877.96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26.3%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2280  |  Binds: 140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$2,672,065.67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73.7%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9.8%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$956.5K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$554.8K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$776.0K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