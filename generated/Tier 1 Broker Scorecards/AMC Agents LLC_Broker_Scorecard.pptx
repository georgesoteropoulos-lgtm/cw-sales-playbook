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$7,372,349.93 / $3,489,933.66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(47.8%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121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$961,071.85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2147  |  Binds: 133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$2,528,861.81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$417.7K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