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$7,614,021.33 / $3,731,605.06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(51.1%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135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$1,081,513.54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2397  |  Binds: 145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$2,650,091.52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$659.4K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