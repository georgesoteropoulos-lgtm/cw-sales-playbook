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$7,427,685.87 / $3,545,269.60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6.17%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(48.5%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126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$966,401.84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2239  |  Binds: 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$2,578,867.76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