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$7,425,731.02 / $3,543,314.75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6.16%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(48.5%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126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$960,295.47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2262  |  Binds: 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$2,583,019.28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