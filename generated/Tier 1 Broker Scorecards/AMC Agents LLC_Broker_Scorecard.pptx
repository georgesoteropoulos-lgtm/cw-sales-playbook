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$7,411,686.83 / $3,529,270.56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$962,979.89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2176  |  Binds: 135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$2,566,290.67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$457.1K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