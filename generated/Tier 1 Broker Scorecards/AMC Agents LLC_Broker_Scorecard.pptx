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AMC Agents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$5,217,115.34 / $7,611,898.73 / $3,729,482.46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6.26%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$7,303,961.48  (51.1%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132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$935,552.61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2377  |  Binds: 147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$2,793,929.85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$556.8K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$956.5K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$657.3K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