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$7,411,686.83 / $3,529,270.56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6.13%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(48.3%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125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$972,471.88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2209  |  Binds: 133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$2,556,798.68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$457.1K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