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$7,509,359.90 / $3,626,943.63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(49.7%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127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$959,940.38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2280  |  Binds: 140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$2,667,003.25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