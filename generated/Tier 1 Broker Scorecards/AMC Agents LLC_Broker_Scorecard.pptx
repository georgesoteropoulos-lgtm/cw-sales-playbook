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$7,509,359.90 / $3,626,943.63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127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$954,877.96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2280  |  Binds: 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$2,672,065.67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