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AMC Agents LLC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$5,217,115.34 / $7,521,824.05 / $3,639,407.78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6.13%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$7,303,961.48  (49.8%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129  |  Binds: 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$953,435.72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26.2%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2302  |  Binds: 139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$2,685,972.06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73.8%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303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495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410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14.5%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9.3%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42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46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$556.8K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$956.5K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$535.3K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$567.2K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$776.0K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