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AMC Agents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$5,217,115.34 / $7,509,359.90 / $3,626,943.63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6.36%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$7,303,961.48  (49.7%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126  |  Binds: 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$935,136.82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25.8%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2278  |  Binds: 143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$2,691,806.81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74.2%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581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$556.8K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$956.5K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$535.3K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$554.8K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$776.0K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