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$7,509,359.90 / $3,626,943.63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126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$951,210.77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2280  |  Binds: 140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$2,675,732.86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