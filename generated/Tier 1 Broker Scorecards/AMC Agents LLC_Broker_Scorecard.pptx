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$7,567,478.61 / $3,685,062.34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(50.5%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130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$878,719.26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2346  |  Binds: 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$2,806,343.08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$612.9K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