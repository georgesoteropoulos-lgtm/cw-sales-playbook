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$7,131,925.55 / $3,784,839.36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(51.8%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135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$1,102,329.53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29.1%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2399  |  Binds: 145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$2,682,509.83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70.9%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$659.4K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