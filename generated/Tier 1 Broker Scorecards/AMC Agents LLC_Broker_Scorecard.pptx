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AMC Agents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$5,217,115.34 / $7,614,021.33 / $3,731,605.06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6.24%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$7,303,961.48  (51.1%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135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$1,076,284.03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28.8%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2397  |  Binds: 146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$2,655,321.03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$556.8K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$956.5K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$659.4K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