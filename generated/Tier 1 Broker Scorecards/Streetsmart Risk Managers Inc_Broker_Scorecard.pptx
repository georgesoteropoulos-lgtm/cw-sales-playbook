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Streetsmart Risk Managers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$1,382,793.83 / $1,247,975.88 / $317,764.67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3.17%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$1,935,911.36  (16.4%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31  |  Binds: 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$0.00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348  |  Binds: 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$317,764.67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100.0%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7.9%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$257.4K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$26.3K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$145.9K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$169.5K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$204.6K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