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Streetsmart Risk Managers Inc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$1,382,793.83 / $1,190,504.29 / $260,293.08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3.31%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$1,935,911.36  (13.4%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30  |  Binds: 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$0.00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0.0%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333  |  Binds: 12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$260,293.08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100.0%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114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60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62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6.8%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7.0%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14.5%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$257.4K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$26.3K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$145.9K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$112.0K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$204.6K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