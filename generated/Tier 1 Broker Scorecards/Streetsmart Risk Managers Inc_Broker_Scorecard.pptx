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$1,102,100.55 / $317,764.67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$317,764.67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$169.5K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