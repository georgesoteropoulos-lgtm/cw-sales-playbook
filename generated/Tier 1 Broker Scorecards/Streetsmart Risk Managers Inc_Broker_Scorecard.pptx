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Streetsmart Risk Managers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$1,382,793.83 / $1,190,504.29 /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4.03%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$1,935,911.36  (13.4%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317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