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Streetsmart Risk Managers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$1,382,793.83 / $1,205,943.29 / $275,732.08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3.48%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$1,935,911.36  (14.2%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31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343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$275,732.08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$127.4K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$204.6K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