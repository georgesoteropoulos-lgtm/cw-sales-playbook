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Streetsmart Risk Managers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$1,382,793.83 / $1,190,504.29 / $260,293.08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3.31%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$1,935,911.36  (13.4%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30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333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$260,293.08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$112.0K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$204.6K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