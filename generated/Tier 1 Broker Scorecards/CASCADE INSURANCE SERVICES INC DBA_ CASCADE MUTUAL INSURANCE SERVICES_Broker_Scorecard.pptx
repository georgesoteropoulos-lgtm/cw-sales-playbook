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$4,769,140.28 / $3,129,923.26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9.84%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(132.5%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112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$1,416,587.80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45.3%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569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$1,713,335.46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54.7%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