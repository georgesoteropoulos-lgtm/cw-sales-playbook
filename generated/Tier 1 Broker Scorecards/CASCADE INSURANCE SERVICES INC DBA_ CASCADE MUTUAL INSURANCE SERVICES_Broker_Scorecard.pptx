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$4,629,476.64 / $2,990,259.62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(126.6%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$1,441,343.84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48.2%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552  |  Binds: 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$1,548,915.78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51.8%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$461.9K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