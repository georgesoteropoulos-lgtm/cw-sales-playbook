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$4,757,284.19 / $3,118,067.17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10.22%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(132.0%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109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$1,624,594.87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566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$1,493,472.30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