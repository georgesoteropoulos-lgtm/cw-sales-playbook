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$4,769,140.28 / $3,129,923.26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112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$1,426,786.00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569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$1,703,137.26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