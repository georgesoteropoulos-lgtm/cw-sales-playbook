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$4,771,168.83 / $3,131,951.81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$1,509,463.29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553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$1,622,488.52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