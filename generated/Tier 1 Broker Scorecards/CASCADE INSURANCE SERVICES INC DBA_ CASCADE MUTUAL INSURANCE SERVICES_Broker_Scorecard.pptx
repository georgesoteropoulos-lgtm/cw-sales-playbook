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$4,569,678.04 / $2,930,461.02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(124.1%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$1,438,951.27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545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$1,491,509.75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$402.1K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