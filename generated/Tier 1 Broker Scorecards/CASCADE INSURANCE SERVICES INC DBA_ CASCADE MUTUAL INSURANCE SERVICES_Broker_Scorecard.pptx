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CASCADE INSURANCE SERVICES INC DBA: CASCADE MUTUAL INSURANCE SERVICES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$1,687,025.60 / $4,771,168.83 / $3,131,951.81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10.52%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$2,361,835.84  (132.6%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103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$1,525,527.78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48.7%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553  |  Binds: 57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$1,606,424.03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51.3%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198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14.1%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20.4%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22.4%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$747.5K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$603.6K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