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$4,488,978.26 / $2,849,761.24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11.02%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(120.7%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102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$1,354,349.49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542  |  Binds: 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$1,495,411.75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$321.4K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