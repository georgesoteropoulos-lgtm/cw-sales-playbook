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$4,488,978.26 / $2,849,761.24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11.15%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(120.7%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102  |  Binds: 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$1,414,716.28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49.6%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544  |  Binds: 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$1,435,044.96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50.4%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84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22.6%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$321.4K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