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CASCADE INSURANCE SERVICES INC DBA: CASCADE MUTUAL INSURANCE SERVICES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$1,687,025.60 / $4,488,978.26 / $2,849,761.24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11.41%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$2,361,835.84  (120.7%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101  |  Binds: 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$1,411,912.74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49.5%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539  |  Binds: 60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$1,437,848.50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50.5%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198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14.6%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23.9%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$747.5K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$321.4K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$9.0K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