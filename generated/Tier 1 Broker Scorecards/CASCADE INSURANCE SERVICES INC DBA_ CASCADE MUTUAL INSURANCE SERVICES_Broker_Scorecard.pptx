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$4,769,140.28 / $3,129,923.26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112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$1,416,992.59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568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$1,712,930.67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