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CASCADE INSURANCE SERVICES INC DBA: CASCADE MUTUAL INSURANCE SERVICES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$1,687,025.60 / $4,771,168.83 / $3,131,951.81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10.61%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$2,361,835.84  (132.6%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104  |  Binds: 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$1,504,566.14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48.0%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556  |  Binds: 58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$1,627,385.67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52.0%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198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14.1%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19.4%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$747.5K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$603.6K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$9.0K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