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$4,771,168.83 / $3,131,951.81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$1,518,265.84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554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$1,613,685.97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