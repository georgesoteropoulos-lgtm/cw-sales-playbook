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$4,772,106.13 / $3,132,889.11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106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$1,530,898.89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559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$1,601,990.22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