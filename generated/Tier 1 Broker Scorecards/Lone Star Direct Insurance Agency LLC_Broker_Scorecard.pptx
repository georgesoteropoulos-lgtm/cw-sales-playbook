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Lone Star Direct Insurance Agency LLC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$1,268,463.18 / $738,544.95 / $331,235.24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1  |  3.44%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$1,775,848.45  (18.7%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72  |  Binds: 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$265,176.48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80.1%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190  |  Binds: 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$66,058.76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19.9%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66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56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18.8%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6.1%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29.2%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10.7%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24.0%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$354.8K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$359.6K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$73.8K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$520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