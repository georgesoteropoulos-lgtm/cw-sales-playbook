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$1,098,192.86 / $331,235.24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$250,411.27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$80,823.97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