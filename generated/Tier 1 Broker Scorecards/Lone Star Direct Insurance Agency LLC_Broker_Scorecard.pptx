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Lone Star Direct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$1,268,463.18 / $1,098,192.86 / $331,235.24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3.44%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$1,775,848.45  (18.7%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72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$265,176.48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80.1%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190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$66,058.76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19.9%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$354.8K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$359.6K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$73.8K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$520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