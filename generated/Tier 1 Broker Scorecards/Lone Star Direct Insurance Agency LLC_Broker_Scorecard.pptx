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$1,049,265.26 / $282,307.64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$218,156.92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180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$64,150.72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