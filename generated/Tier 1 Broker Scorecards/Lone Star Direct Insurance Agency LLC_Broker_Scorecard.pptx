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Lone Star Direct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$1,268,463.18 / $1,050,162.29 / $283,204.67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3.94%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$1,775,848.45  (15.9%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71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$236,317.04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83.4%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183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$46,887.63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16.6%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$520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