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Lone Star Direct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$1,268,463.18 / $1,045,654.64 / $278,697.02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3.66%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$1,775,848.45  (15.7%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66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$233,569.62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83.8%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180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$45,127.40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16.2%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$520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