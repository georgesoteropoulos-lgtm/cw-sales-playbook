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$1,098,788.64 / $331,831.02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$281,324.38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187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$50,506.64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