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$1,098,788.64 / $331,831.02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3.86%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$269,537.46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186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$62,293.56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