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Lone Star Direct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$1,268,463.18 / $1,049,265.26 / $282,307.64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4.17%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$1,775,848.45  (15.9%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63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$224,841.11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79.6%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177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$57,466.53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20.4%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$520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