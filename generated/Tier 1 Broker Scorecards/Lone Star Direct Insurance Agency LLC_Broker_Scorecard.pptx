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Lone Star Direct Insurance Agency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$1,268,463.18 / $1,050,162.29 / $283,204.67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3.50%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$1,775,848.45  (15.9%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72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$244,720.85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86.4%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185  |  Binds: 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$38,483.82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13.6%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24.0%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$354.8K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$359.6K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$25.8K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$520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