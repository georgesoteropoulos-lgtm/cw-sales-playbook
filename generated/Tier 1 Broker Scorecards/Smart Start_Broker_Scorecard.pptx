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Smart Start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$1,813,164.60 / $1,953,713.74 / $689,415.32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10.00%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$2,538,430.44  (27.2%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20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$197,380.85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260  |  Binds: 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$492,034.47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