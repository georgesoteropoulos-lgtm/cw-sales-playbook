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$2,006,827.56 / $742,529.14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9.40%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$210,101.99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275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$532,427.15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