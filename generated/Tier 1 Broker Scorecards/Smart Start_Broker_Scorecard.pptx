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Smart Start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$1,813,164.60 / $1,963,656.56 / $699,358.14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10.07%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$2,538,430.44  (27.6%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20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$202,483.45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29.0%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258  |  Binds: 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$496,874.69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71.0%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$171.7K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$334.7K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$138.5K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$294.1K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