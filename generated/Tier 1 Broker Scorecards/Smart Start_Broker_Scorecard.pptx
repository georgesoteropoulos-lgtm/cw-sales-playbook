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Smart Start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$1,813,164.60 / $1,953,713.74 / $689,415.32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9.09%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$2,538,430.44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$229,575.46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264  |  Binds: 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$459,839.86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$294.1K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