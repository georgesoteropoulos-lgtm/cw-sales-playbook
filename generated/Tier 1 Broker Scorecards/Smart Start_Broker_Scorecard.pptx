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$1,965,389.89 / $701,091.47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10.18%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(27.6%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20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$202,343.59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255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$498,747.88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