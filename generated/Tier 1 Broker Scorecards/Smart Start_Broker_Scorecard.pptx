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$1,963,656.56 / $699,358.14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9.42%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$224,267.68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255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$475,090.46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