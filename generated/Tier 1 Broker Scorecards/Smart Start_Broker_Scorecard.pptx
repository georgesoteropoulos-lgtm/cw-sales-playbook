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Smart Start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$1,813,164.60 / $1,975,288.69 / $710,990.27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9.15%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$2,538,430.44  (28.0%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$207,357.23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29.2%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273  |  Binds: 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$503,633.04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70.8%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$171.7K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$150.1K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