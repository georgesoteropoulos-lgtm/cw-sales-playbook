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Smart Start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$1,813,164.60 / $1,975,288.69 / $710,990.27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9.34%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$2,538,430.44  (28.0%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$211,636.95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29.8%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267  |  Binds: 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$499,353.32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70.2%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