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Smart Start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$1,813,164.60 / $1,672,156.83 / $742,529.14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8.91%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$2,538,430.44  (29.3%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23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$223,176.07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30.1%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280  |  Binds: 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$519,353.07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69.9%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13.5%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$171.7K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$334.7K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$181.7K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$294.1K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