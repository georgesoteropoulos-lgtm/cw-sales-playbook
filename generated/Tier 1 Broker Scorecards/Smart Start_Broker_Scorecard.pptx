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$2,006,827.56 / $742,529.14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8.91%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$230,863.08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280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$511,666.06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