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$1,953,713.74 / $689,415.32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$222,168.42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264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$467,246.90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