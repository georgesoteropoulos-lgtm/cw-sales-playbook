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$2,006,827.56 / $742,529.14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8.58%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$234,260.94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280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$508,268.20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