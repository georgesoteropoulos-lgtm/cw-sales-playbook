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United Advantage Insurance Services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$5,313,121.90 / $7,493,247.59 / $3,575,165.10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5.50%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$7,438,370.66  (48.1%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138  |  Binds: 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$959,907.95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26.8%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2773  |  Binds: 148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$2,615,257.15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73.2%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763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384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10.6%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81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$709.9K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$975.5K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$519.1K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$592.3K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$364.9K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