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United Advantage Insurance Services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$5,313,121.90 / $7,564,199.58 / $3,646,117.09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5.20%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$7,438,370.66  (49.0%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140  |  Binds: 10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$717,094.82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19.7%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2861  |  Binds: 146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$2,929,022.27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80.3%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500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762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415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550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384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9.4%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10.5%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13.3%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8.7%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13.3%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47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80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55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48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51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$709.9K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$975.5K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$519.1K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$663.3K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$364.9K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