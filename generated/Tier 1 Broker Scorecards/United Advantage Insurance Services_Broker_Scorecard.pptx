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$7,672,226.88 / $3,754,144.39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(50.5%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$850,018.82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2894  |  Binds: 158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$2,904,125.57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