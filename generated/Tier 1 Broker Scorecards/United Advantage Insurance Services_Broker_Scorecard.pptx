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$7,565,669.97 / $3,647,587.48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(49.0%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140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$891,270.58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2863  |  Binds: 146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$2,756,316.90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$664.8K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