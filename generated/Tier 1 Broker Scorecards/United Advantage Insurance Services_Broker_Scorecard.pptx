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$7,655,437.40 / $3,737,354.91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(50.2%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$919,307.19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2874  |  Binds: 156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$2,818,047.72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$754.5K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