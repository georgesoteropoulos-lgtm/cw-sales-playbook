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United Advantage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$5,313,121.90 / $7,528,798.23 / $3,610,715.74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5.45%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$7,438,370.66  (48.5%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140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$891,627.92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24.7%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2834  |  Binds: 150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$2,719,087.82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75.3%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$709.9K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$975.5K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$627.9K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$364.9K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