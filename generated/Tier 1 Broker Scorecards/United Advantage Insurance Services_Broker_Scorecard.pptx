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$7,505,471.29 / $3,587,388.80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5.52%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(48.2%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138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$937,429.33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26.1%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2795  |  Binds: 150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$2,649,959.47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73.9%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$604.6K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