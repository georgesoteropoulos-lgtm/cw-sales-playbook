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$7,671,676.88 / $3,753,594.39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5.57%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(50.5%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139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$850,036.87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2893  |  Binds: 157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$2,903,557.52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$770.8K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