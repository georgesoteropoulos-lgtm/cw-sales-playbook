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$7,493,247.59 / $3,575,165.10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137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$967,049.86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2750  |  Binds: 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$2,608,115.24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$592.3K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