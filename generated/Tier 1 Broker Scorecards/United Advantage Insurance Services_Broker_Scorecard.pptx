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$7,545,456.64 / $3,627,374.15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5.27%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140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$711,137.25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2856  |  Binds: 148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$2,916,236.90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