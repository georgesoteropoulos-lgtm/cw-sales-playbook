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United Advantage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$5,313,121.90 / $7,545,456.64 / $3,627,374.15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5.31%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$7,438,370.66  (48.8%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140  |  Binds: 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$706,583.89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19.5%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2855  |  Binds: 149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$2,920,790.26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80.5%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763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$709.9K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$975.5K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$644.5K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