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United Advantage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$5,313,121.90 / $7,545,456.64 / $3,627,374.15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5.38%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$7,438,370.66  (48.8%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140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$698,482.16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19.3%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2854  |  Binds: 151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$2,928,891.99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80.7%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$709.9K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$975.5K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$644.5K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