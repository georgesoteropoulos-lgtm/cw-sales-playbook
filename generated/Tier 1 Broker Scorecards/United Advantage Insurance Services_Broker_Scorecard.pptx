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$7,480,898.95 / $3,562,816.46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137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$869,194.55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2724  |  Binds: 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$2,693,621.91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$580.0K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