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V Insurance Professionals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$794,731.64 / $531,809.25 / $177,759.96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23.68%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$1,112,624.30  (16.0%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$43,452.98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24.4%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36  |  Binds: 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$134,306.98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75.6%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$94.8K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$27.1K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$32.4K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