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$5,269,991.21 / $2,007,475.92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79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$507,187.62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1290  |  Binds: 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$1,500,288.30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