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$4,998,360.26 / $2,101,395.50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(30.9%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79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$542,397.37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1302  |  Binds: 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$1,558,998.13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