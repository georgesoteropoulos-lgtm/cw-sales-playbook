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$5,127,795.66 / $1,865,280.37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76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$434,525.75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1235  |  Binds: 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$1,430,754.62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