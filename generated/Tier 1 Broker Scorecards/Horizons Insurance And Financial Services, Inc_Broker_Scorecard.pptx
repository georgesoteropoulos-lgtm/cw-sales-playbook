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Horizons Insurance And Financial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$4,857,693.58 / $5,150,209.16 / $1,887,693.87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$6,800,771.01  (27.8%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77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$426,242.83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1249  |  Binds: 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$1,461,451.04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$330.1K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$478.0K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