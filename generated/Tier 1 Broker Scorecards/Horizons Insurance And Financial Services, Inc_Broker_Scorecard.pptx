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$5,243,674.60 / $1,981,159.31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6.49%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(29.1%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78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$452,364.72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22.8%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1278  |  Binds: 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$1,528,794.59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77.2%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$234.9K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