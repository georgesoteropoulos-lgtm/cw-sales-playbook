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Horizons Insurance And Financial Services,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$4,857,693.58 / $5,270,542.39 / $2,008,027.10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6.59%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$6,800,771.01  (29.5%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79  |  Binds: 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$518,297.77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25.8%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1301  |  Binds: 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$1,489,729.33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74.2%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$330.1K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$261.8K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$478.0K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$93.4K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