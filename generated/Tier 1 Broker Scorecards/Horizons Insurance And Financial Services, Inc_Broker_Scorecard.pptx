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$5,217,636.03 / $1,955,120.74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$364,051.51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1261  |  Binds: 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$1,591,069.23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$208.9K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