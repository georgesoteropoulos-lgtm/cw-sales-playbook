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Horizons Insurance And Financial Services,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$4,857,693.58 / $5,136,797.50 / $1,874,282.21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6.53%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$6,800,771.01  (27.6%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76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$430,111.03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22.9%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1242  |  Binds: 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$1,444,171.18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77.1%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$330.1K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$128.0K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$478.0K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