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Horizons Insurance And Financial Services,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$4,857,693.58 / $5,127,242.48 / $1,864,727.19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6.56%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$6,800,771.01  (27.4%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76  |  Binds: 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$384,605.41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20.6%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1219  |  Binds: 79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$1,480,121.78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79.4%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357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$319.1K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$365.6K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$129.5K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$478.0K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$93.4K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