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Horizons Insurance And Financial Services,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$4,857,693.58 / $5,217,636.03 / $1,955,120.74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6.42%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$6,800,771.01  (28.7%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78  |  Binds: 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$364,233.98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18.6%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1262  |  Binds: 80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$1,590,886.76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81.4%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247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$330.1K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$365.6K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$208.9K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$478.0K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$93.4K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