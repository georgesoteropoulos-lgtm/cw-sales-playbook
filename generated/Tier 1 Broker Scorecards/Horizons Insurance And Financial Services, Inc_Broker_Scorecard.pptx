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$5,243,674.95 / $1,981,159.66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$452,578.63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1270  |  Binds: 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$1,528,581.03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