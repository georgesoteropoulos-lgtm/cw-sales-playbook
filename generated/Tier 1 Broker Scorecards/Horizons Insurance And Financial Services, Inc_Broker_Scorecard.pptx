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$5,127,795.66 / $1,865,280.37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75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$420,535.69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1227  |  Binds: 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$1,444,744.68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