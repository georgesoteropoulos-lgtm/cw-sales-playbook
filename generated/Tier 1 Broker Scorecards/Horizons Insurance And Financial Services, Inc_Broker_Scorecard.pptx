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$5,270,542.39 / $2,008,027.10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79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$509,460.14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1300  |  Binds: 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$1,498,566.96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