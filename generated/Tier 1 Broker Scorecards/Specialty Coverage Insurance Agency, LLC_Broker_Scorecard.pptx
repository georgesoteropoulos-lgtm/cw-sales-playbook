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Specialty Coverage Insurance Agency,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$3,498,766.90 / $3,024,812.01 / $1,100,950.24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10.31%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$4,898,273.66  (22.5%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18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$77,736.97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535  |  Binds: 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$1,023,213.27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92.9%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$546.2K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$339.1K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$176.3K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