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Specialty Coverage Insurance Agency,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$3,498,766.90 / $3,279,889.51 / $1,044,436.59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11.41%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$4,898,273.66  (21.3%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$71,914.52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509  |  Binds: 59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$972,522.07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93.1%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159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18.2%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14.7%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$546.2K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$339.1K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$311.6K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$118.9K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$387.4K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