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Specialty Coverage Insurance Agency,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$3,498,766.90 / $3,317,919.88 / $1,082,466.96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11.47%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$4,898,273.66  (22.1%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17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$71,483.82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6.6%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515  |  Binds: 60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$1,010,983.14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93.4%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15.4%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$546.2K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$339.1K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$311.6K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$157.0K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$387.4K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