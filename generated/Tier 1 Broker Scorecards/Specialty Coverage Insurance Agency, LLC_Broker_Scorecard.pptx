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$3,272,734.29 / $1,037,281.37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11.13%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$139,320.62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496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$897,960.75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