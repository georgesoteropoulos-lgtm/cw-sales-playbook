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Specialty Coverage Insurance Agency,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$3,498,766.90 / $3,297,960.00 / $1,062,507.08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11.47%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$4,898,273.66  (21.7%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17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$69,948.16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6.6%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515  |  Binds: 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$992,558.92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93.4%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$546.2K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$339.1K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