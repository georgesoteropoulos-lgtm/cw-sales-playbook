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Specialty Coverage Insurance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$3,498,766.90 / $3,279,889.51 / $1,044,436.59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11.36%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$4,898,273.66  (21.3%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$71,914.52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511  |  Binds: 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$972,522.07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93.1%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$118.9K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