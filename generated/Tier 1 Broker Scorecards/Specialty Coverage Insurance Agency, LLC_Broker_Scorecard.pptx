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$3,271,370.48 / $1,035,917.56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$77,292.96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499  |  Binds: 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$958,624.60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