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$3,317,667.68 / $1,082,214.76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(22.1%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$76,245.39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520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$1,005,969.37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