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$3,297,960.00 / $1,062,507.08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(21.7%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$68,468.36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515  |  Binds: 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$994,038.72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