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Specialty Coverage Insurance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$3,498,766.90 / $3,271,370.48 / $1,035,917.56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11.39%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$4,898,273.66  (21.1%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17  |  Binds: 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$71,368.95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6.9%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501  |  Binds: 58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$964,548.61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93.1%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$546.2K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$311.6K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$387.4K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