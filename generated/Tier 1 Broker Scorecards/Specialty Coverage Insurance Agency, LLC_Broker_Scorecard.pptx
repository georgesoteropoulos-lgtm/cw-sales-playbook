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$3,336,403.16 / $1,100,950.24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$77,736.97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535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$1,023,213.27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