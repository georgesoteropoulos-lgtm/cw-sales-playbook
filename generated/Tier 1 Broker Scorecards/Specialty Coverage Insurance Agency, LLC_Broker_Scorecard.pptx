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$3,317,657.13 / $1,082,204.21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10.72%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(22.1%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$75,386.13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524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$1,006,818.08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$157.5K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