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$4,382,021.57 / $1,007,082.07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$151,450.54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854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$855,631.53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