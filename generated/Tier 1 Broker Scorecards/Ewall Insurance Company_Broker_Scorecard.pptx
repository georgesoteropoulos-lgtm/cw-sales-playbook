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Ewall Insurance Company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$5,582,229.60 / $4,375,438.95 / $1,000,499.45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10.61%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$7,815,121.44  (12.8%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31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$114,875.99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11.5%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827  |  Binds: 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$885,623.46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88.5%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$351.3K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$270.1K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$587.5K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$204.7K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$611.5K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