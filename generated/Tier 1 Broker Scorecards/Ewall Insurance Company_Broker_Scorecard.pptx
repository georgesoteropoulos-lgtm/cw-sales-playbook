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Ewall Insurance Company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$5,582,229.60 / $4,375,028.35 / $1,000,088.85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10.89%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$7,815,121.44  (12.8%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30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$143,733.99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14.4%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833  |  Binds: 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$856,354.86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85.6%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$351.3K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$270.1K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$587.5K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$204.3K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$611.5K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