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$4,381,270.54 / $1,006,331.04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$118,707.27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839  |  Binds: 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$887,623.77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