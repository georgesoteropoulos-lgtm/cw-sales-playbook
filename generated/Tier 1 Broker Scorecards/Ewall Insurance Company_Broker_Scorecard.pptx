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$4,382,021.57 / $1,007,082.07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$148,925.02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859  |  Binds: 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$858,157.05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