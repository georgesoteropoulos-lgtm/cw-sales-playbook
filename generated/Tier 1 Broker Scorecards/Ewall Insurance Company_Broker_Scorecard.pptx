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Ewall Insurance Company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$5,582,229.60 / $4,382,021.57 / $1,007,082.07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10.48%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$7,815,121.44  (12.9%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31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$151,450.54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15.0%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856  |  Binds: 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$855,631.53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85.0%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$270.1K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$587.5K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$611.5K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$19.5K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