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$4,362,860.39 / $987,920.89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10.49%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$149,243.23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15.1%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808  |  Binds: 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$838,677.66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84.9%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