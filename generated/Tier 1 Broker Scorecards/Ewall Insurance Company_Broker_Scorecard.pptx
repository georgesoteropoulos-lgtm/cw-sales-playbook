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Ewall Insurance Company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$5,582,229.60 / $4,381,270.54 / $1,006,331.04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10.70%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$7,815,121.44  (12.9%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30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$150,853.43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15.0%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839  |  Binds: 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$855,477.61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85.0%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$587.5K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$210.5K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$611.5K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$19.5K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