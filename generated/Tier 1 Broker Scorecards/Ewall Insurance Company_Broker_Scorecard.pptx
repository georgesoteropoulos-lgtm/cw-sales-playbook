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Ewall Insurance Company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$5,582,229.60 / $4,362,860.39 / $987,920.89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10.34%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$7,815,121.44  (12.6%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31  |  Binds: 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$114,079.76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11.5%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820  |  Binds: 85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$873,841.13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88.5%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266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246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156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285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22.2%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18.7%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$351.3K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$270.1K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$587.5K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$192.1K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$611.5K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$14.4K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