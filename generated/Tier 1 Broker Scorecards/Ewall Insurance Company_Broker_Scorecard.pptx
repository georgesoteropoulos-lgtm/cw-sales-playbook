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Ewall Insurance Company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$5,582,229.60 / $4,381,270.54 / $1,006,331.04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10.82%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$7,815,121.44  (12.9%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30  |  Binds: 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$148,812.13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14.8%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839  |  Binds: 90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$857,518.91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85.2%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266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245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18.0%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20.0%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44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64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57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$351.3K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$270.1K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$587.5K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$210.5K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$611.5K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$19.5K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