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$3,838,877.89 / $1,051,404.37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(13.5%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$154,112.85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859  |  Binds: 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$897,291.52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