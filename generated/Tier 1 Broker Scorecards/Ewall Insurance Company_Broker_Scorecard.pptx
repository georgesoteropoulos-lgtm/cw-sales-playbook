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Ewall Insurance Company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$5,582,229.60 / $4,354,977.39 / $980,037.89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10.48%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$7,815,121.44  (12.5%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30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$145,469.20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14.8%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800  |  Binds: 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$834,568.69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85.2%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$351.3K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$270.1K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$587.5K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$184.2K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$611.5K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$13.4K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