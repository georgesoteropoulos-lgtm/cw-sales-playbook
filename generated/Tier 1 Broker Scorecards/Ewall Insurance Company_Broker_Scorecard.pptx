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$4,381,606.58 / $1,006,667.08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$145,064.59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847  |  Binds: 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$861,602.49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