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3321 Group L.L.C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$2,228,375.71 / $1,071,037.81 / $136,698.87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1  |  7.09%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$3,119,725.99  (4.4%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6  |  Binds: 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$39,724.59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29.1%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135  |  Binds: 9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$96,974.28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70.9%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136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19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103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22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82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14.0%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10.5%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17.5%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9.1%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26.8%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19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18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$225.9K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DC2626"/>
                          </a:solidFill>
                          <a:latin typeface="Segoe UI"/>
                        </a:rPr>
                        <a:t>$66.8K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$247.7K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DC2626"/>
                          </a:solidFill>
                          <a:latin typeface="Segoe UI"/>
                        </a:rPr>
                        <a:t>$31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$213.2K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