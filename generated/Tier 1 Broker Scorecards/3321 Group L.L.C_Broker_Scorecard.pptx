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3321 Group L.L.C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$2,228,375.71 / $1,071,037.81 / $136,698.87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8.53%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$3,119,725.99  (4.4%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5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124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$136,698.87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28.6%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$247.7K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$31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$213.2K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