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6.47%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$43,076.99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133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$93,621.88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