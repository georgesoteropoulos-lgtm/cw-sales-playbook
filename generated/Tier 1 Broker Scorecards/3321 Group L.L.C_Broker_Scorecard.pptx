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$823,368.39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$37,828.02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135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$98,870.85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