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$3,813,122.84 / $718,491.85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85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$402,855.88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632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$315,635.97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