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$3,822,774.33 / $728,143.34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4.18%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(12.0%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89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$382,777.12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653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$345,366.22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