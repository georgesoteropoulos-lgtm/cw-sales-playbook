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CRC Insurance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$4,332,023.30 / $3,832,803.14 / $738,172.15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4.19%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$6,064,832.62  (12.2%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90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$384,619.34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52.1%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674  |  Binds: 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$353,552.81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47.9%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$375.7K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$454.2K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$180.2K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