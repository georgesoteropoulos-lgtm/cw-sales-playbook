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$3,820,253.14 / $725,622.15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89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$381,514.45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659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$344,107.70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