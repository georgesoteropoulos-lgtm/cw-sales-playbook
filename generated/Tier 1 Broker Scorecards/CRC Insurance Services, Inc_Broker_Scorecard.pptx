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$3,936,821.79 / $842,190.80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(13.9%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91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$449,442.46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685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$392,748.34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$284.2K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