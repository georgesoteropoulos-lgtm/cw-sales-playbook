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CRC Insurance Services,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$4,332,023.30 / $3,818,219.82 / $723,588.83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4.32%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$6,064,832.62  (11.9%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89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$394,930.75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54.6%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651  |  Binds: 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$328,658.08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45.4%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$375.7K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$454.2K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