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CRC Insurance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$4,332,023.30 / $4,075,001.69 / $980,370.70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4.47%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$6,064,832.62  (16.2%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93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$522,945.57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690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$457,425.13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$375.7K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$454.2K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$422.4K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