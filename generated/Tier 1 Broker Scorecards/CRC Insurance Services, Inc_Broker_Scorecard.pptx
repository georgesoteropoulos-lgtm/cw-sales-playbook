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$4,075,001.69 / $980,370.70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(16.2%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$522,945.57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691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$457,425.13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$422.4K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