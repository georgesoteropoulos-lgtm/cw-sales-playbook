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$3,813,122.84 / $718,491.85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(11.8%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$397,174.60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645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$321,317.25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