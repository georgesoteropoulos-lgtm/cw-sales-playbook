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CRC Insurance Services,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$4,332,023.30 / $3,813,122.84 / $718,491.85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4.29%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$6,064,832.62  (11.8%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87  |  Binds: 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$397,174.60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55.3%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636  |  Binds: 24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$321,317.25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44.7%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243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186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$375.7K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$251.3K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$454.2K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$160.5K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$316.2K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