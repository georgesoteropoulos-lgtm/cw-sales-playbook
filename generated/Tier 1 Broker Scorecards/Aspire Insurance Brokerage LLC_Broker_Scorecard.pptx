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Aspire Insurance Brokerage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$1,352,271.64 / $1,516,860.73 / $164,589.09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5.14%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$1,893,180.30  (8.7%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239  |  Binds: 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$164,589.09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