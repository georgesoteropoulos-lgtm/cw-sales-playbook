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Aspire Insurance Brokerage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$1,352,271.64 / $1,560,852.04 / $208,580.40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5.26%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$1,893,180.30  (11.0%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15  |  Binds: 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$0.00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0.0%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251  |  Binds: 14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$208,580.40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100.0%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60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23.0%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$91.7K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$18.7K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$82.8K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$303.5K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