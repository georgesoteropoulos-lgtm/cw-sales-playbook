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Aspire Insurance Brokerage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$1,352,271.64 / $1,547,151.00 / $213,533.74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5.62%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$1,893,180.30  (11.3%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15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$61,025.31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28.6%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252  |  Binds: 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$152,508.43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71.4%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$18.7K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$87.7K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$303.5K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