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$1,537,767.10 / $185,495.46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241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$185,495.46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