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Aspire Insurance Brokerage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$1,352,271.64 / $1,537,767.10 / $185,495.46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4.67%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$1,893,180.30  (9.8%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243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$185,495.46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