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Aspire Insurance Brokerage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$1,352,271.64 / $1,565,805.38 / $213,533.74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5.62%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$1,893,180.30  (11.3%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$61,025.31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252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$152,508.43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