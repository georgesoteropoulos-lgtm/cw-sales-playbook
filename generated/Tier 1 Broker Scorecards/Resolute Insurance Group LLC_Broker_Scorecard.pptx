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Resolute Insurance Group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$1,269,491.86 / $1,244,461.50 / $398,134.92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4.38%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$1,777,288.60  (22.4%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132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$75,493.04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19.0%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188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$322,641.88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81.0%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