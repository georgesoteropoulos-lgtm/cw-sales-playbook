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Resolute Insurance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$1,269,491.86 / $1,244,715.62 / $398,389.04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3.68%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$1,777,288.60  (22.4%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137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$213,612.17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189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$184,776.87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