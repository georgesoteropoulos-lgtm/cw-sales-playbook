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Resolute Insurance Group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$1,269,491.86 / $1,245,091.24 / $398,764.66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4.52%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$1,777,288.60  (22.4%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132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$170,122.13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42.7%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178  |  Binds: 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$228,642.53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57.3%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91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7.7%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13.8%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$197.5K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$147.4K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$9.2K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$55.3K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$240.1K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