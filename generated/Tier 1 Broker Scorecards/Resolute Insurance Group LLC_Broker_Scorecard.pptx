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Resolute Insurance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$1,269,491.86 / $1,245,391.65 / $399,065.07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3.95%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$1,777,288.60  (22.5%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138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$78,889.47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19.8%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191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$320,175.60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80.2%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