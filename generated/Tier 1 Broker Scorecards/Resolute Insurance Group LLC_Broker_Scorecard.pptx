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$1,244,982.85 / $398,656.27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139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$203,956.05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51.2%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191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$194,700.22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48.8%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