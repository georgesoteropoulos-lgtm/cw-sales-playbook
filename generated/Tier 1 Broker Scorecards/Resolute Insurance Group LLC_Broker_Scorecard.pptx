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$1,244,461.50 / $398,134.92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4.01%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$79,430.96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189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$318,703.96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