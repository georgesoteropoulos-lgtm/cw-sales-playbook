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$1,245,091.24 / $398,764.66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$102,892.92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$295,871.74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