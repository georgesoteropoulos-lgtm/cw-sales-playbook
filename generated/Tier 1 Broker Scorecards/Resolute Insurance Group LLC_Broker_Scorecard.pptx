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Resolute Insurance Group LLC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$1,269,491.86 / $1,235,792.60 / $398,656.27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4.24%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$1,777,288.60  (22.4%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139  |  Binds: 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$169,974.81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42.6%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191  |  Binds: 12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$228,681.46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57.4%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75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91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73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50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63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16.0%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7.7%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15.1%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6.0%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14.3%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$197.5K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$147.4K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$9.2K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$55.2K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$240.1K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