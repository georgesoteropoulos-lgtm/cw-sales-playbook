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Tamarez Group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$861,891.23 / $959,240.94 / $165,989.32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4.66%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$1,206,647.72  (13.8%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192  |  Binds: 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$165,989.32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$18.6K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$63.3K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