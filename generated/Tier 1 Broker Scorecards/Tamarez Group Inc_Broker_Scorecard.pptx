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$946,627.22 / $165,989.32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$165,989.32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