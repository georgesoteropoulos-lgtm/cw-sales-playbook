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Tamarez Group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$861,891.23 / $946,706.66 / $166,068.76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5.78%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$1,206,647.72  (13.8%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172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$166,068.76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$63.3K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