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Aic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$1,633,938.05 / $1,671,896.00 / $677,996.67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6.73%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$2,287,513.27  (29.6%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66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$350,685.42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51.7%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365  |  Binds: 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$327,311.25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48.3%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$421.7K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$123.6K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