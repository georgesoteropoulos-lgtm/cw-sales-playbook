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Aic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$1,633,938.05 / $1,636,872.13 / $642,972.80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7.79%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$2,287,513.27  (28.1%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62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$361,033.90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336  |  Binds: 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$281,938.90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