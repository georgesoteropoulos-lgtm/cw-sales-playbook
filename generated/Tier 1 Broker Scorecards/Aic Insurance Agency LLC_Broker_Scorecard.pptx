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$1,636,872.13 / $642,972.80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$294,426.53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345  |  Binds: 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$348,546.27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