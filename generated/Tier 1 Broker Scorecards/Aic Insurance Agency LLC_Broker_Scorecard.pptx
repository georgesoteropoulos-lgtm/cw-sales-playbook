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Aic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$1,633,938.05 / $1,636,322.14 / $642,422.81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8.21%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$2,287,513.27  (28.1%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$335,911.57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332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$306,511.24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$421.7K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