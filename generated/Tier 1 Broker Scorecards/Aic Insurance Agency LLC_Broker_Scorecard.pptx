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Aic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$1,633,938.05 / $1,654,888.52 / $660,989.19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6.30%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$2,287,513.27  (28.9%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64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$351,134.73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53.1%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349  |  Binds: 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$309,854.46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46.9%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106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91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12.3%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$421.7K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$219.6K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$106.6K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$38.6K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