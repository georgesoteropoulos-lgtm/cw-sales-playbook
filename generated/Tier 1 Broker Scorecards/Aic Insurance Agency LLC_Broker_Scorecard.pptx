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$1,636,322.14 / $642,422.81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$361,151.49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334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$281,271.32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