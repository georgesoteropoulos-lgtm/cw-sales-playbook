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$1,654,888.52 / $660,989.19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6.54%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$350,837.68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349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$310,151.51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