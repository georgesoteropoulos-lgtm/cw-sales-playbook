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$1,550,564.64 / $677,996.67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$350,685.42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365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$327,311.25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