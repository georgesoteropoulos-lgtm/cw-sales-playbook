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Aic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$1,633,938.05 / $1,636,322.14 / $642,422.81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7.91%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$2,287,513.27  (28.1%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59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$352,709.02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54.9%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333  |  Binds: 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$289,713.79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45.1%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$421.7K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