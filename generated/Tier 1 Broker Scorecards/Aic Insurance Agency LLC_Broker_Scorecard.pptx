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$1,685,737.85 / $691,838.52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6.97%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(30.2%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65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$381,145.41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351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$310,693.11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$137.5K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