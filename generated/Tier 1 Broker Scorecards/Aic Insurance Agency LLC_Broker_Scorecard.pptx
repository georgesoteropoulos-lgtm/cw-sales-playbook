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Aic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$1,633,938.05 / $1,654,888.52 / $660,989.19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6.30%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$2,287,513.27  (28.9%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64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$351,134.73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349  |  Binds: 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$309,854.46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