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$1,671,896.00 / $677,996.67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$358,824.85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362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$319,171.82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