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$1,671,896.00 / $677,996.67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65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$392,866.06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356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$285,130.61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