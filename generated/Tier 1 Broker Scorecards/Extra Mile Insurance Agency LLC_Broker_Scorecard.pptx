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Extra Mile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$799,530.15 / $1,156,623.23 /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9.76%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$1,119,342.21  (41.6%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158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