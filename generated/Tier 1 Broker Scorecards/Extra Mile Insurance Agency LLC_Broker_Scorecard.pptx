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Extra Mile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$799,530.15 / $985,453.65 / $465,481.52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9.09%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$1,119,342.21  (41.6%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170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$465,481.52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