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Extra Mile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$799,530.15 / $1,156,623.23 / $465,364.50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9.47%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$1,119,342.21  (41.6%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163  |  Binds: 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$465,364.50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$49.1K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$82.3K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$57.2K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