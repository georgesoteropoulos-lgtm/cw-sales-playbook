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$1,156,740.25 / $465,481.52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9.14%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169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$465,481.52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