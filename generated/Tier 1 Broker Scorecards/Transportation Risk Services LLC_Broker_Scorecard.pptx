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Transportation Risk 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$1,146,562.76 / $897,831.83 / $76,844.42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$1,605,187.86  (4.8%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$62,843.75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$14,000.67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