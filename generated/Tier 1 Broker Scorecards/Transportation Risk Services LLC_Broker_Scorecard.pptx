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Transportation Risk Services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$1,146,562.76 / $901,339.06 / $80,351.65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10.34%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$1,605,187.86  (5.0%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$65,185.68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81.1%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41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$15,165.97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18.9%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$173.7K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