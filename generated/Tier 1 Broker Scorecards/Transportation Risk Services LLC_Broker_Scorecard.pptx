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Transportation Risk Services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$1,146,562.76 / $897,831.83 / $76,844.42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8.62%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$1,605,187.86  (4.8%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17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$65,006.57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84.6%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41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$11,837.85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15.4%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$173.7K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$21.8K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$114.5K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