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$1,304,434.63 / $522,325.75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(32.1%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$154,217.24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258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$368,108.51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$216.3K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