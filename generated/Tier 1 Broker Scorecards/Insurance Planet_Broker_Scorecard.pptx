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$1,291,901.23 / $509,792.35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5.71%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(31.3%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$167,259.88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256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$342,532.47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$203.7K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