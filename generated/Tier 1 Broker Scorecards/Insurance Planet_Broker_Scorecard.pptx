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Insurance Planet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$1,163,462.77 / $1,390,937.73 / $608,828.85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7.43%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$1,628,847.88  (37.4%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$225,074.00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268  |  Binds: 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$383,754.85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$302.8K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