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$1,291,901.23 / $509,792.35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(31.3%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$158,485.12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251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$351,307.23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$203.7K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