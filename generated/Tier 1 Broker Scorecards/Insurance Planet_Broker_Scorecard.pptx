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 Planet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$1,163,462.77 / $1,291,901.23 / $509,792.35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5.82%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$1,628,847.88  (31.3%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22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$167,259.88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32.8%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253  |  Binds: 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$342,532.47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67.2%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$109.3K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$203.7K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$223.5K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