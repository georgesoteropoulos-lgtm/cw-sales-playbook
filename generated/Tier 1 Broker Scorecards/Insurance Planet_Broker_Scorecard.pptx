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Insurance Planet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$1,163,462.77 / $1,320,436.80 / $538,327.92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6.94%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$1,628,847.88  (33.0%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27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$153,127.74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28.4%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261  |  Binds: 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$385,200.18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71.6%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14.8%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$12.1K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$109.3K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$232.3K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