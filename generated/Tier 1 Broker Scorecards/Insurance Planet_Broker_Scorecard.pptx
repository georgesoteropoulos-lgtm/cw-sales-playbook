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Insurance Planet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$1,163,462.77 / $1,390,937.73 / $608,828.85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6.87%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$1,628,847.88  (37.4%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28  |  Binds: 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$246,152.80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40.4%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263  |  Binds: 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$362,676.05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59.6%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13.8%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$12.1K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$109.3K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$76.1K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$302.8K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$223.5K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