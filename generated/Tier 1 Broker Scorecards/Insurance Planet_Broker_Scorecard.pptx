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Insurance Planet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$1,163,462.77 / $1,390,937.73 / $608,828.85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7.14%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$1,628,847.88  (37.4%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28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$234,306.20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38.5%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266  |  Binds: 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$374,522.65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61.5%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13.8%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$12.1K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$109.3K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$76.1K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$302.8K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$223.5K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