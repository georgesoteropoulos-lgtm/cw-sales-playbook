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$3,284,409.88 / $2,002,531.56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20.30%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256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$2,002,531.56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