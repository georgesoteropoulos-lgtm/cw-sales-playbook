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$3,356,744.72 / $2,074,866.40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(90.4%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$267,206.03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  |  Binds: 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$1,807,660.37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