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$3,189,977.52 /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259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