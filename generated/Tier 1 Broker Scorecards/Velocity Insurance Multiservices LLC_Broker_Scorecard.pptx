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Velocity Insurance Multiservices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$1,640,288.40 / $3,299,273.21 / $2,017,394.89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20.15%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$2,296,403.76  (87.9%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258  |  Binds: 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$2,017,394.89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