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$3,299,273.21 / $2,017,394.89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20.07%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259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$2,017,394.89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