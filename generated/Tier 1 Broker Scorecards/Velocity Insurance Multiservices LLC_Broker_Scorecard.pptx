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Velocity Insurance Multiservices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$1,640,288.40 / $3,394,646.75 / $2,112,768.43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19.92%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$2,296,403.76  (92.0%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15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$527,986.49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25.0%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251  |  Binds: 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$1,584,781.94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75.0%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$56.4K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$192.5K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$109.3K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$93.6K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$91.8K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