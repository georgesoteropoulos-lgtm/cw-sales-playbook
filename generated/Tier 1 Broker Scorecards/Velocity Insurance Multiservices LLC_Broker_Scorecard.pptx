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$3,254,974.68 / $1,973,096.36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19.03%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253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$1,973,096.36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