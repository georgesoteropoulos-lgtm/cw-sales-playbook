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Velocity Insurance Multiservices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$1,640,288.40 / $3,374,159.61 / $2,092,281.29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19.56%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$2,296,403.76  (91.1%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16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255  |  Binds: 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$2,092,281.29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$56.4K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$192.5K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