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Velocity Insurance Multiservices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$1,640,288.40 / $3,344,814.72 / $2,062,936.40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19.26%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$2,296,403.76  (89.8%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255  |  Binds: 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$2,062,936.40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$43.8K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