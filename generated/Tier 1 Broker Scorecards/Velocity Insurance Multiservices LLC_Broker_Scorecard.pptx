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$3,284,086.45 / $2,002,208.13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256  |  Binds: 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$2,002,208.13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