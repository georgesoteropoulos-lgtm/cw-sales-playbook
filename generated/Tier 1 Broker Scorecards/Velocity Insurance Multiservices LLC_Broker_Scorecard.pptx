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Velocity Insurance Multiservices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$1,640,288.40 / $3,254,974.68 / $1,973,096.36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20.30%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$2,296,403.76  (85.9%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$258,618.58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13.1%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251  |  Binds: 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$1,714,477.78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86.9%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$192.5K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