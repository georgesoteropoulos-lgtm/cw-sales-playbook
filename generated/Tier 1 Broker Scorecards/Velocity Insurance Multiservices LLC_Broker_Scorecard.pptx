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$3,325,256.57 / $2,043,378.25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(89.0%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  |  Binds: 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$2,043,378.25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