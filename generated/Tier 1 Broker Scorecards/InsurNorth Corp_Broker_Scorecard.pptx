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InsurNorth Corp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$1,276,104.98 / $1,159,321.90 / $388,100.42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6.21%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$1,786,546.97  (21.7%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36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$131,665.97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33.9%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125  |  Binds: 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$256,434.45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66.1%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$269.9K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$449.7K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$26.9K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$77.8K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