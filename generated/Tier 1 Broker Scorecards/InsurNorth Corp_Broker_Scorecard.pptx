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InsurNorth Corp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$1,276,104.98 / $1,288,178.99 / $516,957.51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7.65%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$1,786,546.97  (28.9%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39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$133,213.46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25.8%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131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$383,744.05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74.2%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$269.9K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$449.7K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