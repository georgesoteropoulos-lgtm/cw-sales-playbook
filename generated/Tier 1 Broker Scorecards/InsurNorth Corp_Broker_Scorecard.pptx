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$1,159,321.90 / $388,100.42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$110,034.56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121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$278,065.86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