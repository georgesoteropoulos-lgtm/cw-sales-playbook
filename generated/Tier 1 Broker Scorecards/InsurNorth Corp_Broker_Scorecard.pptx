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InsurNorth Corp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$1,276,104.98 / $1,173,146.33 / $401,924.85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7.45%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$1,786,546.97  (22.5%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36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$111,125.22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27.6%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125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$290,799.63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72.4%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$269.9K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$40.7K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