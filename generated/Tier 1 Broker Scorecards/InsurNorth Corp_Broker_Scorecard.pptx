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$838,485.87 / $516,957.51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$133,213.46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$383,744.05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