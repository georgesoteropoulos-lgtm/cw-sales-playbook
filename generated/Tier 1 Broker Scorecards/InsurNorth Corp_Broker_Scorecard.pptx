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InsurNorth Corp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$1,276,104.98 / $1,159,321.90 / $388,100.42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6.92%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$1,786,546.97  (21.7%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36  |  Binds: 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$110,034.56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28.4%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123  |  Binds: 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$278,065.86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71.6%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66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26.5%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12.1%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21.2%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10.0%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16.3%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$269.9K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$139.9K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$449.7K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$26.9K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$77.8K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