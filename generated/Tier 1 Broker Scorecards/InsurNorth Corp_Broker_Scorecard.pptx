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InsurNorth Corp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$1,276,104.98 / $1,259,438.04 / $488,216.56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7.78%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$1,786,546.97  (27.3%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$197,972.38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128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$290,244.18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$269.9K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$139.9K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