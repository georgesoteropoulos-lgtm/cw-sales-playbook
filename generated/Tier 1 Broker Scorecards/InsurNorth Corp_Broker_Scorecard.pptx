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$1,173,146.33 / $401,924.85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$111,125.22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$290,799.63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$40.7K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