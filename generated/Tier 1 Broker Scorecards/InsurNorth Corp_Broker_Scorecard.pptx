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$1,259,282.92 / $488,061.44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(27.3%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$197,979.01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$290,082.43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