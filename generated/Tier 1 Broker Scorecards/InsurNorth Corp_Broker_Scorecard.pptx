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$1,259,438.04 / $488,216.56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(27.3%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$134,925.66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$353,290.90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