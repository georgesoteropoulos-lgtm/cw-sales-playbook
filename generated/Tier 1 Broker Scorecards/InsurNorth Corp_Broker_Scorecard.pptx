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InsurNorth Corp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$1,276,104.98 / $1,161,517.90 / $390,296.42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6.83%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$1,786,546.97  (21.8%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36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$110,657.17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28.4%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125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$279,639.25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$269.9K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