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Power Commercial Insurance Brokers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$2,372,090.60 / $1,142,860.50 / $441,569.43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6.36%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$3,320,926.84  (13.3%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$52,318.02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11.8%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203  |  Binds: 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$389,251.41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88.2%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$97.3K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$45.2K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