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Power Commercial Insurance Brokers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$2,372,090.60 / $1,202,124.01 / $500,832.94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6.28%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$3,320,926.84  (15.1%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17  |  Binds: 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$59,339.68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11.8%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206  |  Binds: 13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$441,493.26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88.2%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81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97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57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7.4%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8.8%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$217.2K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$97.3K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$114.1K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$104.4K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$19.8K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