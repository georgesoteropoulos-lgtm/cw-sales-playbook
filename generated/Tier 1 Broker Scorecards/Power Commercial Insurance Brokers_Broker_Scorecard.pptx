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$1,202,124.01 / $500,832.94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$105,230.22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206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$395,602.72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