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$52,318.02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$389,251.41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