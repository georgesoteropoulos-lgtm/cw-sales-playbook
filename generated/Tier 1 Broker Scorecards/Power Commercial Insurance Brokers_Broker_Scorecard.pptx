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$1,142,860.50 / $441,569.43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(13.3%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$49,867.94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11.3%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193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$391,701.49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88.7%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