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Power Commercial Insurance Brokers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$2,372,090.60 / $1,202,124.01 / $500,832.94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6.28%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$3,320,926.84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$59,339.68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206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$441,493.26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$97.3K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$104.4K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