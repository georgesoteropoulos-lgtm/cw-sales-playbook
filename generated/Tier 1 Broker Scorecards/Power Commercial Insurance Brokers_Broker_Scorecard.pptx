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Power Commercial Insurance Brokers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$2,372,090.60 / $1,142,860.50 / $441,569.43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6.39%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$3,320,926.84  (13.3%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$54,410.12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12.3%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202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$387,159.31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87.7%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$45.2K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