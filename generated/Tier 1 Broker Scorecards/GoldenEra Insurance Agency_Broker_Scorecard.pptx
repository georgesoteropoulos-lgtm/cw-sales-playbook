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GoldenEra Insurance Agency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$9,867,855.80 / $10,586,240.12 / $3,751,954.93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24.49%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$13,814,998.12  (27.2%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41  |  Binds: 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$2,964,111.09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79.0%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155  |  Binds: 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$787,843.84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21.0%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$671.6K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$803.9K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$337.9K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$507.9K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