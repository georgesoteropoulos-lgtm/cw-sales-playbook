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$10,586,240.12 / $3,751,954.93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$2,964,007.90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$787,947.03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