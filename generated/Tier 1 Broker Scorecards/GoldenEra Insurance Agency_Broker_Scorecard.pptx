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GoldenEra Insurance Agency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$9,867,855.80 / $10,587,367.95 / $3,753,082.76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1  |  23.86%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$13,814,998.12  (27.2%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39  |  Binds: 19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$2,943,148.68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78.4%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158  |  Binds: 28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$809,934.08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21.6%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80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40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77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30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100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62.5%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52.5%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48.1%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26.7%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52.0%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50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21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52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$671.6K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DC2626"/>
                          </a:solidFill>
                          <a:latin typeface="Segoe UI"/>
                        </a:rPr>
                        <a:t>$167.4K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$803.9K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DC2626"/>
                          </a:solidFill>
                          <a:latin typeface="Segoe UI"/>
                        </a:rPr>
                        <a:t>$339.1K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$507.9K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