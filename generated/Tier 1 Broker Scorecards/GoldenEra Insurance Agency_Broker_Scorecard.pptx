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$10,476,424.07 / $3,642,138.88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24.37%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37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$2,852,038.59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160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$790,100.29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