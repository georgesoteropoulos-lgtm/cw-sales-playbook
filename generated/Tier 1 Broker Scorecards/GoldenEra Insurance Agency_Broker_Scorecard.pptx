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$10,586,240.12 / $3,751,954.93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24.37%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$2,964,111.09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156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$787,843.84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