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$10,584,206.22 / $3,749,921.03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23.35%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(27.1%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$2,911,237.94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77.6%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158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$838,683.09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22.4%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