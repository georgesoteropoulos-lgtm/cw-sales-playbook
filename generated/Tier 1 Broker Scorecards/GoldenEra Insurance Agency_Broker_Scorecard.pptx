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$10,603,471.21 / $3,769,186.02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$2,969,087.60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$800,098.42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