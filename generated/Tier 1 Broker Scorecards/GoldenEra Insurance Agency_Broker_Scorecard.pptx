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GoldenEra Insurance Agency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$9,867,855.80 / $10,292,332.24 / $3,458,047.05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25.51%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$13,814,998.12  (25.0%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36  |  Binds: 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$2,620,411.79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75.8%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160  |  Binds: 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$837,635.26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24.2%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$671.6K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$803.9K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