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$10,584,206.22 / $3,749,921.03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$3,014,187.62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158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$735,733.41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