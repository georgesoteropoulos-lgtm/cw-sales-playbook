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$9,799,541.45 / $3,769,186.02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$2,970,132.72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$799,053.30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