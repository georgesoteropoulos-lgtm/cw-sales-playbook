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$10,292,202.74 / $3,457,917.55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25.00%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(25.0%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36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$2,531,108.22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160  |  Binds: 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$926,809.33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