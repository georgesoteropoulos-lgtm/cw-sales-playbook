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GoldenEra Insurance Agency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$9,867,855.80 / $10,603,471.21 / $3,769,186.02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25.51%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$13,814,998.12  (27.3%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41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$2,970,034.06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78.8%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155  |  Binds: 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$799,151.96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21.2%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$671.6K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$803.9K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$355.2K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$507.9K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