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Safeline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$5,475,694.67 / $8,811,166.37 / $4,512,336.67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10.61%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$7,665,972.54  (58.9%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74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$2,541,913.26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56.3%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595  |  Binds: 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$1,970,423.41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43.7%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$686.5K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$476.6K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