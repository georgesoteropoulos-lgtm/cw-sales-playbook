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Safeline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$5,475,694.67 / $8,792,064.58 / $4,493,234.88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10.10%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$7,665,972.54  (58.6%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76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$2,484,259.81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627  |  Binds: 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$2,008,975.07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$686.5K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$457.5K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