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$8,611,234.11 / $4,312,404.41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(56.3%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69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$1,645,236.54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577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$2,667,167.87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