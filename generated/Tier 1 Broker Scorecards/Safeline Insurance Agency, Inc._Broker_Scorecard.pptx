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Safeline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$5,475,694.67 / $8,802,772.23 / $4,503,942.53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10.29%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$7,665,972.54  (58.8%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74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$2,639,269.70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58.6%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606  |  Binds: 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$1,864,672.83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41.4%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$686.5K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$468.3K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