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$8,775,028.83 / $4,476,199.13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$2,488,735.74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625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$1,987,463.39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