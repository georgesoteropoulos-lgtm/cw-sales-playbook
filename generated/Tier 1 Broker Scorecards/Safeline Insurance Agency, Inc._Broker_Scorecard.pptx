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$8,802,772.23 / $4,503,942.53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75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$2,553,357.33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599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$1,950,585.20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$468.3K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