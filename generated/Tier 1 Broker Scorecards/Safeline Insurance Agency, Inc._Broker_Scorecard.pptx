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Safeline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$5,475,694.67 / $8,770,844.05 / $4,472,014.35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$7,665,972.54  (58.3%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73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$2,782,159.41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62.2%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595  |  Binds: 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$1,689,854.94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37.8%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$686.5K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$436.3K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