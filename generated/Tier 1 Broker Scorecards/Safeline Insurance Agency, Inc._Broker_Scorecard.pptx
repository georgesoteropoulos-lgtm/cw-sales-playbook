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$8,811,166.37 / $4,512,336.67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10.46%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74  |  Binds: 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$2,546,216.66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595  |  Binds: 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$1,966,120.01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$476.6K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