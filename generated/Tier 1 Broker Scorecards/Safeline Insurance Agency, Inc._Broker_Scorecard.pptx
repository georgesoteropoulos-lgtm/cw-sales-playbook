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$8,625,181.81 / $4,326,352.11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70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$1,947,174.29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579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$2,379,177.82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$290.7K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