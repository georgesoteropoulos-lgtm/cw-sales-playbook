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Safeline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$5,475,694.67 / $8,804,326.78 / $4,505,497.08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10.19%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$7,665,972.54  (58.8%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75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$2,772,650.52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61.5%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612  |  Binds: 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$1,732,846.56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38.5%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$686.5K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$469.8K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