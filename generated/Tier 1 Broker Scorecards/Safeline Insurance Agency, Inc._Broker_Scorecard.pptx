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Safeline Insurance Agency, Inc.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$5,475,694.67 / $8,625,181.81 / $4,326,352.11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10.38%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$7,665,972.54  (56.4%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70  |  Binds: 12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$2,356,387.07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54.5%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585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$1,969,965.04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45.5%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163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168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113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17.3%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14.2%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27.7%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33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$500.9K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$686.5K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$449.3K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DC2626"/>
                          </a:solidFill>
                          <a:latin typeface="Segoe UI"/>
                        </a:rPr>
                        <a:t>$290.7K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$519.8K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