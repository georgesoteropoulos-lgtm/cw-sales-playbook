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Safeline Insurance Agency,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$5,475,694.67 / $8,643,538.24 / $4,344,708.54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10.38%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$7,665,972.54  (56.7%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72  |  Binds: 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$2,571,176.84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59.2%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593  |  Binds: 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$1,773,531.70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40.8%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17.3%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13.6%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$500.9K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$686.5K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$449.3K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$309.0K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$519.8K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