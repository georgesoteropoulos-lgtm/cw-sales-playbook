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Jagdeep Singh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$12,058,763.07 / $10,808,636.46 / $2,799,444.95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6.76%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$16,882,268.30  (16.6%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217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$1,783,418.39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63.7%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1070  |  Binds: 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$1,016,026.56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36.3%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$546.4K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$2.59M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