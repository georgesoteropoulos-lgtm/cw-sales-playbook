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Jagdeep Singh Insurance Agency,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$12,058,763.07 / $10,724,858.42 / $2,715,666.91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6.82%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$16,882,268.30  (16.1%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209  |  Binds: 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$1,691,420.20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62.3%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1037  |  Binds: 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$1,024,246.71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37.7%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$1.08M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$546.4K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$2.59M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$584.8K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