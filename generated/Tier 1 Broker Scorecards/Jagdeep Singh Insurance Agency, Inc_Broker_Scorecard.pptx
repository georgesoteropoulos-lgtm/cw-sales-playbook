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Jagdeep Singh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$12,058,763.07 / $10,785,724.36 / $2,776,532.85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6.46%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$16,882,268.30  (16.4%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214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$1,544,861.87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1056  |  Binds: 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$1,231,670.98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$2.59M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