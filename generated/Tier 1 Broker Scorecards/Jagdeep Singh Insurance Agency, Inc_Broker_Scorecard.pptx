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Jagdeep Singh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$12,058,763.07 / $10,808,636.46 / $2,799,444.95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6.77%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$16,882,268.30  (16.6%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219  |  Binds: 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$1,777,619.22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63.5%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1081  |  Binds: 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$1,021,825.73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36.5%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$546.4K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$2.59M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$1.22M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