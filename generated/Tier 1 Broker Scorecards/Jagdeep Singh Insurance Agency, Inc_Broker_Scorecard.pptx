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$10,785,724.36 / $2,776,532.85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214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$1,544,213.99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1057  |  Binds: 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$1,232,318.86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