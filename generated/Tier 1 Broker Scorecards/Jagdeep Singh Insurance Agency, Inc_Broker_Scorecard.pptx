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Jagdeep Singh Insurance Agency,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$12,058,763.07 / $10,714,256.70 / $2,705,065.19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6.48%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$16,882,268.30  (16.0%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204  |  Binds: 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$1,653,540.78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61.1%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1015  |  Binds: 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$1,051,524.41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38.9%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$1.08M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$546.4K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$2.59M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$574.2K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$1.22M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