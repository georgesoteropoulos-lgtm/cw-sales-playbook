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Jagdeep Singh Insurance Agency,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$12,058,763.07 / $10,780,372.25 / $2,771,180.74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6.57%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$16,882,268.30  (16.4%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216  |  Binds: 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$1,667,275.37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60.2%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1063  |  Binds: 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$1,103,905.37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39.8%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$1.08M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$546.4K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$2.59M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$640.3K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