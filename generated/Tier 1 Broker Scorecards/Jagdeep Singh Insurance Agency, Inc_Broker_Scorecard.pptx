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$10,785,724.36 / $2,776,532.85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210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$1,708,274.49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1045  |  Binds: 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$1,068,258.36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