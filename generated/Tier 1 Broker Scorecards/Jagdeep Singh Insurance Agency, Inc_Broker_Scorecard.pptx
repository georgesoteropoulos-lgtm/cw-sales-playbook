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$10,824,732.53 / $2,815,541.02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6.85%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221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$1,794,190.05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1092  |  Binds: 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$1,021,350.97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$684.6K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