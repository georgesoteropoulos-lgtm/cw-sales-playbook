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$10,785,724.36 / $2,776,532.85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6.46%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214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$1,543,431.09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1055  |  Binds: 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$1,233,101.76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