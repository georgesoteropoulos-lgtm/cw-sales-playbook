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Jagdeep Singh Insurance Agency,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$12,058,763.07 / $10,785,724.36 / $2,776,532.85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6.71%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$16,882,268.30  (16.4%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212  |  Binds: 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$1,615,323.15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58.2%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1055  |  Binds: 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$1,161,209.70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41.8%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$1.08M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$546.4K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$2.59M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$645.6K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