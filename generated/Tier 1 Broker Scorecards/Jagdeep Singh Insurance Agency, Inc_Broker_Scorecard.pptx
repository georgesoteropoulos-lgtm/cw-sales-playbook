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$8,255,357.26 / $2,831,542.05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223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$1,799,452.58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1098  |  Binds: 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$1,032,089.47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$684.6K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