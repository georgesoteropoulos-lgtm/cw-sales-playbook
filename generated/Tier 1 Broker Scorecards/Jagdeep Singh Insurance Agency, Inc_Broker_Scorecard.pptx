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Jagdeep Singh Insurance Agency,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$12,058,763.07 / $10,785,724.36 / $2,776,532.85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6.45%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$16,882,268.30  (16.4%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214  |  Binds: 17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$1,544,213.99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55.6%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1057  |  Binds: 65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$1,232,318.86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44.4%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337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368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352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8.9%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8.0%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$1.08M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$546.4K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$2.59M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$645.6K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$1.22M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