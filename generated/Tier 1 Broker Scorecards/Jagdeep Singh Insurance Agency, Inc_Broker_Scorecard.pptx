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$10,824,732.53 / $2,815,541.02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223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$1,788,804.65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1096  |  Binds: 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$1,026,736.37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$684.6K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