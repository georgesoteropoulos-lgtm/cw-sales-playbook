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$10,724,858.42 / $2,715,666.91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206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$1,712,551.83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63.1%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1025  |  Binds: 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$1,003,115.08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36.9%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