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$1,015,979.07 / $711,165.34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7.24%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$521,703.48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$189,461.86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$62.4K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