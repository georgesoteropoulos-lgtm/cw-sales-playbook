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Alex Rue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$526,778.99 / $1,033,924.79 / $729,111.06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$737,490.59  (98.9%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$569,566.90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78.1%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$159,544.16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