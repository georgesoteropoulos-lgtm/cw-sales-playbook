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Alex Rue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$526,778.99 / $1,016,156.65 / $711,342.92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7.01%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$737,490.59  (96.5%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26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$521,833.75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73.4%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131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$189,509.17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26.6%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