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Alex Rue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$526,778.99 / $1,016,156.65 / $711,342.92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7.59%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$737,490.59  (96.5%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26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$569,466.54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80.1%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132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$141,876.38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19.9%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