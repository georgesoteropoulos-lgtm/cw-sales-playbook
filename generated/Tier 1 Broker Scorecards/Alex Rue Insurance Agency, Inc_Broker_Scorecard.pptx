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Alex Rue Insurance Agency,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$526,778.99 / $1,033,924.79 / $729,111.06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8.12%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$737,490.59  (98.9%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26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$562,389.10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77.1%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134  |  Binds: 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$166,721.96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22.9%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15.6%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$78.6K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$80.4K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$290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