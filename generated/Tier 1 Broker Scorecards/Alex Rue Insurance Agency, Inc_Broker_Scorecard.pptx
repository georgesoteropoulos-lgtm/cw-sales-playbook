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$1,016,156.65 / $711,342.92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(96.5%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$562,918.02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132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$148,424.90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