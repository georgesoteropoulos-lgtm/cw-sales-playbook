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Reliance Partners,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$11,296,745.54 / $12,093,939.55 / $3,779,886.50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1.78%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$15,815,443.76  (23.9%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1026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$1,811,693.25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47.9%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5149  |  Binds: 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$1,968,193.25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52.1%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$1.32M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