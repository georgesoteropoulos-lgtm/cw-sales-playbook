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Reliance Partners,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$11,296,745.54 / $12,142,828.01 / $3,828,774.96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1.74%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$15,815,443.76  (24.2%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1047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$1,906,604.21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49.8%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5204  |  Binds: 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$1,922,170.75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50.2%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$1.32M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