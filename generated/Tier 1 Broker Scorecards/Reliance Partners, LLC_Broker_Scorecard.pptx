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$12,142,828.01 / $3,828,774.96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1048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$1,932,363.25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5205  |  Binds: 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$1,896,411.71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