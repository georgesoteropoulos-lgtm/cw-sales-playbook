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$11,930,854.99 / $3,616,801.94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998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$1,782,542.59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4970  |  Binds: 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$1,834,259.35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$407.0K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