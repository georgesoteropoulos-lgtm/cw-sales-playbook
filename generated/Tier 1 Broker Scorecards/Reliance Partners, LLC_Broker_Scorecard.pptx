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Reliance Partners,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$11,296,745.54 / $12,013,010.64 / $3,698,957.59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1.87%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$15,815,443.76  (23.4%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1010  |  Binds: 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$1,934,069.56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52.3%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5028  |  Binds: 90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$1,764,888.03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47.7%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1548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1367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1464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695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1568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$1.16M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$1.32M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$1.31M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$489.2K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$1.13M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