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$12,528,743.32 / $4,214,690.27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1078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$2,007,615.77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5329  |  Binds: 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$2,207,074.50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