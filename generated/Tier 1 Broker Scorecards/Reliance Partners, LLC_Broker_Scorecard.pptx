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Reliance Partners, LLC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$11,296,745.54 / $12,528,743.32 / $4,214,690.27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1.87%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$15,815,443.76  (26.6%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1081  |  Binds: 21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$1,952,787.18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46.3%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5347  |  Binds: 99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$2,261,903.09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53.7%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1549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1367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1464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1110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1569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5.5%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3.4%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4.9%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3.5%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5.6%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85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47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72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39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88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$1.16M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059669"/>
                          </a:solidFill>
                          <a:latin typeface="Segoe UI"/>
                        </a:rPr>
                        <a:t>$1.32M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$1.31M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$1.00M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$1.13M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