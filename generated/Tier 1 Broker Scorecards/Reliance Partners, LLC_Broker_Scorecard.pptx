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$12,142,828.01 / $3,828,774.96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1048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$1,875,667.08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5208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$1,953,107.88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