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Reliance Partners,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$11,296,745.54 / $12,517,098.19 / $4,203,045.14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1.87%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$15,815,443.76  (26.6%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1072  |  Binds: 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$2,091,504.22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5303  |  Binds: 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$2,111,540.92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$1.32M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$993.3K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