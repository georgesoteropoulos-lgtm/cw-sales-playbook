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Reliance Partners,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$11,296,745.54 / $12,212,654.64 / $3,898,601.59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1.83%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$15,815,443.76  (24.7%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1065  |  Binds: 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$1,915,204.32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49.1%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5274  |  Binds: 95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$1,983,397.27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50.9%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1548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1367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1464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1569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$1.16M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$1.32M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$1.31M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$688.8K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$1.13M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