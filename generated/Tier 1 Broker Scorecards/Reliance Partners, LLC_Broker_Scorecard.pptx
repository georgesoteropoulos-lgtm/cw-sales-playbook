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Reliance Partners,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$11,296,745.54 / $12,013,010.64 / $3,698,957.59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$15,815,443.76  (23.4%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1017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$1,852,008.42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5093  |  Binds: 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$1,846,949.17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$1.16M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$1.32M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$1.31M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$489.2K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$1.13M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