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Reliance Partners,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$11,296,745.54 / $12,116,122.14 / $3,802,069.09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1.82%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$15,815,443.76  (24.0%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1041  |  Binds: 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$1,895,457.44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49.9%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5166  |  Binds: 92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$1,906,611.65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50.1%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1464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874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$1.16M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$1.32M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$1.31M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$592.3K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$1.13M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