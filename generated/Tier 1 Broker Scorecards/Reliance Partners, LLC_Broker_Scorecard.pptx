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Reliance Partners,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$11,296,745.54 / $12,142,828.01 / $3,828,774.96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1.73%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$15,815,443.76  (24.2%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1047  |  Binds: 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$1,932,363.25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50.5%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5208  |  Binds: 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$1,896,411.71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49.5%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$1.16M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$1.32M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$1.31M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$619.0K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$1.13M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