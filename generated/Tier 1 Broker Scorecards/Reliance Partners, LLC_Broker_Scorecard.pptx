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$12,203,416.33 / $3,889,363.28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(24.6%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1054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$1,891,532.25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5230  |  Binds: 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$1,997,831.03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$679.6K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