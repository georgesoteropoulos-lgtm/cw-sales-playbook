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$2,442,359.57 / $737,835.65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$372,561.43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415  |  Binds: 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$365,274.22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