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Call Patty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$2,749,089.87 / $2,442,359.57 / $737,835.65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7.85%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$3,848,725.82  (19.2%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13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$341,743.64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46.3%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420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$396,092.01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53.7%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$220.0K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$240.2K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$142.3K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$157.2K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