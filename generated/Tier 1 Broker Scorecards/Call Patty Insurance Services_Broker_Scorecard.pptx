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$2,442,816.81 / $738,292.89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7.79%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$346,976.47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399  |  Binds: 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$391,316.42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