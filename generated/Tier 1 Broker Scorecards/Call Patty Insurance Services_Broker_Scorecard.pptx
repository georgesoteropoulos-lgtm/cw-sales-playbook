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Call Patty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$2,749,089.87 / $2,443,174.20 / $738,650.28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6.95%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$3,848,725.82  (19.2%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12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$373,247.58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50.5%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405  |  Binds: 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$365,402.70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49.5%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$220.0K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