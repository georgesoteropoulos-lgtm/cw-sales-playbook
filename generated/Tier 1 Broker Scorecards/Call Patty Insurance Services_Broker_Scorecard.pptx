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Call Patty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$2,749,089.87 / $2,442,702.46 / $738,178.54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7.64%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$3,848,725.82  (19.2%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$352,424.66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47.7%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394  |  Binds: 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$385,753.88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52.3%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$220.0K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$142.7K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