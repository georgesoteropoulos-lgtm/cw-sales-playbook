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Call Patty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$2,749,089.87 / $2,467,417.61 / $762,893.69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8.16%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$3,848,725.82  (19.8%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$352,890.49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46.3%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428  |  Binds: 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$410,003.20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53.7%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$220.0K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