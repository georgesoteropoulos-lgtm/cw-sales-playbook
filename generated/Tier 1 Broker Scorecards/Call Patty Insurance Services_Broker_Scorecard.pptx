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$2,446,466.46 / $741,942.54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$398,047.51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410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$343,895.03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