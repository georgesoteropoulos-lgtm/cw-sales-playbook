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$2,442,359.57 / $737,835.65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7.99%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$328,925.75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44.6%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425  |  Binds: 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$408,909.90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55.4%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