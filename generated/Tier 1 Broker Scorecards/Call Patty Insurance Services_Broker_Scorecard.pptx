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$2,467,417.61 / $762,893.69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$352,890.49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428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$410,003.20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