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Call Patty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$2,749,089.87 / $2,442,816.81 / $738,292.89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7.00%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$3,848,725.82  (19.2%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$373,066.99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50.5%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402  |  Binds: 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$365,225.90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49.5%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$220.0K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