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Call Patty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$2,749,089.87 / $2,446,466.46 / $741,942.54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7.36%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$3,848,725.82  (19.3%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$398,047.51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408  |  Binds: 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$343,895.03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$220.0K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