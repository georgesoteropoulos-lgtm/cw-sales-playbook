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Call Patty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$2,749,089.87 / $2,445,670.33 / $741,146.41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7.42%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$3,848,725.82  (19.3%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$396,729.66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406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$344,416.75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$220.0K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