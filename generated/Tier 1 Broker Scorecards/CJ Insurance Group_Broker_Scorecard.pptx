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$980,083.00 / $234,406.90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8.98%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$74,168.02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145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$160,238.88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