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CJ Insurance Group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$1,175,888.79 / $979,701.62 / $234,025.52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8.48%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$1,646,244.31  (14.2%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$77,695.05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143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$156,330.47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66.8%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