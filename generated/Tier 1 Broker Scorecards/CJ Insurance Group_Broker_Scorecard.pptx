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CJ Insurance Group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$1,175,888.79 / $980,083.00 / $234,406.90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9.09%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$1,646,244.31  (14.2%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$74,168.02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143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$160,238.88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