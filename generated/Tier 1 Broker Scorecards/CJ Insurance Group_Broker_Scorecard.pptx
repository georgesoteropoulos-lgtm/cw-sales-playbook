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$984,854.75 / $239,178.65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$78,278.50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$160,900.15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