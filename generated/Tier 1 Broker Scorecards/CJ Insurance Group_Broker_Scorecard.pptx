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$980,526.96 / $234,850.86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$76,862.10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$157,988.76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