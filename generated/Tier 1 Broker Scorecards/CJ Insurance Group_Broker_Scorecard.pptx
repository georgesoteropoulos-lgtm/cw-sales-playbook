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CJ Insurance Group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$1,175,888.79 / $980,526.96 / $234,850.86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8.09%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$1,646,244.31  (14.3%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22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$76,862.10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32.7%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151  |  Binds: 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$157,988.76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67.3%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41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28.6%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19.5%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21.9%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6.5%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$86.3K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$100.8K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$113.1K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$20.8K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$61.8K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