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CJ Insurance Group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$1,175,888.79 / $984,854.75 / $239,178.65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7.95%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$1,646,244.31  (14.5%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$78,278.50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154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$160,900.15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