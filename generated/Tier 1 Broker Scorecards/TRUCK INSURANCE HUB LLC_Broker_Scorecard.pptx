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TRUCK INSURANCE HUB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$900,327.53 / $752,246.84 / $108,438.82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3.15%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$1,260,458.54  (8.6%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$74,905.00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69.1%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110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$33,533.82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30.9%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$70.5K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$19.1K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$206.4K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