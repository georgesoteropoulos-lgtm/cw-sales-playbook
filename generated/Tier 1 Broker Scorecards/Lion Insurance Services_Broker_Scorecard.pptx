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$837,905.80 / $512,173.06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(105.8%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$125,414.08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$386,758.98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