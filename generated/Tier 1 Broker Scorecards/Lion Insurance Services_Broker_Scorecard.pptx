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$820,077.34 / $480,018.04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4.92%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$142,413.06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$337,604.98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