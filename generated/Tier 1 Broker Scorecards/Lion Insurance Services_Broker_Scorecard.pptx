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$819,815.55 / $479,756.25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5.63%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(99.1%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23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$120,205.74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208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$359,550.51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