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$819,815.55 / $479,756.25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3.77%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(99.1%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$184,952.44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215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$294,803.81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