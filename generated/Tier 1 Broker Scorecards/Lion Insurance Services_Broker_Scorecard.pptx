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$819,815.55 / $479,756.25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$162,424.33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$317,331.92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