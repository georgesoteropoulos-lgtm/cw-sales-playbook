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$819,815.55 / $479,756.25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4.44%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(99.1%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23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$167,442.79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34.9%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202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$312,313.46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65.1%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