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$836,150.25 / $496,090.95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(102.4%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$157,377.08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$338,713.87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