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Lion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$345,901.49 / $819,815.55 / $479,756.25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4.18%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$484,262.09  (99.1%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$152,205.98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31.7%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215  |  Binds: 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$327,550.27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68.3%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$311.1K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$166.7K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$63.6K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