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Lion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$345,901.49 / $819,815.55 / $479,756.25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$484,262.09  (99.1%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$140,145.58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214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$339,610.67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