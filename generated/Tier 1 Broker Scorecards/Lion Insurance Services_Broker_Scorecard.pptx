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$852,232.36 / $512,173.06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(105.8%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$119,124.34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228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$393,048.72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