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Lion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$345,901.49 / $817,506.23 / $477,446.93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4.89%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$484,262.09  (98.6%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23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202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$477,446.93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