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$819,815.55 / $479,756.25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4.20%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(99.1%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$152,205.98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214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$327,550.27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