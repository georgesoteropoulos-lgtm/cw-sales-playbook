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Lion Insurance Services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$345,901.49 / $819,815.55 / $479,756.25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4.60%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$484,262.09  (99.1%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24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$155,723.48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32.5%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215  |  Binds: 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$324,032.77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67.5%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$311.1K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$166.7K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$63.6K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