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Commercial Trucking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$13,030,311.27 / $12,854,223.94 / $4,095,943.00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24.46%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$18,242,435.78  (22.5%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40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$1,030,676.16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512  |  Binds: 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$3,065,266.84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$1.54M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$588.9K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