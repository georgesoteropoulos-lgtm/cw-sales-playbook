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Commercial Trucking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$13,030,311.27 / $12,854,590.71 / $4,096,309.77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26.19%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$18,242,435.78  (22.5%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40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$1,376,257.28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33.6%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506  |  Binds: 126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$2,720,052.49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66.4%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$860.6K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$1.54M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$589.3K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