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$12,945,482.78 / $4,187,201.84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24.82%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(23.0%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$1,203,071.99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521  |  Binds: 126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$2,984,129.85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$680.2K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