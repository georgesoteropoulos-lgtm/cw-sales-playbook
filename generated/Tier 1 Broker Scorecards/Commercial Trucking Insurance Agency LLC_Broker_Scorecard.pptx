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$12,983,261.84 / $4,224,980.90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26.38%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(23.2%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40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$1,147,972.01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521  |  Binds: 134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$3,077,008.89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$717.9K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