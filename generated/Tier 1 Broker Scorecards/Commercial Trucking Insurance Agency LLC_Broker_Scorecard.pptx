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$13,015,445.48 / $4,257,164.54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27.18%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$1,203,971.98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523  |  Binds: 138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$3,053,192.56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