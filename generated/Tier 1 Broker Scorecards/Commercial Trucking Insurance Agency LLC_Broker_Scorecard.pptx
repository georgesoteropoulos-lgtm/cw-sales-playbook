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Commercial Trucking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$13,030,311.27 / $12,854,590.71 / $4,096,309.77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23.96%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$18,242,435.78  (22.5%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40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$1,061,377.69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25.9%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511  |  Binds: 120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$3,034,932.08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74.1%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25.5%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$1.10M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$860.6K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$1.54M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$589.3K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$865.7K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