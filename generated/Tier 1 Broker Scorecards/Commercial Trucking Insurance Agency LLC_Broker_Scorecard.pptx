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$11,479,495.11 / $4,257,164.54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27.00%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(23.3%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40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$1,158,403.21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523  |  Binds: 138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$3,098,761.33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$750.1K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