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$12,722,290.40 / $3,964,009.46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25.69%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(21.7%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$1,332,909.65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501  |  Binds: 122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$2,631,099.81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