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$12,772,133.43 / $4,013,852.49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$1,380,785.24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504  |  Binds: 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$2,633,067.25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$506.8K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