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$12,854,590.71 / $4,096,309.77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23.91%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$1,060,752.13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511  |  Binds: 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$3,035,557.64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$589.3K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