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Commercial Trucking Insurance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$13,030,311.27 / $12,854,590.71 / $4,096,309.77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23.91%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$18,242,435.78  (22.5%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41  |  Binds: 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$1,060,752.13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25.9%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511  |  Binds: 120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$3,035,557.64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74.1%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245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196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150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38.8%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30.1%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46.1%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25.3%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52.1%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$1.10M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$860.6K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$1.54M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$589.3K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$865.7K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