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$12,722,290.40 / $3,964,009.46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$1,317,804.26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499  |  Binds: 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$2,646,205.20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