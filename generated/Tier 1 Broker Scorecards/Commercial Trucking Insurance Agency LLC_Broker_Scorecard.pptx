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Commercial Trucking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$13,030,311.27 / $12,678,124.51 / $3,919,843.57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27.65%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$18,242,435.78  (21.5%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41  |  Binds: 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$1,397,620.74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35.7%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487  |  Binds: 126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$2,522,222.83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64.3%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$860.6K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$1.54M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$412.8K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