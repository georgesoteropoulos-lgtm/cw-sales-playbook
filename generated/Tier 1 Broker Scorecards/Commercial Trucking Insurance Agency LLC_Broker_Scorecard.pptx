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$12,873,854.32 / $4,115,573.38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25.05%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(22.6%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41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$1,174,889.45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514  |  Binds: 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$2,940,683.93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