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$17,192,273.18 / $7,329,150.32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8.28%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(39.8%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278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$1,518,387.12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2658  |  Binds: 225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$5,810,763.20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