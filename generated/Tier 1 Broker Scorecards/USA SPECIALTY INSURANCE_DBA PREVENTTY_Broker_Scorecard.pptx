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$17,446,359.16 / $7,583,236.30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286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$1,838,939.04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2704  |  Binds: 224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$5,744,297.26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$1.48M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