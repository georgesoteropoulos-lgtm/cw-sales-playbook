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$16,987,003.21 / $7,123,880.35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8.29%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(38.7%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275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$1,494,959.02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2631  |  Binds: 223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$5,628,921.33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