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$17,364,568.36 / $7,501,445.50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(40.8%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282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$1,650,256.91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2680  |  Binds: 232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$5,851,188.59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$1.40M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