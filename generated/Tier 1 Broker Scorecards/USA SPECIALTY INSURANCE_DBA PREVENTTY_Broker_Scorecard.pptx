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$17,726,086.15 / $7,862,963.29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(42.7%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297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$1,864,157.35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2837  |  Binds: 239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$5,998,805.94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$1.76M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