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$16,970,931.26 / $7,107,808.40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(38.6%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271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$1,536,388.62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2592  |  Binds: 224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$5,571,419.78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