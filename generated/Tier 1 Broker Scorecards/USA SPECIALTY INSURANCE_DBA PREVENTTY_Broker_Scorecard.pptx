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$17,484,133.48 / $7,621,010.62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291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$1,840,055.84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2765  |  Binds: 229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$5,780,954.78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$1.52M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