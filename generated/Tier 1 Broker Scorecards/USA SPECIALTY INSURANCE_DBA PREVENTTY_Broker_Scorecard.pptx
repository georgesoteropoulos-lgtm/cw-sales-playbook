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$17,480,256.65 / $7,617,133.79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$1,759,643.62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2740  |  Binds: 228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$5,857,490.17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$1.52M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