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USA SPECIALTY INSURANCE/DBA PREVENTTY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$13,138,537.44 / $17,446,359.16 / $7,583,236.30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8.19%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$18,393,952.42  (41.2%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286  |  Binds: 22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$1,856,301.86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24.5%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2704  |  Binds: 223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$5,726,934.44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75.5%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769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910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743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733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12.0%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109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$1.23M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$1.84M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$1.31M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$1.48M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$1.77M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$32.0K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