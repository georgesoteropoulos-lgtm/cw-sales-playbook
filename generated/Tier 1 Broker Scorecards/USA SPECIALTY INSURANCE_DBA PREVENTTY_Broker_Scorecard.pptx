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USA SPECIALTY INSURANCE/DBA PREVENTTY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$13,138,537.44 / $16,451,689.84 / $7,897,999.88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8.39%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$18,393,952.42  (42.9%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297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$1,778,656.60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22.5%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2839  |  Binds: 241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$6,119,343.28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77.5%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$1.84M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$1.76M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$1.77M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