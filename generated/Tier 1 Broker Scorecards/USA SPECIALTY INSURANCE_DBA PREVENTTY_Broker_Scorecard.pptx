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$17,655,224.58 / $7,792,101.72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294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$1,850,822.71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2822  |  Binds: 233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$5,941,279.01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$1.69M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