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USA SPECIALTY INSURANCE/DBA PREVENTTY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$13,138,537.44 / $16,987,003.21 / $7,123,880.35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8.44%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$18,393,952.42  (38.7%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273  |  Binds: 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$1,467,203.96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20.6%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2607  |  Binds: 225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$5,656,676.39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79.4%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11.6%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$1.23M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$1.81M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$1.31M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$1.06M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$1.77M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