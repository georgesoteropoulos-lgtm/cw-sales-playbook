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USA SPECIALTY INSURANCE/DBA PREVENTTY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$13,138,537.44 / $17,554,891.95 / $7,691,769.09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$18,393,952.42  (41.8%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291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$1,789,910.91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2800  |  Binds: 229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$5,901,858.18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$1.84M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$1.77M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