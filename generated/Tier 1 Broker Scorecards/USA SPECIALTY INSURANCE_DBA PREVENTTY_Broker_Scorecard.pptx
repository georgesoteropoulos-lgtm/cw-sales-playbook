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USA SPECIALTY INSURANCE/DBA PREVENTTY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$13,138,537.44 / $17,726,086.15 / $7,862,963.29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8.39%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$18,393,952.42  (42.7%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296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$1,782,524.22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2839  |  Binds: 241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$6,080,439.07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$1.84M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$1.76M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$1.77M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