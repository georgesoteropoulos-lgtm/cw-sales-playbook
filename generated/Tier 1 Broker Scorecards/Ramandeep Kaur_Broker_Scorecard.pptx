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$1,361,434.07 / $410,689.65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$66,812.35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$343,877.30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