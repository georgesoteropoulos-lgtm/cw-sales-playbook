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$1,374,906.12 / $395,391.55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$31,250.68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152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$364,140.87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