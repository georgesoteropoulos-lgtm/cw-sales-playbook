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$1,374,919.90 / $395,405.33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12.99%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$86,609.25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21.9%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156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$308,796.08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78.1%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