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Ramandeep Kaur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$1,552,939.09 / $1,374,919.90 / $395,405.33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12.29%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$2,174,114.73  (18.2%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21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$87,258.55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22.1%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158  |  Binds: 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$308,146.78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77.9%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19.6%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36.0%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$145.1K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$132.2K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