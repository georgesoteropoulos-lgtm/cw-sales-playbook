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$1,374,906.12 / $395,391.55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$31,349.63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148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$364,041.92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