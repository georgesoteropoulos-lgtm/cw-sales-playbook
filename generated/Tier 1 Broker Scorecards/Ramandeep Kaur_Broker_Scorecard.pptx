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Ramandeep Kaur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$1,552,939.09 / $1,373,656.74 / $394,142.17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11.52%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$2,174,114.73  (18.1%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22  |  Binds: 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$0.00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143  |  Binds: 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$394,142.17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100.0%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19.6%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34.6%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$145.1K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$132.2K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$28.8K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$20.5K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$185.8K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