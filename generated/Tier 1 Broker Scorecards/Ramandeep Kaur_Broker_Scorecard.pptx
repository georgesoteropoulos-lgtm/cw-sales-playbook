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Ramandeep Kaur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$1,552,939.09 / $1,390,204.22 / $410,689.65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12.22%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$2,174,114.73  (18.9%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$66,831.75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16.3%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159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$343,857.90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83.7%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$132.2K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