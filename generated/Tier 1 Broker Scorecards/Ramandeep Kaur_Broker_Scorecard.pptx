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Ramandeep Kaur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$1,552,939.09 / $1,373,656.74 / $394,142.17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11.31%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$2,174,114.73  (18.1%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146  |  Binds: 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$394,142.17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$132.2K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