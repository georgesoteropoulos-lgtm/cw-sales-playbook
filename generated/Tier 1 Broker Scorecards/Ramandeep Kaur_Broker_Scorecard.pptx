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400" b="1">
                <a:solidFill>
                  <a:srgbClr val="FFFFFF"/>
                </a:solidFill>
                <a:latin typeface="Georgia"/>
              </a:rPr>
              <a:t>  Cover Whale Broker Scorecard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731520"/>
          <a:ext cx="8594445" cy="1865376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2864815"/>
                <a:gridCol w="2864815"/>
              </a:tblGrid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Agency: Ramandeep Kaur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2025 Full Year GWP / Rolling 12 Mo / YTD GWP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Tier  |  Hit Ratio / DOT Goal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Annual Goal (40% Growth)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latin typeface="Segoe UI"/>
                        </a:rPr>
                        <a:t>$1,552,939.09 / $1,374,906.12 / $395,391.55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Tier 1  |  12.87% / 15.00%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$2,174,114.73  (18.2% achieved)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Submission Metrics YTD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Submissions &amp; Binds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Book 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Subs: 21  |  Binds: 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Bound Premium: $29,933.97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Book %: 7.6%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Subs: 150  |  Binds: 21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Bound Premium: $365,457.58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Book %: 92.4%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 Metrics YOY Comparison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2560320"/>
          <a:ext cx="8598097" cy="1417320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955547"/>
                <a:gridCol w="955547"/>
                <a:gridCol w="955547"/>
                <a:gridCol w="955547"/>
                <a:gridCol w="955547"/>
                <a:gridCol w="955547"/>
              </a:tblGrid>
              <a:tr h="32004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Metric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Completed Submissions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42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46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41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36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Hit Ratio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23.8%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19.6%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26.8%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11.1%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34.6%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Binds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$145.1K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DC2626"/>
                          </a:solidFill>
                          <a:latin typeface="Segoe UI"/>
                        </a:rPr>
                        <a:t>$132.2K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$28.8K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DC2626"/>
                          </a:solidFill>
                          <a:latin typeface="Segoe UI"/>
                        </a:rPr>
                        <a:t>$21.7K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$185.8K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