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$1,390,204.22 / $410,689.65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12.22%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$66,786.97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159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$343,902.68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