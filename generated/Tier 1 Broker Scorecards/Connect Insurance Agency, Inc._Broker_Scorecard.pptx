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$5,574,646.79 / $819,253.41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32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$210,465.65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509  |  Binds: 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$608,787.76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