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Connect Insurance Agency, Inc.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$5,597,886.91 / $5,573,937.32 / $818,543.94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10.26%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$7,837,041.67  (10.4%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31  |  Binds: 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$248,946.28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30.4%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515  |  Binds: 50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$569,597.66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69.6%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256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108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252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81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387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21.3%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6.3%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24.7%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20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$364.3K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$108.5K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$332.8K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$100.7K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$592.9K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$2.5K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