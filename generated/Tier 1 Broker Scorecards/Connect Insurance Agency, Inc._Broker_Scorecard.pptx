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Connect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$5,597,886.91 / $5,574,646.79 / $819,253.41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10.07%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$7,837,041.67  (10.5%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32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$210,097.01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504  |  Binds: 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$609,156.40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$592.9K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