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$5,532,089.68 / $776,696.30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9.94%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(9.9%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$124,915.06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501  |  Binds: 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$651,781.24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