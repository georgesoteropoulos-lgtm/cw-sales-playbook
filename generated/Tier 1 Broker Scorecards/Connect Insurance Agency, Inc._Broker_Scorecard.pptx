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$5,532,987.23 / $777,593.85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9.98%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(9.9%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32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$125,059.41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16.1%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499  |  Binds: 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$652,534.44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83.9%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