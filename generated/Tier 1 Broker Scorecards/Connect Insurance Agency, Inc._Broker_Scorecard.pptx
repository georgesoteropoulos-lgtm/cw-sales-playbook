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$5,574,646.79 / $819,253.41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$214,262.61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505  |  Binds: 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$604,990.80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