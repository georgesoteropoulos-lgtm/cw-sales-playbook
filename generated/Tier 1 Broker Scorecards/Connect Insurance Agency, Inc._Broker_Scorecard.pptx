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Connect Insurance Agency, Inc.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$5,597,886.91 / $5,532,967.39 / $777,574.01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10.13%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$7,837,041.67  (9.9%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32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$117,976.83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15.2%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491  |  Binds: 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$659,597.18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84.8%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21.1%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$108.5K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$332.8K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$52.1K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$592.9K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