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$5,574,646.79 / $819,253.41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10.06%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(10.5%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33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$210,097.01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504  |  Binds: 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$609,156.40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