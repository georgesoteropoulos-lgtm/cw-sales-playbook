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$5,243,614.40 / $821,013.44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$249,697.33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519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$571,316.11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