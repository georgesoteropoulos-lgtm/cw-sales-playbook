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Connect Insurance Agency,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$5,597,886.91 / $5,566,905.60 / $811,512.22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9.81%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$7,837,041.67  (10.4%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31  |  Binds: 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$209,740.75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25.8%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509  |  Binds: 48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$601,771.47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74.2%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21.3%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22.7%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$364.3K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$108.5K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$332.8K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$94.4K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$592.9K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