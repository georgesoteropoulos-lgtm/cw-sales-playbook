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$5,532,987.23 / $777,593.85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(9.9%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$123,937.48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498  |  Binds: 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$653,656.37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