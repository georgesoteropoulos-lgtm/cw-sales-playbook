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$5,573,937.32 / $818,543.94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$248,895.73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518  |  Binds: 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$569,648.21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$100.7K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