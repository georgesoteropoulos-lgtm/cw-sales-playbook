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Connect Insurance Agency, Inc.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$5,597,886.91 / $5,573,937.32 / $818,543.94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10.15%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$7,837,041.67  (10.4%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31  |  Binds: 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$249,317.20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30.5%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511  |  Binds: 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$569,226.74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69.5%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24.7%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$108.5K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$332.8K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$100.7K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$592.9K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