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Connect Insurance Agency,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$5,597,886.91 / $5,551,742.18 / $796,348.80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10.32%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$7,837,041.67  (10.2%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32  |  Binds: 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$169,734.17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21.3%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501  |  Binds: 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$626,614.63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78.7%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25.8%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$108.5K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$70.9K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$592.9K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