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Partlow Insurance Agency Inc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$842,178.38 / $803,768.09 / $332,748.18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8.67%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$1,179,049.73  (28.2%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13  |  Binds: 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$141,031.68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42.4%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160  |  Binds: 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$191,716.50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57.6%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49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20.0%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23.3%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18.4%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33.3%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$144.5K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$10.6K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$71.2K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$124.4K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$60.0K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