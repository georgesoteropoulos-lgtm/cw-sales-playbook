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$832,920.03 / $290,652.53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(24.7%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$134,149.64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150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$156,502.89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