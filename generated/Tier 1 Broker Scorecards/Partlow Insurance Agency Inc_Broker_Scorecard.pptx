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Partlow Insurance Agency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$842,178.38 / $851,530.56 / $309,263.06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7.83%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$1,179,049.73  (26.2%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13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$137,494.77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44.5%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153  |  Binds: 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$171,768.29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55.5%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$10.6K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$100.9K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