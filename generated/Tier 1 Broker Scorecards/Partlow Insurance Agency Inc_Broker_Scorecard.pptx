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$831,586.11 / $289,318.61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$122,893.40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150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$166,425.21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