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$831,774.81 / $289,507.31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(24.6%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$107,554.23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150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$181,953.08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