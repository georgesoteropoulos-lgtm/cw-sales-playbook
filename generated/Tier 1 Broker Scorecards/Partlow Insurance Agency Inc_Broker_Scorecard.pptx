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$851,530.56 / $309,263.06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$137,431.79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$171,831.27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