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Partlow Insurance Agency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$842,178.38 / $825,710.80 / $283,443.30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6.37%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$1,179,049.73  (24.0%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12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$120,400.42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42.5%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145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$163,042.88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57.5%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$71.2K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$75.1K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