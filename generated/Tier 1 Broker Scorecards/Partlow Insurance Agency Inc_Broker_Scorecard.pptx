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$875,015.68 / $332,748.18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8.72%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$141,031.68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$191,716.50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