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Partlow Insurance Agency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$842,178.38 / $875,015.68 / $332,748.18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8.82%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$1,179,049.73  (28.2%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$141,031.68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42.4%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157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$191,716.50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57.6%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