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Swan Insurance Sales,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$919,465.98 / $901,771.24 / $194,186.96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24.14%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$1,287,252.37  (15.1%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12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$142,783.36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73.5%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17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$51,403.60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26.5%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63.6%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$49.9K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$53.6K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$51.4K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$308.8K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