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Swan Insurance Sales,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$919,465.98 / $901,771.24 / $194,186.96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26.67%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$1,287,252.37  (15.1%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$159,995.62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82.4%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18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$34,191.34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17.6%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$53.6K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$308.8K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