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Swan Insurance Sales,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$919,465.98 / $850,381.37 / $194,186.96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19.44%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$1,287,252.37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$166,508.77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$27,678.19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