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Swan Insurance Sales,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$919,465.98 / $901,771.24 / $194,186.96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25.81%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$1,287,252.37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$151,434.94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78.0%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$42,752.02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22.0%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