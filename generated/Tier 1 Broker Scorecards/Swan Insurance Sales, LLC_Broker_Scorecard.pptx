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$901,771.24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$159,222.45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82.0%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$34,964.51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18.0%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