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Kavi.Llc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$2,606,761.38 / $1,685,424.49 / $118,274.54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20.00%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$3,649,465.93  (3.2%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$25,495.84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21.6%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38  |  Binds: 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$92,778.70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78.4%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41.9%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41.4%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100.0%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44.8%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$101.6K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$7.0K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$315.6K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$235.5K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