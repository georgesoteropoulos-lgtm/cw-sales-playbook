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$1,685,424.49 / $118,274.54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17.07%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$25,888.18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21.9%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$92,386.36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78.1%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