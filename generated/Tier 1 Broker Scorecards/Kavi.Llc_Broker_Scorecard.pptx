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$1,685,363.29 / $118,213.34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17.50%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$28,799.72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$89,413.62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