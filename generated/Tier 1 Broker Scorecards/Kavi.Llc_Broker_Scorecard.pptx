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$1,369,749.82 / $118,213.34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20.00%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$25,495.20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$92,718.14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