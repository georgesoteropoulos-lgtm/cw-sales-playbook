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Kavi.Llc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$2,606,761.38 / $1,685,424.49 / $118,274.54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14.63%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$3,649,465.93  (3.2%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2  |  Binds: 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$29,300.18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24.8%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39  |  Binds: 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$88,974.36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75.2%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38.7%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41.4%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41.4%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$101.6K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$7.0K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$315.6K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$235.5K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