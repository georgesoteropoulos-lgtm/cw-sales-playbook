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Kavi.Llc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$2,606,761.38 / $1,685,424.49 / $118,274.54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17.50%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$3,649,465.93  (3.2%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$25,888.18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21.9%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38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$92,386.36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78.1%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