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Saint George Insurance Brokerage,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$1,098,549.85 / $947,826.57 / $145,038.88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3.24%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$1,537,969.79  (9.4%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30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$120,789.05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83.3%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155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$24,249.83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16.7%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17.2%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$53.4K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$39.4K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$300.8K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