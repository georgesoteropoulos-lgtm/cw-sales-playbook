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$948,619.69 / $145,832.00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3.52%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$111,860.87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$33,971.13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$793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