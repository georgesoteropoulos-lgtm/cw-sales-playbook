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$948,670.56 / $145,882.87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3.06%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31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$118,153.19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81.0%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165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$27,729.68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19.0%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$844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