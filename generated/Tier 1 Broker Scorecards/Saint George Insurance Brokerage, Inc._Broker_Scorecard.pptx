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Saint George Insurance Brokerage,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$1,098,549.85 / $948,670.56 / $145,882.87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3.06%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$1,537,969.79  (9.5%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31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$118,153.19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81.0%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165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$27,729.68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19.0%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65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$34.3K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$53.4K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$39.4K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$844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$300.8K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