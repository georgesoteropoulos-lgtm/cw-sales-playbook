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$948,670.56 / $145,882.87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3.68%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$111,958.23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$33,924.64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