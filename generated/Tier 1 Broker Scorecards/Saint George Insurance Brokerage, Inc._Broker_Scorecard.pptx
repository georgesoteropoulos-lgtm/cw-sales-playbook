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Saint George Insurance Brokerage,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$1,098,549.85 / $948,670.56 / $145,882.87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3.59%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$1,537,969.79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$111,958.23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164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$33,924.64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$844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