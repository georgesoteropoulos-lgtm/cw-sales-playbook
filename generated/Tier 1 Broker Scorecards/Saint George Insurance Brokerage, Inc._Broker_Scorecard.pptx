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Saint George Insurance Brokerage,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$1,098,549.85 / $909,197.78 / $145,832.00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3.45%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$1,537,969.79  (9.5%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$111,860.87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76.7%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172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$33,971.13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23.3%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$39.4K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$793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