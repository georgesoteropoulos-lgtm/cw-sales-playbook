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Get Logan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$498,085.53 / $1,331,498.64 / $833,413.11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4.81%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$697,319.74  (119.5%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74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$376,404.33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45.2%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217  |  Binds: 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$457,008.78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54.8%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94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75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9.6%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8.0%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$22.3K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$266.1K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$22.3K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$85.4K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$60.0K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