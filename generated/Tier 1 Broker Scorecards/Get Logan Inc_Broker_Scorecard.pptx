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Get Logan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$498,085.53 / $1,282,849.51 / $784,763.98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4.20%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$697,319.74  (112.5%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72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$419,067.70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214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$365,696.28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