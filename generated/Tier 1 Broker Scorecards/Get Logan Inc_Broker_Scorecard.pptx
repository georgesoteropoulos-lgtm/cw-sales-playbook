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Get Logan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$498,085.53 / $1,282,849.51 / $784,763.98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4.51%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$697,319.74  (112.5%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73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$380,596.43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48.5%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215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$404,167.55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51.5%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