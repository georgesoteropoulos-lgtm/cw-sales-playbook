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$1,285,418.74 / $787,333.21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$437,620.88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$349,712.33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