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Get Logan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$498,085.53 / $1,285,350.55 / $787,265.02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4.27%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$697,319.74  (112.9%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70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$416,285.23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211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$370,979.79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$266.1K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