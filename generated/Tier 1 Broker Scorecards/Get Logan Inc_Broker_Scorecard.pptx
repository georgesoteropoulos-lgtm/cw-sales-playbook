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$1,285,418.74 / $787,333.21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$470,851.65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$316,481.56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