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$1,331,498.64 / $833,413.11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75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$376,404.33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221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$457,008.78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