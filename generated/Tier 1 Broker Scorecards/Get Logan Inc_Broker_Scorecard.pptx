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Get Logan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$498,085.53 / $1,309,198.64 / $833,413.11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4.68%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$697,319.74  (119.5%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76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$376,404.33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223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$457,008.78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