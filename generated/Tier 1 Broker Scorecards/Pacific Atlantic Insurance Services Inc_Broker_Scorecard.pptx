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Pacific Atlantic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$645,354.86 / $965,992.37 / $320,637.51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8.33%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$903,496.80  (35.5%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8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$168,909.49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88  |  Binds: 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$151,728.02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