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$142,583.30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$178,054.21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