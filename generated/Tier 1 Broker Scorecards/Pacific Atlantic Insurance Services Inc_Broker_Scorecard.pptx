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Pacific Atlantic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$645,354.86 / $965,992.37 / $320,637.51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9.89%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$903,496.80  (35.5%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$148,134.77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83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$172,502.74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