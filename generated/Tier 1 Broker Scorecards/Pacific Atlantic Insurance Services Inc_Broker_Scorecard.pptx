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Pacific Atlantic Insurance Services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$645,354.86 / $965,992.37 / $320,637.51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9.78%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$903,496.80  (35.5%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8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$148,134.77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46.2%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84  |  Binds: 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$172,502.74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53.8%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$31.3K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$19.0K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