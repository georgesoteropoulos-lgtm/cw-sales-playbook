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Pacific Atlantic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$645,354.86 / $965,992.37 / $320,637.51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9.78%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$903,496.80  (35.5%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$142,583.30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44.5%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84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$178,054.21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55.5%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