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$168,909.49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87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$151,728.02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