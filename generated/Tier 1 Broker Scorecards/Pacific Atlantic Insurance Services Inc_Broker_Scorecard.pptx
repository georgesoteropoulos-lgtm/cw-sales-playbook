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8.70%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$153,706.90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84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$166,930.61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