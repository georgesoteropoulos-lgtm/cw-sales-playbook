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Convoy Trucking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$713,272.16 / $861,548.47 / $327,051.40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5.75%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$998,581.02  (32.8%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15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$102,439.35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31.3%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159  |  Binds: 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$224,612.05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68.7%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$18.1K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