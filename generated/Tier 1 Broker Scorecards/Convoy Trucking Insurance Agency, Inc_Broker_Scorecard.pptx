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$896,656.62 / $362,159.55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$362,159.55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