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Convoy Trucking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$713,272.16 / $898,816.53 / $402,625.83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6.04%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$998,581.02  (40.3%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165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$402,625.83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