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400" b="1">
                <a:solidFill>
                  <a:srgbClr val="FFFFFF"/>
                </a:solidFill>
                <a:latin typeface="Georgia"/>
              </a:rPr>
              <a:t>  Cover Whale Broker Scorecard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731520"/>
          <a:ext cx="8594445" cy="1865376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2864815"/>
                <a:gridCol w="2864815"/>
              </a:tblGrid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Agency: Convoy Trucking Insurance Agency, Inc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2025 Full Year GWP / Rolling 12 Mo / YTD GWP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Tier  |  Hit Ratio / DOT Goal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Annual Goal (40% Growth)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latin typeface="Segoe UI"/>
                        </a:rPr>
                        <a:t>$713,272.16 / $896,597.16 / $362,100.09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Tier 1  |  6.08% / 15.00%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$998,581.02  (36.3% achieved)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Submission Metrics YTD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Submissions &amp; Binds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Book 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Subs: 17  |  Binds: 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Bound Premium: $107,768.10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Book %: 29.8%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Subs: 164  |  Binds: 10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Bound Premium: $254,331.99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Book %: 70.2%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 Metrics YOY Comparison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2560320"/>
          <a:ext cx="8598097" cy="1417320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955547"/>
                <a:gridCol w="955547"/>
                <a:gridCol w="955547"/>
                <a:gridCol w="955547"/>
                <a:gridCol w="955547"/>
                <a:gridCol w="955547"/>
              </a:tblGrid>
              <a:tr h="32004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Metric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Completed Submissions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28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50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38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30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Hit Ratio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10.7%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4.0%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33.3%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5.3%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16.7%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Binds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$25.9K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$38.3K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059669"/>
                          </a:solidFill>
                          <a:latin typeface="Segoe UI"/>
                        </a:rPr>
                        <a:t>$53.1K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$54.0K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