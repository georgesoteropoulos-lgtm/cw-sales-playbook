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$876,147.47 / $341,650.40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$107,012.06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$234,638.34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