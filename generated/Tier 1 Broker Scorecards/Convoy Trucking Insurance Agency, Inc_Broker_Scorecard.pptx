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$896,597.16 / $362,100.09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(36.3%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$105,952.99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$256,147.10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