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Convoy Trucking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$713,272.16 / $861,548.47 / $327,051.40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5.92%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$998,581.02  (32.8%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$94,318.73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28.8%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154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$232,732.67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71.2%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