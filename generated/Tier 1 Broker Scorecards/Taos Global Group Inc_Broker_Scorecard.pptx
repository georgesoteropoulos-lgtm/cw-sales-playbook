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Taos Global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$1,117,516.16 / $1,183,657.25 / $272,519.07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10.20%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$1,564,522.62  (17.4%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$193,128.56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70.9%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129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$79,390.51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29.1%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