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$1,165,160.25 / $254,022.07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(16.2%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$202,870.64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128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$51,151.43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