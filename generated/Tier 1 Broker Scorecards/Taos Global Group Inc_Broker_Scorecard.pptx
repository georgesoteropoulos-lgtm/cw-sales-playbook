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$1,188,976.09 / $277,837.91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$174,949.14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$102,888.77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