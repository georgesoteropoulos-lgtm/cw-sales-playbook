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Taos Global Group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$1,117,516.16 / $1,189,281.89 / $278,143.71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9.40%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$1,564,522.62  (17.8%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19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$184,294.92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66.3%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130  |  Binds: 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$93,848.79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33.7%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$75.9K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