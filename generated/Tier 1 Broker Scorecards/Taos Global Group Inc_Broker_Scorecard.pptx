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Taos Global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$1,117,516.16 / $1,188,976.09 / $277,837.91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11.33%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$1,564,522.62  (17.8%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19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$174,949.14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131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$102,888.77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