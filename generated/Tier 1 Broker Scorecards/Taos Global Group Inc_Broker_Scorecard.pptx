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$1,189,401.90 / $278,263.72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$175,081.14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$103,182.58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