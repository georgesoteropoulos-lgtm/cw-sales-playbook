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Taos Global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$1,117,516.16 / $1,157,604.85 / $353,772.06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$1,564,522.62  (22.6%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19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$222,763.40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132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$131,008.66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