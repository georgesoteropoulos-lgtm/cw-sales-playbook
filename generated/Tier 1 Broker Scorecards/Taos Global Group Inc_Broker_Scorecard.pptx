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$1,165,160.25 / $254,022.07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11.27%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$196,736.20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$57,285.87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