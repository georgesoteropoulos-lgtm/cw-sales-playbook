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Taos Global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$1,117,516.16 / $1,188,904.69 / $277,766.51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$1,564,522.62  (17.8%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19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$132,696.15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$145,070.36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