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$1,188,556.10 / $277,417.92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$132,529.62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$144,888.30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