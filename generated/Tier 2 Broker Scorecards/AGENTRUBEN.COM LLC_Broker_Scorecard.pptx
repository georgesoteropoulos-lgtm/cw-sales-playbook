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  Cover Whale Broker Scorecard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8594445" cy="1865376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2864815"/>
                <a:gridCol w="2864815"/>
              </a:tblGrid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Agency: AGENTRUBEN.COM LLC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2025 Full Year GWP / Rolling 12 Mo / YTD GWP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Tier  |  Hit Ratio / DOT Goal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Annual Goal (40% Growth)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Segoe UI"/>
                        </a:rPr>
                        <a:t>$263,609.74 / $304,604.21 / $116,696.81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Tier 2  |  15.79% / 15.00%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$369,053.64  (31.6% achieved)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Submission Metrics YTD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Submissions &amp; Binds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Book 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Subs: 5  |  Binds: 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Bound Premium: $38,581.25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Book %: 33.1%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Subs: 33  |  Binds: 4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Bound Premium: $78,115.56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Book %: 66.9%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 Metrics YOY Comparison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2560320"/>
          <a:ext cx="8598097" cy="1417320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955547"/>
                <a:gridCol w="955547"/>
                <a:gridCol w="955547"/>
                <a:gridCol w="955547"/>
                <a:gridCol w="955547"/>
                <a:gridCol w="955547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Metric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Completed Submissions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5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59669"/>
                          </a:solidFill>
                          <a:latin typeface="Segoe UI"/>
                        </a:rPr>
                        <a:t>7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7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Hit Ratio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28.6%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30.0%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Binds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$1.8K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$44.2K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$3.2K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