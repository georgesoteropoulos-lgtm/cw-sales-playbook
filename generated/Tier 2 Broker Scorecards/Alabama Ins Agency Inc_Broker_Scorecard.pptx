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Alabama Ins Agency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$147,732.57 / $80,689.35 / $20,308.11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25.00%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$206,825.60  (9.8%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$20,308.11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$62.0K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