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KAI Strategic Insurance Partners LLC DBA Strategic Insurance Partners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$373,822.70 / $484,304.35 / $119,572.83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10.14%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$523,351.78  (22.8%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5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$37,874.73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31.7%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64  |  Binds: 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$81,698.10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68.3%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$87.3K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$20.5K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$41.4K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$78.7K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