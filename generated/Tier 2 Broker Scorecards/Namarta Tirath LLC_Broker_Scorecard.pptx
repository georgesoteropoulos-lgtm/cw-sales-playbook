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Namarta Tirath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$379,855.81 / $439,089.65 / $61,977.63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6.06%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$531,798.13  (11.7%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30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$61,977.63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$77.5K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$21.4K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