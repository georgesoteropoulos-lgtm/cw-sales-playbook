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Global Risk Office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$257,496.07 / $197,579.66 / $19,228.17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6.00%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$360,494.50  (5.3%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50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$19,228.17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$43.4K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