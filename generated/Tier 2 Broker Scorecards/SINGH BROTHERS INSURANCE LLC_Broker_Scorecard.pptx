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SINGH BROTHERS INSURANCE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$344,084.63 / $295,632.47 / $11,785.16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23.08%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$481,718.48  (2.4%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$8,436.10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71.6%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12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$3,349.06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28.4%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$47.2K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$13.4K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$156.9K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