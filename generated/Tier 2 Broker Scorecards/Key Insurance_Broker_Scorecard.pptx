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Key Insurance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$0.00 / $115,919.70 / $115,919.70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4.76%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$0.00  (0.0%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$77,891.06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67.2%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35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$38,028.64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32.8%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