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Eagle Insurance Agency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$579,875.97 / $494,794.06 / $144,701.50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21.28%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$811,826.36  (17.8%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1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46  |  Binds: 10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$144,701.50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54.5%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42.9%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18.8%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$76.9K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$27.3K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$35.0K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