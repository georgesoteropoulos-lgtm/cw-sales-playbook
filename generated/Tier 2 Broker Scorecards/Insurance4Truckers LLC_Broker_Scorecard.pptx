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Insurance4Truckers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$4,955,245.87 / $5,691,606.06 / $1,716,298.64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2.33%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$6,937,344.22  (24.7%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167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$239,987.64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14.0%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3302  |  Binds: 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$1,476,311.00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86.0%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666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161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665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$559.6K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$132.2K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$466.7K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$457.2K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