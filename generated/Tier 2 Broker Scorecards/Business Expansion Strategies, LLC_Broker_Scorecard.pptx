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Business Expansion Strategies,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$221,852.70 / $195,717.58 / $9,960.67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33.33%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$310,593.78  (3.2%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$9,808.43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98.5%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$152.24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$160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$69.4K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