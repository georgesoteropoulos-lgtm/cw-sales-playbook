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RRL Insurance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$1,376,157.15 / $1,393,912.48 / $-3,025.53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2.94%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$1,926,620.01  (-0.2%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37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65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$-3,025.53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$113.8K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