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CALIFORNIA HERITAGE INSURANCE SERVICES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$1,016,247.32 / $852,564.17 / $74,613.44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4.00%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$1,422,746.25  (5.2%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71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$74,613.44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34.4%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$145.9K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$5.6K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$53.3K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$148.2K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