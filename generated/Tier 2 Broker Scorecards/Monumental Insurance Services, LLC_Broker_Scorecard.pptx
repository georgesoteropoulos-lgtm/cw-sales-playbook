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Monumental Insurance Services,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$171,780.79 / $142,689.87 / $69,299.22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$240,493.11  (28.8%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13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$16.1K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