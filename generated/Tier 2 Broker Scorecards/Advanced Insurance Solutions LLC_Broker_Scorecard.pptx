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Advanced Insurance Solutions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$371,706.73 / $629,867.34 / $302,886.25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8.47%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$520,389.42  (58.2%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$135,100.14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44.6%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51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$167,786.11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55.4%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$40.4K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$40.3K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$78.1K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