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Insurance Professionals,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$191,089.37 / $202,351.21 / $11,303.54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5.88%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$267,525.12  (4.2%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$11,303.54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14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42.9%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$69.4K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$21.3K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$13.4K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