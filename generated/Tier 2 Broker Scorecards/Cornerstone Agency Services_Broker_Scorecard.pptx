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Cornerstone Agency Services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$378,175.42 / $436,266.38 / $135,639.82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20.45%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$529,445.59  (25.6%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41  |  Binds: 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$135,639.82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100.0%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$39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$811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$161.8K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$51.2K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