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Greenlite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$172,385.75 / $242,181.37 / $90,091.09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4.17%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$241,340.05  (37.3%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43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$90,091.09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