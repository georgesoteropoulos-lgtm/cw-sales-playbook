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P&amp;G Long Island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$173,696.78 / $16,029.90 /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$243,175.49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