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FREEDOM INSURANCE SERVICES PC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$469,140.46 / $549,578.55 / $97,708.28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10.53%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$656,796.64  (14.9%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$37,791.78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38.7%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34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$59,916.50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61.3%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