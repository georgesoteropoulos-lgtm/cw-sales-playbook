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AMC Agents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$5,217,115.34 / $6,579,855.47 / $2,140,637.11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6.10%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$7,303,961.48  (29.3%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84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$556,586.25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26.0%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1441  |  Binds: 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$1,584,050.86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74.0%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11.6%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$556.8K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$38.8K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$535.3K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$776.0K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