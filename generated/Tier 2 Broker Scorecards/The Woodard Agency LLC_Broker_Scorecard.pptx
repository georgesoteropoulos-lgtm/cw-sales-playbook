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The Woodard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$368,050.68 / $383,627.72 / $53,235.40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1.41%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$515,270.95  (10.3%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0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71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$53,235.40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$32.9K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$37.2K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