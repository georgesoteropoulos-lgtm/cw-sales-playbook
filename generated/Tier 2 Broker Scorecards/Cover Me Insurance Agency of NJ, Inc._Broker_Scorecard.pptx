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Cover Me Insurance Agency of NJ,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$2,245,197.69 / $2,523,101.00 / $516,077.70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7.88%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$3,143,276.77  (16.4%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13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$3,864.47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482  |  Binds: 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$512,213.23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99.3%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$176.6K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$66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$342.7K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