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Aronson Group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$632,591.99 / $789,241.08 / $156,649.09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0.10%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$885,628.79  (17.7%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24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4143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$156,649.09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