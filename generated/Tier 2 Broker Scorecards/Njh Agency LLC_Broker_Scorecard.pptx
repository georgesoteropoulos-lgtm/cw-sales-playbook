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Njh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$134,101.01 / $140,701.01 / $6,600.00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$187,741.41  (3.5%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$2,750.00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41.7%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38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$3,850.00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58.3%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$550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