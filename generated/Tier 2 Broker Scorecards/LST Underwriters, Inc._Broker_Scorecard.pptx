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LST Underwriters,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$190,096.16 / $176,463.75 / $30,691.70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$266,134.62  (11.5%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$30,691.70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$129.2K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