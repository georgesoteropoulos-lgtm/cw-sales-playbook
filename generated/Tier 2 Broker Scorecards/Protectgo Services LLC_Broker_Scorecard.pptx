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Protectgo Services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$2,316,279.91 / $2,203,602.13 / $477,456.43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4.62%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$3,242,791.87  (14.7%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36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$186,128.04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39.0%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484  |  Binds: 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$291,328.39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61.0%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$283.2K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$126.7K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$75.1K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$392.8K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