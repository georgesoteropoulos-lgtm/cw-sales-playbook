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Eagle National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$631,181.62 / $429,397.95 / $61,108.31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5.26%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$883,654.27  (6.9%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$61,108.31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