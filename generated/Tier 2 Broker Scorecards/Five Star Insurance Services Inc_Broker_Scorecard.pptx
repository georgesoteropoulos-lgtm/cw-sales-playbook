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Five Star Insurance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$535,743.61 / $469,069.02 / $59,389.54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9.84%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$750,041.05  (7.9%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50  |  Binds: 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$59,389.54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$63.1K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$111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$91.2K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$51.4K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