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Tri County Independent Insurance Agency LLC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$743,300.59 / $426,568.87 / $-430.08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8.82%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$1,040,620.83  (-0.0%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3  |  Binds: 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$-0.00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31  |  Binds: 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$-430.08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66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55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45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31.8%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34.5%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26.7%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$64.7K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$55.1K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$93.3K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