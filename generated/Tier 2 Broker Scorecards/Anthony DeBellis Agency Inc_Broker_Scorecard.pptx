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Anthony DeBellis Agency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$518,680.22 / $421,915.26 / $109,913.28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9.43%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$726,152.31  (15.1%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8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$81,559.90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74.2%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45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$28,353.38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25.8%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36.4%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$52.0K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$13.7K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$37.8K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$51.1K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