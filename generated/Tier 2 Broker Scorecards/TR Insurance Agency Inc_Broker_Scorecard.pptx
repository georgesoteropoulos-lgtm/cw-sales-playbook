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TR Insurance Agency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$378,765.64 / $371,512.12 / $8,400.87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16.67%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$530,271.90  (1.6%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2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$8,400.87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4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$230.0K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$77.5K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