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Abis Insurance Services,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$682,938.23 / $825,832.93 / $256,510.04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13.33%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$956,113.52  (26.8%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21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$157,152.05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61.3%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24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$99,357.99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38.7%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$271.9K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$170.2K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$146.1K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$19.0K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