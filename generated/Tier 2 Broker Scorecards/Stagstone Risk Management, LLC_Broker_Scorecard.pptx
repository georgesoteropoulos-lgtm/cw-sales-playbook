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Stagstone Risk Management,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$177,430.42 / $139,902.51 /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$248,402.59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