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Berrier Insurance Agency, Inc.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$629,079.71 / $565,599.79 / $229,618.12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8.62%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$880,711.59  (26.1%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$143,941.43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62.7%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51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$85,676.69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37.3%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18.2%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23.8%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$36.1K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$21.7K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