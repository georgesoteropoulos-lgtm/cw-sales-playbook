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Jtc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$631,747.49 / $1,025,630.86 / $467,983.00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14.81%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$884,446.49  (52.9%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$323,708.58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69.2%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24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$144,274.42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30.8%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36.4%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$236.9K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$330.7K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