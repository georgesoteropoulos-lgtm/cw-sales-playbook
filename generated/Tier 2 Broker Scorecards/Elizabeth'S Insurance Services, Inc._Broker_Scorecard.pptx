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Elizabeth'S Insurance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$319,292.39 / $678,251.10 / $358,958.71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5.26%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$447,009.35  (80.3%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$202,219.68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56.3%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51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$156,739.03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43.7%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