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Bondar Insurance Group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$637,826.69 / $533,966.62 / $298,115.22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8.33%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$892,957.37  (33.4%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6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$243,374.95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81.6%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18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$54,740.27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18.4%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27.8%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$49.3K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$17.3K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$17.9K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