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Lynne Ernest Insurance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$225,263.12 / $224,120.18 / $19,980.97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14.29%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$315,368.37  (6.3%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14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$19,980.97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57.1%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$42.3K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$923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