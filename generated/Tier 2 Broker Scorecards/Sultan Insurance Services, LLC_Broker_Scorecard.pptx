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Sultan Insurance Services,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$710,941.90 / $334,731.80 /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0.00%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$995,318.66  (0.0%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6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$234.1K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$68.9K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$31.7K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