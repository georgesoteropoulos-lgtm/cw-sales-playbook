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Truczone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$323,654.11 / $405,514.64 / $82,822.55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10.81%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$453,115.75  (18.3%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35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$82,822.55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37.5%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$49.8K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