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Angle Associates LLC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$126,953.75 / $206,217.98 / $79,264.23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6.06%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$177,735.25  (44.6%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3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63  |  Binds: 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$79,264.23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100.0%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5.9%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$21.5K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$21.5K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