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Prestige Insurance Services Inc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$192,902.88 / $173,573.10 / $-6,780.25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18.18%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$270,064.03  (-2.5%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4  |  Binds: 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$-6,780.25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7  |  Binds: 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$-0.00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50.0%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100.0%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57.1%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$4.3K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$5.7K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$107.8K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