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David Sandoz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$218,211.77 / $216,736.06 / $902.75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12.50%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$305,496.48  (0.3%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8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$902.75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$15.8K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$40.8K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$20.8K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