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Custom Insurance Agency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$166,499.97 / $70,064.10 / $-5,996.36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27.27%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$233,099.96  (-2.6%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$-5,996.36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