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Tigers Insurance Group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$112,124.02 / $112,674.02 / $550.00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3.12%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$156,973.63  (0.4%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30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$550.00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$46.3K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