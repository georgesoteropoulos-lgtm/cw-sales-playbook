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Convoy Trucking Insurance Agency, Inc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$713,272.16 / $888,207.00 / $327,818.82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6.42%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$998,581.02  (32.8%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4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105  |  Binds: 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$327,818.82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33.3%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16.7%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$25.9K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$38.3K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$54.0K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