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National Insurance Agency,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$520,759.52 / $542,309.19 / $89,299.57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20.83%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$729,063.33  (12.2%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5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$24,186.65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27.1%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43  |  Binds: 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$65,112.92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72.9%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34.8%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$22.7K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$34.0K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$123.1K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