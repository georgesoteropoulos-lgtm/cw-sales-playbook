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 &amp; S Insurance Agency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$514,370.48 / $517,024.03 / $33,397.56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4.44%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$720,118.67  (4.6%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43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$33,397.56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$57.4K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