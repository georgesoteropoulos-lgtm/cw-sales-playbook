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Worth Insurance Agency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$415,176.41 / $582,338.21 / $221,642.70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10.53%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$581,246.97  (38.1%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2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36  |  Binds: 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$221,642.70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16.7%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27.3%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18.8%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$10.3K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$185.1K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$55.1K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