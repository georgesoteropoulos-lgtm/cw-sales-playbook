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OMEGA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$309,727.90 / $372,863.07 / $115,116.46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12.50%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$433,619.06  (26.5%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32  |  Binds: 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$115,116.46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$50.4K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