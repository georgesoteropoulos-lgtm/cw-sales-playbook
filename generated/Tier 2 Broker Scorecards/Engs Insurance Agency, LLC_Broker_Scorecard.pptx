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Engs Insurance Agency,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$213,854.66 / $25,878.83 / $-937.89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50.00%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$299,396.52  (-0.3%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0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$-0.00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2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$-937.89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$13.3K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