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Infinityhub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$392,027.24 / $380,773.30 / $89,884.45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9.30%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$548,838.14  (16.4%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37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$89,884.45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$73.1K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$15.8K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$112.3K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