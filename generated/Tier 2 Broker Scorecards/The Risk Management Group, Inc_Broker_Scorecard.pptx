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The Risk Management Group,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$310,940.35 / $227,761.22 / $10,158.16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0.00%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$435,316.49  (2.3%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5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$38.4K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