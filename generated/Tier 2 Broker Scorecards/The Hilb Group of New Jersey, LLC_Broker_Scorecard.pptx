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The Hilb Group of New Jersey,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$161,901.46 / $241,707.28 / $79,912.69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6.38%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$226,662.04  (35.3%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38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$79,912.69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