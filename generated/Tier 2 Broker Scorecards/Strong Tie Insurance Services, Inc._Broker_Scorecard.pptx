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Strong Tie Insurance Services, Inc.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$630,458.75 / $638,386.39 / $141,579.14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2  |  15.00%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$882,642.25  (16.0%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6  |  Binds: 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$0.00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54  |  Binds: 9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$141,579.14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100.0%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8.7%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8.8%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14.3%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$136.3K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$56.1K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