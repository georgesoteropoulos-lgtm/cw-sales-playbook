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American Continental Insurance Services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$417,244.67 / $323,334.69 / $15,639.76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4.35%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$584,142.54  (2.7%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9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$12,538.55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80.2%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37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$3,101.21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19.8%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$15.6K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$104.1K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