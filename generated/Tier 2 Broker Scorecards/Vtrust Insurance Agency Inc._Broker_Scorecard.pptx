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Vtrust Insurance Agency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$347,391.66 / $418,492.53 / $102,020.12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9.68%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$486,348.32  (21.0%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25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$102,020.12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$18.1K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$61.5K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