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400" b="1">
                <a:solidFill>
                  <a:srgbClr val="FFFFFF"/>
                </a:solidFill>
                <a:latin typeface="Georgia"/>
              </a:rPr>
              <a:t>  Cover Whale Broker Scorecard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731520"/>
          <a:ext cx="8594445" cy="1865376"/>
        </p:xfrm>
        <a:graphic>
          <a:graphicData uri="http://schemas.openxmlformats.org/drawingml/2006/table">
            <a:tbl>
              <a:tblPr firstRow="0" bandRow="0" bandCol="0" lastRow="0" firstCol="0" lastCol="0">
                <a:tableStyleId>{5C22544A-7EE6-4342-B048-85BDC9FD1C3A}</a:tableStyleId>
              </a:tblPr>
              <a:tblGrid>
                <a:gridCol w="2864815"/>
                <a:gridCol w="2864815"/>
                <a:gridCol w="2864815"/>
              </a:tblGrid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Agency: CIS LLC dba Commercial Insurance Services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2025 Full Year GWP / Rolling 12 Mo / YTD GWP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Tier  |  Hit Ratio / DOT Goal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Annual Goal (40% Growth)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latin typeface="Segoe UI"/>
                        </a:rPr>
                        <a:t>$173,893.17 / $86,370.36 / $-11.79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Tier 2  |  5.26% / 15.00%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$243,450.44  (-0.0% achieved)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Submission Metrics YTD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Submissions &amp; Binds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Bound Premium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Book 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Subs: 2  |  Binds: 0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Bound Premium: $-0.00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Book %: 0.0%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Subs: 17  |  Binds: 1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Bound Premium: $-11.79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Book %: 0.0%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Agency Metrics YOY Comparison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2560320"/>
          <a:ext cx="8598097" cy="1417320"/>
        </p:xfrm>
        <a:graphic>
          <a:graphicData uri="http://schemas.openxmlformats.org/drawingml/2006/table">
            <a:tbl>
              <a:tblPr firstRow="0" bandRow="0" bandCol="0" lastRow="0" firstCol="0" lastCol="0">
                <a:tableStyleId>{5C22544A-7EE6-4342-B048-85BDC9FD1C3A}</a:tableStyleId>
              </a:tblPr>
              <a:tblGrid>
                <a:gridCol w="2864815"/>
                <a:gridCol w="955547"/>
                <a:gridCol w="955547"/>
                <a:gridCol w="955547"/>
                <a:gridCol w="955547"/>
                <a:gridCol w="955547"/>
                <a:gridCol w="955547"/>
              </a:tblGrid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Metric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Apr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Apr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May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May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Jun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Jun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Completed Submissions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12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12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9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Hit Ratio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8.3%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25.0%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22.2%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Binds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3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2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Bound Premium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$56.1K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$25.0K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