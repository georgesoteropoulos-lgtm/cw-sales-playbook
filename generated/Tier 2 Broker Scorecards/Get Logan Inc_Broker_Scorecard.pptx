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Get Logan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$498,085.53 / $1,073,884.61 / $575,799.08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5.81%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$697,319.74  (82.6%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37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$356,686.21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61.9%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118  |  Binds: 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$219,112.87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38.1%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$94.0K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$60.0K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