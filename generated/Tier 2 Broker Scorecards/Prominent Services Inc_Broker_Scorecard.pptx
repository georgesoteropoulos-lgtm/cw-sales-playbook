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Prominent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$454,397.64 / $306,036.36 / $6,709.74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6.67%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$636,156.70  (1.1%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28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$6,709.74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