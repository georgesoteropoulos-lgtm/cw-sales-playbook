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Insurance Mobile Services,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$678,965.95 / $643,822.02 / $181,679.25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25.86%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$950,552.33  (19.1%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$10,998.31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6.1%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52  |  Binds: 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$170,680.94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93.9%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40.0%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71.4%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$40.2K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$43.2K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