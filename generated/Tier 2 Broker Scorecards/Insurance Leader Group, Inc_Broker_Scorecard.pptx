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400" b="1">
                <a:solidFill>
                  <a:srgbClr val="FFFFFF"/>
                </a:solidFill>
                <a:latin typeface="Georgia"/>
              </a:rPr>
              <a:t>  Cover Whale Broker Scorecard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731520"/>
          <a:ext cx="8594445" cy="1865376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2864815"/>
                <a:gridCol w="2864815"/>
              </a:tblGrid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Agency: Insurance Leader Group, Inc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2025 Full Year GWP / Rolling 12 Mo / YTD GWP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Tier  |  Hit Ratio / DOT Goal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Annual Goal (40% Growth)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latin typeface="Segoe UI"/>
                        </a:rPr>
                        <a:t>$705,558.35 / $707,140.10 / $101,257.63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Tier 2  |  8.54% / 15.00%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$987,781.69  (10.3% achieved)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Submission Metrics YTD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Submissions &amp; Binds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Book 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Subs: 10  |  Binds: 2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Bound Premium: $85,422.26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Book %: 84.4%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Subs: 72  |  Binds: 5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Bound Premium: $15,835.37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Book %: 15.6%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 Metrics YOY Comparison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2560320"/>
          <a:ext cx="8598097" cy="1417320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955547"/>
                <a:gridCol w="955547"/>
                <a:gridCol w="955547"/>
                <a:gridCol w="955547"/>
                <a:gridCol w="955547"/>
                <a:gridCol w="955547"/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Metric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Completed Submissions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35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6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29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44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Hit Ratio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11.4%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059669"/>
                          </a:solidFill>
                          <a:latin typeface="Segoe UI"/>
                        </a:rPr>
                        <a:t>16.7%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13.8%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25.0%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Binds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4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4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$33.6K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DC2626"/>
                          </a:solidFill>
                          <a:latin typeface="Segoe UI"/>
                        </a:rPr>
                        <a:t>$550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$87.7K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$251.7K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