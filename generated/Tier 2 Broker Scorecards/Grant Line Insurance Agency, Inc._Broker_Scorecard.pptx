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Grant Line Insurance Agency, Inc.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$375,490.08 / $481,800.55 / $187,410.47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2  |  6.12%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$525,686.11  (35.7%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9  |  Binds: 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$0.00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40  |  Binds: 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$187,410.47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100.0%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11.8%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$14.1K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