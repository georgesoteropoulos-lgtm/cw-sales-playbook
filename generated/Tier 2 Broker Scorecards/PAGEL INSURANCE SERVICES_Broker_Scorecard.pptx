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PAGEL INSURANCE SERVICES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$332,187.80 / $347,135.74 / $90,827.39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7.69%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$465,062.92  (19.5%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$34,745.75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38.3%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40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$56,081.64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61.7%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42.9%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42.9%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$19.4K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$73.9K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