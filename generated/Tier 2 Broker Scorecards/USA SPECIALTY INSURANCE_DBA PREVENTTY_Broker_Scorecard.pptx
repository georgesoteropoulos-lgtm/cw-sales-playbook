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USA SPECIALTY INSURANCE/DBA PREVENTTY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$13,138,537.44 / $15,390,834.71 / $4,300,934.78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$18,393,952.42  (23.4%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187  |  Binds: 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$1,071,160.79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24.9%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1762  |  Binds: 143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$3,229,773.99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75.1%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$1.23M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$156.4K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$1.31M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$1.77M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