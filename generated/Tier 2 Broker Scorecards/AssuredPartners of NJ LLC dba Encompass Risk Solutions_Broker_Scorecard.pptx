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AssuredPartners of NJ LLC dba Encompass Risk Solutions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$290,400.46 / $211,473.17 / $20,048.44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25.00%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$406,560.64  (4.9%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7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$20,048.44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$131.5K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$37.3K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