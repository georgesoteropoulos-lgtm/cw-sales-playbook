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Tremach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$159,943.12 / $198,888.27 / $50,505.81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7.27%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$223,920.37  (22.6%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48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$50,505.81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