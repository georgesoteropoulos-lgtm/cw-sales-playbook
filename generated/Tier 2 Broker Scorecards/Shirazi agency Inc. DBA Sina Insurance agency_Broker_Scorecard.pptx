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Shirazi agency Inc. DBA Sina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$505,387.15 / $737,690.62 / $249,824.43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16.07%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$707,542.01  (35.3%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$116,633.96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46.7%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49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$133,190.47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53.3%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$95.9K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$42.5K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$30.4K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