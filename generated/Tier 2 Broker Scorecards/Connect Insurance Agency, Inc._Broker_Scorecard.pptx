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Connect Insurance Agency, Inc.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$5,597,886.91 / $5,724,680.14 / $605,000.17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9.84%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$7,837,041.67  (7.7%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22  |  Binds: 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$184,621.05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30.5%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405  |  Binds: 37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$420,379.12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69.5%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256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252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387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5.6%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$364.3K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$332.8K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$592.9K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