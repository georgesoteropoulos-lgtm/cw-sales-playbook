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1 Truck Insurance Services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$198,997.14 / $209,005.67 / $10,008.53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2.13%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$278,596.00  (3.6%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$10,008.53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$26.6K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