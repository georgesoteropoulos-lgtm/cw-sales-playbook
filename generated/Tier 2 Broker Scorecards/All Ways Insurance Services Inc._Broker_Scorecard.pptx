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All Ways Insurance Services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$599,280.37 / $617,237.79 / $65,637.01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$838,992.52  (7.8%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$44,426.86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67.7%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16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$21,210.15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32.3%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$187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$74.2K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