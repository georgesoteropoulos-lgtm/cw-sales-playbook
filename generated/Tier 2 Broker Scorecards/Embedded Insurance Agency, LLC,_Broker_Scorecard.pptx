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Embedded Insurance Agency, LLC,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$207,560.07 / $128,376.64 / $35,612.56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30.00%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$290,584.10  (12.3%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10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$35,612.56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