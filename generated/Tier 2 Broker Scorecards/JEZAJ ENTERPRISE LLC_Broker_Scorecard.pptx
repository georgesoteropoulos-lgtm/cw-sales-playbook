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JEZAJ ENTERPRISE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$189,370.08 / $210,927.08 / $21,557.00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7.69%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$265,118.11  (8.1%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12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$21,557.00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