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Rpk Professional Group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$1,332,358.07 / $1,144,725.93 / $106,058.25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3.68%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$1,865,301.30  (5.7%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129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$106,058.25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$204.5K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$141.6K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