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SBS Insurance Services Inc dba Smarter Truck Insurance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$640,325.47 / $517,678.21 / $38,161.23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7.69%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$896,455.66  (4.3%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101  |  Binds: 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$38,161.23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$48.4K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$37.4K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$43.2K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