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AssuredPartners of NJ LLC dba LaPenna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$0.00 / $49,468.84 / $49,468.84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2  |  12.50%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$0.00  (0.0%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3  |  Binds: 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$0.00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  |  Binds: 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$49,468.84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100.0%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