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Tucker Agency,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$417,734.49 / $9,966.24 /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$584,828.29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