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Ameritrans Risk Solutions, Inc DBA American Transportation &amp; Energy Brokers'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$447,483.77 / $391,240.19 / $18,150.99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33.33%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$626,477.28  (2.9%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$18,150.99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