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The Dorfman Organization, Ltd.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$501,611.37 / $497,918.22 / $21,825.60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50.00%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$702,255.92  (3.1%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$21,825.60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$268.1K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