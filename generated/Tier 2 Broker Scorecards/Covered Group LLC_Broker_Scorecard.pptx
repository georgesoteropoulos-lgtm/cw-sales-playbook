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Covered Group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$528,857.77 / $659,717.95 / $130,860.18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0.00%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$740,400.88  (17.7%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11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42.9%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$17.9K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