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Southwest Insurance,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$221,652.01 / $221,652.01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$310,312.81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