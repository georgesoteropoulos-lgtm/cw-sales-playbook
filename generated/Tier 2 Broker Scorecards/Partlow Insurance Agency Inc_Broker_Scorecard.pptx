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Partlow Insurance Agency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$842,178.38 / $884,476.02 / $197,716.88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6.00%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$1,179,049.73  (16.8%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7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$73,441.17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37.1%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93  |  Binds: 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$124,275.71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62.9%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$144.5K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$71.2K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$60.0K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