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INSURANCE LEADER GROUP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$0.00 / $19,856.73 / $19,856.73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$0.00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