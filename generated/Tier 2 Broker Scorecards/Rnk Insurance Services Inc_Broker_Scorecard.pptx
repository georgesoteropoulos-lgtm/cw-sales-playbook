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Rnk Insurance Services Inc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$325,551.91 / $128,448.91 / $8,928.94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2.38%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$455,772.67  (2.0%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14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28  |  Binds: 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$8,928.94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100.0%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9.7%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10.0%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6.2%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$14.9K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$24.9K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