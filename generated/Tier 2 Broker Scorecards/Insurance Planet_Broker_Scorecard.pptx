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Insurance Planet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$1,163,462.77 / $990,150.33 / $195,984.45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3.55%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$1,628,847.88  (12.0%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9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132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$195,984.45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$223.5K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