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Extra Mile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$799,530.15 / $1,096,422.84 / $356,091.24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11.36%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$1,119,342.21  (31.8%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5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127  |  Binds: 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$356,091.24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$49.1K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$30.2K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