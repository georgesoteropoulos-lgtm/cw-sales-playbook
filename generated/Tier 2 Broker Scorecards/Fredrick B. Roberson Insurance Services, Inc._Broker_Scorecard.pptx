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Fredrick B. Roberson Insurance Services, Inc.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$652,203.72 / $760,460.08 / $198,457.07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4.26%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$913,085.21  (21.7%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14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80  |  Binds: 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$198,457.07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18.2%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$12.3K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$232.1K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$36.9K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