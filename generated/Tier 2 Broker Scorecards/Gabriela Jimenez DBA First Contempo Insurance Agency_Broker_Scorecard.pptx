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Gabriela Jimenez DBA First Contempo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$202,809.83 / $213,208.76 / $33,539.74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11.76%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$283,933.76  (11.8%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$33,539.74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