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Waypoint Agency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$628,734.29 / $665,822.40 / $127,190.94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7.44%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$880,228.01  (14.4%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6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$74,446.00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58.5%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115  |  Binds: 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$52,744.94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41.5%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18.8%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6.8%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$78.2K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$43.9K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