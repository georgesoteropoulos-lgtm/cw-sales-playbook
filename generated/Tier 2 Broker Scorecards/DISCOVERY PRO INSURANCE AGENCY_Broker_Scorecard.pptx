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DISCOVERY PRO INSURANCE AGENCY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$352,814.89 / $327,520.73 / $159,684.81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23.08%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$493,940.85  (32.3%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13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$159,684.81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$5.8K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$24.0K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$41.2K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