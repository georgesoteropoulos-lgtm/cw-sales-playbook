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Insurnet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$423,424.97 / $607,536.06 / $230,165.26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17.31%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$592,794.96  (38.8%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6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$56,178.49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24.4%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98  |  Binds: 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$173,986.77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75.6%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$26.8K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$3.8K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$83.0K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$57.6K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