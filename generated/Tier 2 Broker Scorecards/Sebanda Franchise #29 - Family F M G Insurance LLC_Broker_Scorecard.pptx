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Sebanda Franchise #29 - Family F M G Insurance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$158,506.68 / $122,159.90 / $9,774.41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3.57%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$221,909.35  (4.4%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$9,774.41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26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$15.7K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