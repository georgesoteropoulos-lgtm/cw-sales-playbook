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Insurox Group,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$525,649.56 / $291,359.74 / $-1,067.52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$735,909.38  (-0.1%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5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35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$46.8K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