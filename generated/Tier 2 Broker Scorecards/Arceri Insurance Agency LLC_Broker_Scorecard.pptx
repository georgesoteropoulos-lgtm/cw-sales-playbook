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Arceri Insurance Agency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$234,478.36 / $379,392.78 / $144,914.42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4.08%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$328,269.70  (44.1%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97  |  Binds: 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$144,914.42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38.5%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$43.9K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$15.2K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$145.5K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