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Crossroads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$196,921.44 / $115,247.91 / $19,121.30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11.11%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$275,690.02  (6.9%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$740.62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3.9%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25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$18,380.68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96.1%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$16.9K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$10.3K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