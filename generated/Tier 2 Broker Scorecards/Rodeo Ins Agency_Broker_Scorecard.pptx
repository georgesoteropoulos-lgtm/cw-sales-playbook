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Rodeo Ins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$93,481.14 / $93,481.14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$130,873.60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