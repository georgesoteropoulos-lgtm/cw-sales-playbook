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Resolute Partners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$244,698.70 / $244,698.70 /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0.00%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$342,578.18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$244.7K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