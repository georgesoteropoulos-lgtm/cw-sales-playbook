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Integrity Insurance Group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$195,143.74 / $278,844.72 / $115,056.88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9.09%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$273,201.24  (42.1%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$67,255.96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58.5%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37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$47,800.92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41.5%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