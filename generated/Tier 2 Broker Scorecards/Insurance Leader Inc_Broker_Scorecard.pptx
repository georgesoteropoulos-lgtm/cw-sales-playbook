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Leader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$171,580.63 / $51,686.32 / $14,214.73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44.44%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$240,212.88  (5.9%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9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$14,214.73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