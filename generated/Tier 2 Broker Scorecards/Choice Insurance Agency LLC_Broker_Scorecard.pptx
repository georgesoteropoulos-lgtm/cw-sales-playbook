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Choice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$207,669.75 / $91,625.68 / $550.00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$290,737.65  (0.2%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$550.00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$76.8K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