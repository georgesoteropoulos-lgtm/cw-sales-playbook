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Duana Huggins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$290,273.61 / $260,364.58 / $3,254.63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4.55%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$406,383.05  (0.8%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$3,254.63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