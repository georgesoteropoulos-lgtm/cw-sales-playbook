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Renegade Insurance (formerly Covered By Sage)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$273,280.44 / $211,121.59 / $26,158.63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$382,592.62  (6.8%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56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$26,158.63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