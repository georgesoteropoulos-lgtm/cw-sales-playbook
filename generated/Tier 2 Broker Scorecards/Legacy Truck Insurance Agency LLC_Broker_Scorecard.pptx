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Legacy Truck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$266,359.35 / $217,563.78 / $50,856.88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$372,903.09  (13.6%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$28.3K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