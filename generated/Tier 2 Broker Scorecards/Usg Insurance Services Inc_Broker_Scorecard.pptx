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Usg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$1,155,193.59 / $1,078,434.21 / $220,776.48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$1,617,271.03  (13.7%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18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$134,265.08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60.8%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112  |  Binds: 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$86,511.40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39.2%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$147.9K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$198.7K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