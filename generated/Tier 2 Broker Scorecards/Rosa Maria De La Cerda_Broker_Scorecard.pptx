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Rosa Maria De La Cerda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$205,617.23 / $205,617.23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$287,864.12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