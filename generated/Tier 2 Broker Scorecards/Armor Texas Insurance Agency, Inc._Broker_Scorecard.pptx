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Armor Texas Insurance Agency,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$178,846.98 / $127,092.86 / $67,931.95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15.79%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$250,385.77  (27.1%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19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$67,931.95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$32.9K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