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Jencap Insurance Services Inc - MidWest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$732,021.73 / $478,661.83 / $141,163.70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7.61%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$1,024,830.42  (13.8%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14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$99,381.41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70.4%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78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$41,782.29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29.6%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$25.0K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$739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$86.5K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