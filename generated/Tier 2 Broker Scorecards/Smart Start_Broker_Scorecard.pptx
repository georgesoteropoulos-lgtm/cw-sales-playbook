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Smart Start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$1,813,164.60 / $1,818,078.60 / $389,467.36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9.63%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$2,538,430.44  (15.3%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$140,938.99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36.2%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170  |  Binds: 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$248,528.37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63.8%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$264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$294.1K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