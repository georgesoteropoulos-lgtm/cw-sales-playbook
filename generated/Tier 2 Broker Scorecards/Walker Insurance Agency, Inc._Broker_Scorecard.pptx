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Walker Insurance Agency,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$235,693.41 / $344,883.03 / $150,212.52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8.11%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$329,970.77  (45.5%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$110,801.57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73.8%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36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$39,410.95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26.2%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$44.4K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$47.0K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$95.4K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$51.9K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