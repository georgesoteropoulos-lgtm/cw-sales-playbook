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Reliance Partners,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$11,296,745.54 / $11,493,753.12 / $2,020,258.09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2.15%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$15,815,443.76  (12.8%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704  |  Binds: 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$972,818.50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48.2%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3568  |  Binds: 72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$1,047,439.59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51.8%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1538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1461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1565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$1.16M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$136.4K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$1.31M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$1.13M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