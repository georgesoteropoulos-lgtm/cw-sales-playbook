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Cornerstone Insurance Solutions inc. dba: Cornerstone Premier Insurance Services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$144,555.41 / $139,975.20 / $4,995.00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25.00%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$202,377.57  (2.5%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0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4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$4,995.00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26.7%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66.7%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$27.2K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$41.8K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$46.9K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