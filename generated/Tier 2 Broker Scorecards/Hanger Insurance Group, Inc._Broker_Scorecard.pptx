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Hanger Insurance Group,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$231,961.93 / $221,945.83 / $2,396.80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3.12%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$324,746.70  (0.7%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4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$2,396.80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28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$60.0K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$530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$15.1K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