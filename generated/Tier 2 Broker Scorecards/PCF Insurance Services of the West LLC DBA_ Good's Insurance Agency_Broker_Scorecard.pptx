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PCF Insurance Services of the West LLC DBA: Good's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$236,688.87 / $196,866.43 / $-60.68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2.04%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$331,364.42  (-0.0%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$-60.68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$44.7K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$53.3K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