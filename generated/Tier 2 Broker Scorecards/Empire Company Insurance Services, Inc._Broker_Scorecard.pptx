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Empire Company Insurance Services,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$355,551.29 / $392,476.12 / $83,399.28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18.00%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$497,771.81  (16.8%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46  |  Binds: 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$83,399.28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$52.4K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$31.4K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$68.0K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