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Power Commercial Insurance Brokers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$2,372,090.60 / $1,217,637.49 / $299,147.14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6.25%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$3,320,926.84  (9.0%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$52,345.98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17.5%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106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$246,801.16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82.5%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