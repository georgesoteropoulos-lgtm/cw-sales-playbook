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Transportation Risk Services LLC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$1,146,562.76 / $1,050,133.25 / $55,435.02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12.24%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$1,605,187.86  (3.5%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13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$46,224.72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83.4%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36  |  Binds: 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$9,210.30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16.6%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33.3%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26.5%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27.0%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$173.7K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C2626"/>
                          </a:solidFill>
                          <a:latin typeface="Segoe UI"/>
                        </a:rPr>
                        <a:t>$24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$114.5K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$176.5K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