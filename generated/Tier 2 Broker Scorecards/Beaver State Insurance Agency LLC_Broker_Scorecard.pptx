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Beaver State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$132,688.84 / $120,051.75 / $4,469.48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11.11%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$185,764.38  (2.4%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$4,469.48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