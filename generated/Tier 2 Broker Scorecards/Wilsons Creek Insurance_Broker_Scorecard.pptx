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Wilsons Creek Insurance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$450,973.04 / $488,272.62 / $92,598.18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2.78%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$631,362.26  (14.7%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9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$92,598.18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27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$145.5K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$41.6K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$23.4K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