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Your Truck Shield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$2,306,596.93 / $2,326,985.61 / $644,904.53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9.56%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$3,229,235.70  (20.0%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350  |  Binds: 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$644,904.53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$237.0K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