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All Solutions Insurance Agency, L.L.C.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$506,041.62 / $692,413.42 / $204,546.80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17.77%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$708,458.27  (28.9%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$6,215.81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183  |  Binds: 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$198,330.99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97.0%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$48.2K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