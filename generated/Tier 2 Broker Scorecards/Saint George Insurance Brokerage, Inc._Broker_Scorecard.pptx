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Saint George Insurance Brokerage,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$1,098,549.85 / $943,613.10 / $106,499.12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4.50%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$1,537,969.79  (6.9%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18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$79,402.82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74.6%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93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$27,096.30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25.4%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$14.8K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$39.4K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$300.8K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