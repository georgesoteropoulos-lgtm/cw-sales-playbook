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Truck Secure Insurance Services,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$38,431.95 / $232,967.12 / $194,535.17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4.76%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$53,804.73  (361.6%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8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76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$194,535.17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$225.7K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$74.9K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$55.3K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