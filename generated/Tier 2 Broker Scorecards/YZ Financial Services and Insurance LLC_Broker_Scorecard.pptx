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YZ Financial Services and Insurance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$189,832.90 / $213,554.27 / $29,857.39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9.09%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$265,766.06  (11.2%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$23,498.67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78.7%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$6,358.72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21.3%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