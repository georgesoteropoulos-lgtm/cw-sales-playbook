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Maximus Insurance Brokerage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$430,105.02 / $513,213.29 / $130,261.92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27.27%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$602,147.03  (21.6%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$94,783.86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72.8%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18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$35,478.06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27.2%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44.4%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100.0%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53.8%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$74.9K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$25.2K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$182.9K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