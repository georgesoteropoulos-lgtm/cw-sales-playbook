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Commercial Insurance.Net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$1,002,292.92 / $615,133.21 / $12,906.25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17.65%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$1,403,210.09  (0.9%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17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$12,906.25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$113.4K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$150.0K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$139.2K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