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Aic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$1,633,938.05 / $1,731,627.47 / $316,040.16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7.48%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$2,287,513.27  (13.8%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$137,581.39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43.5%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216  |  Binds: 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$178,458.77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56.5%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$421.7K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$550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