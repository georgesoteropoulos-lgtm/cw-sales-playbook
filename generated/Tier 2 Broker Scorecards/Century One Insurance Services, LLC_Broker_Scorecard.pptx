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Century One Insurance Services,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$169,361.95 / $152,892.12 / $3,574.27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6.67%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$237,106.73  (1.5%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$3,574.27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$347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