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Total Insurance-Ga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$269,492.89 / $107,296.23 / $10,110.33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33.33%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$377,290.05  (2.7%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$10,110.33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28.6%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$21.3K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$14.6K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