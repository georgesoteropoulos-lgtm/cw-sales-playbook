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Assuredpartners Of Florida,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$414,708.82 / $218,738.82 / $54,424.25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5.13%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$580,592.35  (9.4%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21  |  Binds: 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$54,424.25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18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25.0%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$117.7K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$41.6K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