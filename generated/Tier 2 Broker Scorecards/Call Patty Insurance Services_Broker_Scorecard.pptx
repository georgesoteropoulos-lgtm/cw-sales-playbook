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Call Patty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$2,749,089.87 / $2,545,961.66 / $376,561.26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7.29%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$3,848,725.82  (9.8%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$130,564.08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34.7%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280  |  Binds: 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$245,997.18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65.3%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$464.9K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$32.6K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$240.2K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