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Justin Cribbs Insurance Agency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$159,870.65 / $51,178.12 /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$223,818.91  (0.0%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$15.0K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