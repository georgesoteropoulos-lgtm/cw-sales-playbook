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Vatic Insurance Group PLLC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$2,908,704.65 / $3,555,141.29 / $646,436.64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4.63%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$4,072,186.51  (15.9%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$94,908.70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14.7%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419  |  Binds: 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$551,527.94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85.3%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$75.2K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$624.0K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