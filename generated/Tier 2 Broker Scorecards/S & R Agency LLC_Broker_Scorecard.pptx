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 &amp; R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$685,353.95 / $744,943.49 / $143,095.67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3.37%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$959,495.53  (14.9%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$50,657.30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35.4%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171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$92,438.37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64.6%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$79.0K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$47.9K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$169.3K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