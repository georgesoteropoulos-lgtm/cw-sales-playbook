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DNIS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$812,790.78 / $2,758,186.53 / $1,978,548.62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8.19%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$1,137,907.09  (173.9%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57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$390,797.51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19.8%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847  |  Binds: 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$1,587,751.11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80.2%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$379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$224.0K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$37.4K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