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Pacific Atlantic Insurance Services Inc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$645,354.86 / $935,387.82 / $290,032.96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12.07%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$903,496.80  (32.1%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7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$146,428.19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50.5%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51  |  Binds: 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$143,604.77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49.5%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6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16.7%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14.3%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$663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$19.0K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