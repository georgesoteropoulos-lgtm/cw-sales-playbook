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Safer Haul Inc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$1,436,229.75 / $1,838,261.23 / $571,146.96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5.74%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$2,010,721.65  (28.4%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16  |  Binds: 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$88,359.36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15.5%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385  |  Binds: 22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$482,787.60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84.5%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118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111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98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15.3%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59669"/>
                          </a:solidFill>
                          <a:latin typeface="Segoe UI"/>
                        </a:rPr>
                        <a:t>20.0%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16.2%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13.3%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$113.0K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DC2626"/>
                          </a:solidFill>
                          <a:latin typeface="Segoe UI"/>
                        </a:rPr>
                        <a:t>$1.9K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$66.6K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$84.0K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