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My General Agent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$317,777.20 / $399,130.25 / $153,586.45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15.79%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$444,888.08  (34.5%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$96,990.42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63.2%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36  |  Binds: 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$56,596.03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36.8%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22.2%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$38.9K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