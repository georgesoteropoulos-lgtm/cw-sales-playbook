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MST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$250,880.32 / $359,814.54 / $209,655.21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8.57%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$351,232.45  (59.7%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26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$209,655.21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$395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