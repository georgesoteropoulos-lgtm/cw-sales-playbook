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Honesti &amp; Assoc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$165,940.38 / $120,988.13 / $36,836.26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$232,316.53  (15.9%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