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Infinite Risk Management And Insurance Solutions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$397,569.20 / $386,302.10 / $14,648.50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5.13%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$556,596.88  (2.6%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18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$11,634.68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79.4%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21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$3,013.82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20.6%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