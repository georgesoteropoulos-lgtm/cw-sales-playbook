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Noel Cajinas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$511,170.15 / $585,987.04 / $318,709.45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16.67%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$715,638.21  (44.5%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33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$318,709.45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$12.0K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$18.9K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$54.9K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