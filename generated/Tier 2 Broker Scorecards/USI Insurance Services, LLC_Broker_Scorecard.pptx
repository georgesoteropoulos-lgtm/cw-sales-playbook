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USI Insurance Services,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$354,616.65 / $277,307.97 / $22,687.11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12.50%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$496,463.31  (4.6%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$22,687.11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$53.4K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$195.6K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