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Clemens &amp; Associates Inc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$492,091.16 / $426,735.96 / $23,020.70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2  |  15.15%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$688,927.62  (3.3%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4  |  Binds: 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$16,113.58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70.0%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29  |  Binds: 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$6,907.12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30.0%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18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18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18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16.7%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59669"/>
                          </a:solidFill>
                          <a:latin typeface="Segoe UI"/>
                        </a:rPr>
                        <a:t>20.0%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16.7%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33.3%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6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$38.9K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$29.8K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$85.2K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