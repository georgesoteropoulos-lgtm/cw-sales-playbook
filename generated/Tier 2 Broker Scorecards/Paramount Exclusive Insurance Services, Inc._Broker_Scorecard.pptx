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Paramount Exclusive Insurance Services,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$165,364.60 / $369,510.94 / $374,294.53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11.11%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$231,510.44  (161.7%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11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$374,294.53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