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Soho Insurance Brokerage,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$216,667.03 / $274,236.30 / $98,700.67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8.33%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$303,333.84  (32.5%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5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$98,700.67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$33.4K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