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Active America Insurance Inc.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$243,794.50 / $181,297.91 / $19,518.35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16.67%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$341,312.30  (5.7%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1  |  Binds: 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$0.00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11  |  Binds: 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$19,518.35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100.0%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100.0%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20.0%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66.7%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$63.1K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$90.7K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$11.1K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