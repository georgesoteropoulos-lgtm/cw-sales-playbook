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Innovate Insurance Agency,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$439,867.78 / $474,005.30 / $102,728.16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6.98%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$615,814.89  (16.7%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42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$102,728.16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100.0%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47.4%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$23.1K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$3.0K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$114.8K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$121.3K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