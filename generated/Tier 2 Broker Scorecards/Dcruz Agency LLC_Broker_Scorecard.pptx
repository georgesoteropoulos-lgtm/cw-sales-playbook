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Dcruz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$527,668.32 / $478,238.18 / $87,765.31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8.96%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$738,735.65  (11.9%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132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$87,765.31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$56.2K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