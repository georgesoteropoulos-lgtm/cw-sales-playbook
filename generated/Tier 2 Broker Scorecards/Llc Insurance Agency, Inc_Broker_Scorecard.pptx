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Llc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$180,834.88 / $179,953.75 / $54,377.61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$253,168.83  (21.5%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$54,377.61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