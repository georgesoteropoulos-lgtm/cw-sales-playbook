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Nextco Insurance Agency,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$758,388.98 / $648,817.46 / $-7,438.79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3.57%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$1,061,744.57  (-0.7%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$-0.00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27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$-7,438.79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$43.6K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$108.2K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$99.3K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