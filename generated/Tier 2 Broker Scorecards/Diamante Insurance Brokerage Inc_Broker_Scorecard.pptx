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Diamante Insurance Brokerage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$716,025.26 / $639,318.50 / $77,072.91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11.36%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$1,002,435.36  (7.7%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$50,433.47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65.4%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$26,639.44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34.6%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$186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