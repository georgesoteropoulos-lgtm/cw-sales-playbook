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U Trust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$365,830.93 / $467,603.49 / $266,275.26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4.73%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$512,163.30  (52.0%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46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123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$266,275.26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$20.9K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$58.6K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