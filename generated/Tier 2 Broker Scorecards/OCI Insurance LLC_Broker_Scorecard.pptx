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OCI Insurance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$264,035.43 / $238,925.45 / $-2,535.73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$369,649.60  (-0.7%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$-2,535.73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$13.6K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