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Top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$210,423.49 / $124,913.55 / $25,319.55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13.79%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$294,592.89  (8.6%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$17,562.74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69.4%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27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$7,756.81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30.6%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$88.7K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