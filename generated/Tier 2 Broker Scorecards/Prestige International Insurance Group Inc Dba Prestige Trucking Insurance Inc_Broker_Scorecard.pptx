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Prestige International Insurance Group Inc Dba Prestige Trucking Insurance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$5,400,436.83 / $4,918,467.97 / $786,373.25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3.98%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$7,560,611.56  (10.4%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70  |  Binds: 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$360,900.69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45.9%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884  |  Binds: 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$425,472.56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54.1%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$566.5K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$360.0K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$464.3K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