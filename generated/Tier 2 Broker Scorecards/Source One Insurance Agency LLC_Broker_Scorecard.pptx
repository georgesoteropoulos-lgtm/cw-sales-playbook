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Source One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$230,064.62 / $146,312.26 / $9,718.00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7.14%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$322,090.47  (3.0%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28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$9,718.00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