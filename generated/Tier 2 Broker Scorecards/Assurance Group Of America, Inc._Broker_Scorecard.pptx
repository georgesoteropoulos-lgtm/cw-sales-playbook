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Assurance Group Of America,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$204,733.66 / $199,989.35 / $-4,581.57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6.06%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$286,627.12  (-1.6%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$-0.00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32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$-4,581.57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$18.8K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$44.8K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$67.0K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