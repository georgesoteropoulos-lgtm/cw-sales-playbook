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30,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166 Accounts  |  $5.14M GWP  |  May 30,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7,527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$5.14M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$4.56M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$30,966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1,779 subs · 2.4%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$1,490K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1,573 subs · 2.3%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36 Accounts  |  GWP: $1,489,635  |  NWP: $1,321,306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VULCAN TRANSPORT US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$225,598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$91,617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$318,765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CRUZ XPRESS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$64,411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$64,961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MARK STANFORD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$28,181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$4,518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$32,699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911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$4,484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$32,388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36 Accounts  |  GWP: $1,489,635  |  NWP: $1,321,306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4818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MOALA &amp; CO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$4,041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LEON CALDERON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$9,250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HADDEN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$2,025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544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$572,313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$274,849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$343,293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$60,643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$50,317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544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$828,685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$532,870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$532,605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$234,557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$1,110,326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3,897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$2,482,086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1,309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$1,337,183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26.0%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$329,545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127 Accounts  |  $3,819,269 GWP  |  74%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82 Accounts  ·  $2,482,086  ·  48%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$2,482K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$30,269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$514,360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$342,743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45 Accounts  ·  $1,337,183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1,309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$1,337K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$29,715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$123,511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$62,637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$60,643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7,527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7,527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4,066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3,213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$4,057,281  (79%)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$509,170  (10%)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$573,828  (11%)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$2,721,064  (53%)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$1,129,478  (22%)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$820,566  (16%)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118 accounts  (71%)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11+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 accounts  (1%)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38 accounts  (23%)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 accounts  (7%)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438144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352958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3529584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304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72 units  |  42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78 units  |  36 accounts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166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MOALA &amp; CO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911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Checkers Truck Insurance Servi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MARK STANFORD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Palerm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$32,699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LEON CALDERON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HADDEN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Insurance Store Of Texas 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VULCAN TRANSPORT US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$318,765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AR, DE,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166 bound of 7,527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74%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11+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166 Policies  |  $5.14M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$5.14M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$4.56M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$30,966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42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14%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$572,313  (11%)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$343,293  (7%)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$274,849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Justin Robert Insurance Agency LLC  —  $178,715  (3%)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$2,482,086  (48%)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$1,337,183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$329,545  (6%)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30,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RAJV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$15,952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42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30,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