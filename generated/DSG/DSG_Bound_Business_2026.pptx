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24,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158 Accounts  |  $4.67M GWP  |  May 24,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1,778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$1,018K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1,272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535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$258,347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$327,006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535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$758,862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$2,114,335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$1,203,672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120 Accounts  |  $3,318,007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79 Accounts  ·  $2,114,335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$26,764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$326,456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41 Accounts  ·  $1,203,672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$1,204K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7,225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$3,660,388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$406,526  (9%)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$601,916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$2,266,117  (49%)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113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53 units  |  29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158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158 bound of 7,225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158 Policies  |  $4.67M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29%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$327,006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$258,347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$2,114,335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$1,203,672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24,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24,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