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26,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158 Accounts  |  $4.67M GWP  |  May 26,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7,233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$4.14M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$29,550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1,779 subs · 2.3%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$1,018K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1,279 subs · 2.3%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29 Accounts  |  GWP: $1,018,186  |  NWP: $903,131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$3,037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$4,041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29 Accounts  |  GWP: $1,018,186  |  NWP: $903,131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$9,250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536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$253,548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$258,347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$327,006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$40,983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$50,317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536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$796,297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$516,368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$516,318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$147,361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$758,862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3,729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$2,114,335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1,269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$1,203,672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$326,970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120 Accounts  |  $3,318,007 GWP  |  71%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79 Accounts  ·  $2,114,335  ·  45%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3,729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$2,114K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$26,764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$326,456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$195,595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41 Accounts  ·  $1,203,672  ·  26%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1,269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$1,204K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$29,358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Call Patty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$57,066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 Secure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7,233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7,233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3,898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3,076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$3,660,388  (78%)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$406,526  (9%)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$601,916  (13%)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$2,266,117  (49%)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$1,080,588  (23%)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$820,566  (18%)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113 accounts  (72%)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37 accounts  (23%)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10 accounts  (6%)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278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71 units  |  41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53 units  |  29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158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Legacy Truck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DE, AR,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158 bound of 7,233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71%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6-10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158 Policies  |  $4.67M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$4.14M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41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29%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$327,006  (7%)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$258,347  (6%)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$253,548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Justin Robert Insurance Agency LLC  —  $178,715  (4%)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$2,114,335  (45%)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$1,203,672  (26%)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$326,970  (7%)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26,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HENRY JEOVANY MONROY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26,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