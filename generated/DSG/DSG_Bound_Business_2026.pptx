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18,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150 Accounts  |  $4.53M GWP  |  May 18,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6,856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1,777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$881K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904 subs · 2.4%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22 Accounts  |  GWP: $880,816  |  NWP: $781,284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22 Accounts  |  GWP: $880,816  |  NWP: $781,284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522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$300,171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$234,369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$148,492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522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$793,128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$492,390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$477,934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$390,206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$238,538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$126,578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$885,285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3,521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$2,034,300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$1,159,306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114 Accounts  |  $3,193,606 GWP  |  70%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75 Accounts  ·  $2,034,300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3,521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$2,034K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$27,124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$299,621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39 Accounts  ·  $1,159,306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$1,159K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$29,726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$22,971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6,856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6,856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3,713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2,922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$3,563,081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$368,882  (8%)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$599,497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$2,175,499  (48%)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$1,057,814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$796,588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106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36 accounts  (24%)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9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264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70 units  |  40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40 units  |  22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150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Dream Assurance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Western Truck Insurance Servic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2026-04-29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Pride Insurance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150 bound of 6,856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70%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150 Policies  |  $4.53M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$4.02M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$30,210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40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45%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$300,171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$234,369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(5%)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Fino Services LLC  —  $173,702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$2,034,300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$1,159,306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18,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40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40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18,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