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22,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155 Accounts  |  $4.61M GWP  |  May 22,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7,162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$4.61M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$4.09M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$29,716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1,778 subs · 2.3%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$955K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1,209 subs · 2.2%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26 Accounts  |  GWP: $955,274  |  NWP: $847,328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$4,041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26 Accounts  |  GWP: $955,274  |  NWP: $847,328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984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$9,250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531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$253,548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$234,369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$300,171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$40,983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531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$796,297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$492,390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$477,934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$147,361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$758,312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$2,075,401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$1,179,694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$326,970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117 Accounts  |  $3,255,095 GWP  |  71%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77 Accounts  ·  $2,075,401  ·  45%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3,698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$2,075K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$26,953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$299,621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$195,595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40 Accounts  ·  $1,179,694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1,260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$1,180K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$29,492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Call Patty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$57,066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 Secure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7,162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7,162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3,864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3,051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$3,624,054  (79%)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$381,817  (8%)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$600,047  (13%)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$2,227,183  (48%)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$1,080,588  (23%)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$796,588  (17%)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111 accounts  (72%)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36 accounts  (23%)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9 accounts  (6%)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1.7 units/account  ·  Total Units: 269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71 units  |  41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44 units  |  26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155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Legacy Truck Insurance Agency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Dream Assurance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AR, DE,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155 bound of 7,162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71%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6-10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155 Policies  |  $4.61M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$4.09M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$29,716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41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37%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$300,171  (7%)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$253,548  (6%)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$234,369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Justin Robert Insurance Agency LLC  —  $178,715  (4%)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$2,075,401  (45%)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$1,179,694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$326,970  (7%)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22,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22,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