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20,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153 Accounts  |  $4.58M GWP  |  May 20,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7,016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$29,920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1,777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$927K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1,064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24 Accounts  |  GWP: $927,147  |  NWP: $822,379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24 Accounts  |  GWP: $927,147  |  NWP: $822,379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527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$300,171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$234,369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$148,492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527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$492,390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$477,934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$390,206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$238,538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$905,673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3,609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$2,057,074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$1,179,694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116 Accounts  |  $3,236,768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76 Accounts  ·  $2,057,074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3,609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$2,057K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$27,067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$299,621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40 Accounts  ·  $1,179,694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$1,180K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$29,492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7,016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7,016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3,787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2,996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$3,600,518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$377,776  (8%)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$599,497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$2,199,056  (48%)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(24%)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$796,588  (17%)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109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36 accounts  (24%)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9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1.7 units/account  ·  Total Units: 267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24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153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Dream Assurance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DE, AR,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153 bound of 7,016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153 Policies  |  $4.58M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$29,920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41%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$300,171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$234,369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Fino Services LLC  —  $173,702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$2,057,074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$1,179,694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20,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20,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