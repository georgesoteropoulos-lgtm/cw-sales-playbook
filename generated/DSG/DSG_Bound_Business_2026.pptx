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May 27,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162 Accounts  |  $5.02M GWP  |  May 27,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7,299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$5.02M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$4.46M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$31,006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1,779 subs · 2.4%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$1,372K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1,345 subs · 2.4%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32 Accounts  |  GWP: $1,372,315  |  NWP: $1,217,243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VULCAN TRANSPORT US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$225,598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$91,617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$318,765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$3,037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$4,041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32 Accounts  |  GWP: $1,372,315  |  NWP: $1,217,243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3685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LEON CALDERON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PRIME LOGISTIC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$9,250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HADDEN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$2,025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536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$572,313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$274,849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$343,293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$40,983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$50,317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536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$796,297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$532,870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$532,605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$408,533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$248,338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$149,936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$1,077,627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3,771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$2,449,387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1,277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$1,220,174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$329,545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123 Accounts  |  $3,669,561 GWP  |  73%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81 Accounts  ·  $2,449,387  ·  49%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3,771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$2,449K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$30,239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$514,360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$342,743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42 Accounts  ·  $1,220,174  ·  24%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1,277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$1,220K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$29,052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$62,637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Call Patty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$57,066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7,299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7,299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3,934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3,104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$3,917,675  (78%)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$500,168  (10%)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$605,116  (12%)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$2,603,744  (52%)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$1,097,090  (22%)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$820,566  (16%)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116 accounts  (72%)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11+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 accounts  (1%)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37 accounts  (23%)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10 accounts  (6%)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438144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352958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0" y="3529584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1.8 units/account  ·  Total Units: 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72 units  |  42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70 units  |  32 accounts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162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LEON CALDERON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HADDEN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Insurance Store Of Texas 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VULCAN TRANSPORT US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$318,765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DE, AR,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162 bound of 7,299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73%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11+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162 Policies  |  $5.02M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$5.02M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$4.46M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$31,006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42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24%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$572,313  (11%)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$343,293  (7%)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$274,849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Justin Robert Insurance Agency LLC  —  $178,715  (4%)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$2,449,387  (49%)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$1,220,174  (24%)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$329,545  (7%)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May 27,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HENRY JEOVANY MONROY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RAJV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$15,952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27,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