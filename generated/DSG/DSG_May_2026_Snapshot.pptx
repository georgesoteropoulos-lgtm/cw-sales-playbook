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COVER WHALE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9418320" cy="7315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000" b="1">
                <a:solidFill>
                  <a:srgbClr val="E0D4F5"/>
                </a:solidFill>
                <a:latin typeface="Calibri Light"/>
              </a:rPr>
              <a:t>Dirt, Sand &amp; Gravel (DSG)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329184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520440"/>
            <a:ext cx="94183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Performance Snapshot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As of May 31, 2026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Dump trucks, sand haulers, gravel operations — classes most carriers decline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138928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Available under Auto Physical Damage (APD) — standalone or packaged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431536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Towing up to $25K  |  Roadside MASTERS assistance included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24144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Nationwide appetite  |  Vehicles up to 23 years 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166 Accounts  |  $5.14M GWP  |  May 31,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947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7,530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7059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7059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059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059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6171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6171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6171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6171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5283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5283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5283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5283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4395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4395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395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BIND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4395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Bound ÷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33507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3507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83/544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3507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PRODUCING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3507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461 not yet binding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743200"/>
            <a:ext cx="11064240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Concentration: Top agency = 11% of GWP  ·  Top 5 agencies = 31% of GWP  ·  461 agencies submitting but not yet binding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97180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99923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06727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06727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06727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6727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6727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43303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43303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80663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80663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80663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0663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0663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239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7239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54599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4599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4599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4599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4599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1175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1175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28535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28535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28535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28535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8535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65111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5111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02471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02471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02471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02471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02471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9047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$1,490K GWP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39047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1,576 subs · 2.3% bind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May 31,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TOP PRODUCING AGENCIES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Ranked by Gross Written Premium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43000"/>
          <a:ext cx="110642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1645920"/>
                <a:gridCol w="1005840"/>
                <a:gridCol w="182880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Gross Written Premium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#1  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Your Truck Shield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$139,343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$123,511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Ins Professionals Of Georgia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$91,546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Top 15 agencies = 55% of total GWP  ·  84 producing agencies YTD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$828,685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$258,021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$234,557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$1,385,175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+ HubSpot  ·  May 31,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Ranked by Volume  |  544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544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3,897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$2,482,086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$1,337,183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$4,057,281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$509,170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$573,828  (11%)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$2,721,064  (53%)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$1,129,478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118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38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 accounts  (7%)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304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AVG PREMIUM BY BODY TYPE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81144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$27,211 avg  ·  100 accts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020056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$28,237 avg  ·  40 accts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52560" y="5458968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$25,643 avg  ·  32 accts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52560" y="5897880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$20,094 avg  ·  1 accts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DSG Recent Binds — 2026 YTD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88789E"/>
                </a:solidFill>
                <a:latin typeface="Calibri"/>
              </a:rPr>
              <a:t>166 unique accounts bound YTD — most recent first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058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3017520"/>
                <a:gridCol w="1645920"/>
                <a:gridCol w="685800"/>
                <a:gridCol w="1325880"/>
              </a:tblGrid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Premium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2026-05-28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Checkers Truck Insurance Services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Palerm Insurance Agency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