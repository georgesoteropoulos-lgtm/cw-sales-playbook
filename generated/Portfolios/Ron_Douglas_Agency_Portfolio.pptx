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30,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$18,797,652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$13,120,931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$2,280,610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$3,396,112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$-8,217,758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14567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$44,667,261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$6,476,047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$13,083,914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$7,862,963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$6,183,385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$2,897,325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$2,000,626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$353,049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$2,269,517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$1,417,112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$740,153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1486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$188,663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$8,434,522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$8,398,613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$8,707,579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$8,438,056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$7,387,466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$2,838,484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$18,797,652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$13,120,931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14567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483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576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5/25–5/30*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13487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672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-49.5%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2,778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13,487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5,475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+2,047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3,134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-116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+381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$8,434,522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$8,398,613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$8,707,579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$8,438,056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$-2,117,468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$7,387,466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$2,838,484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$691,479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$-1,934,351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2,912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2,098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$41,366,235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$13,120,931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$2,280,610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$-8,217,758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15,833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11,225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1,321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1,615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$34,325,456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$5,513,943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$2,865,285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$9,252,596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$2,032,355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$972,968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1033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23.4%  ·  Declined: 328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33.8%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Meyer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$7,862,963  |  Subs 3134  |  Binds 262  |  HR 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8.4% (portfolio avg: 4.8%)  |  $7,862,963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$2,897,325  |  Subs 5475  |  Binds 127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$2,897,325 YTD GWP  |  127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$2,269,517  |  Subs 521  |  Binds 78  |  HR 15.0%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15.0% (portfolio avg: 4.8%)  |  $2,269,517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$1,417,112  |  Subs 1486  |  Binds 51  |  HR 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$1,417,112 YTD GWP  |  51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$860,378  |  Subs 799  |  Binds 19  |  HR 2.4%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$860,378 YTD GWP  |  19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$42,841  |  Subs 292  |  Binds 5  |  HR 1.7%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1.7% on 292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186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186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 submissions with 0 binds - zero conversion  |  15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$351,233  |  Subs 169  |  Binds 20  |  HR 11.8%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$168,923  |  Subs 272  |  Binds 4  |  HR 1.5%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1.5% on 272 subs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$13,029,806 (69%)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Lynne Ernest Insuran (20.8%), Ameritrans Risk Solu (20.0%),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14,567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(33 subs): Durham Specialty Ins (19),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(0.5%), S &amp; R Agency LLC (1.5%), COASTAL TRUCKING INS (1.7%)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$7,886,006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(0.5%), S &amp; R Agency LLC (1.5%), COASTAL TRUCKING INS (1.7%).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(5475s/127b), Prestige Internation (1486s/51b), Vantage Ins Llc (799s/19b).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69%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704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252217477783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BELISA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$63,341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267104075596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ACOSTA TRUCKERS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262703038291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PURE ENVY ENTERPRISE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255520512718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SALAS 3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259096107850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STAR SCOTT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$202,079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256160252476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RK EXPRESS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Simon Ashi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$57,127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259266541016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Renegade Insurance (Formerly Cover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Santos E Canales Cruz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 Barefoot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255859100307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O2K TRUCKING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251507002657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O2K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254761271002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KHADIJA &amp; DELWARA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254535183710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GUERREROS TRUCKING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266966167110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ROCK TRANSPORTATION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Durham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$72,818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267418608756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ERG TRANS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250521146933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 ANGEL TRANSPORT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$50,947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265146025025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SULTAN FREIGHT LOGISTICS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267115004249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K&amp;D PLAYGROUND CONNECTION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$98,726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252433643358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DIAZ&amp;CREW TRANSPORTATION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Miguel Bilbao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267135186484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Almaged Transportation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255636258141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SAMAR TRANS INC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Tejinder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$28,647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250567089767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ALITRANS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266201739352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ABSOLUTE BEST TRANSPORTATION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Painter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250259777795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LATTE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$17,411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257449003320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PAEZ HEAVY LOADS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$21,695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262827112996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Yousef Saleha Ahmed Al Gholi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269927268648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Khidir Saad Abdelrhman Mohammed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$977,380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$3,246,536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$1,449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256890965907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WET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252870166671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MENDIOLA &amp; AD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253516958656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FRICE EXPRESS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$10,713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255768834684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TRANSPORT FREIGHT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253290073541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JRTV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254433539588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TEAM MARVIN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$3,600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257541325669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Ranger Freight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$2,696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257777123481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RICHMAK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Florida Property And Casualty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257868861734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GGM TRANSPORTATION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257839997684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SKC TRANSPORT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219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$19,537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$19,537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266430594880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LUNA TRANSPORTATION SERVICES INC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260289546936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 &amp; CARLA'S TRUCKING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260289546936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 &amp; CARLA'S TRUCKING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266430594880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LUNA TRANSPORTATION SERVICES INC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260289546936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 &amp; CARLA'S TRUCKING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266430594880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LUNA TRANSPORTATION SERVICES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265475979201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INDIO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269647558586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GOLDEN BEAR FREIGHT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266430594880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LUNA TRANSPORTATION SERVICES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$15,935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265475979201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INDIO TRUCKING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269647558586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GOLDEN BEAR FREIGHT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WA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11 of 11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$7,862,963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$6,183,385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$1,132,791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$-3,732,548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$16,416,653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$1,652,009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$1,764,502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$1,286,899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$233,967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$243,635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$-1,005,669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$7,862,963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$6,183,385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$1,132,791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$-3,732,548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$7,862,963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$6,183,385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($3,732,548)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$6,183,385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$3,732,548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$2,897,325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$2,000,626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$353,049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$-1,001,331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$5,846,365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$2,357,990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$813,873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$523,560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$107,440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$182,873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$-243,516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$2,897,325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$2,000,626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$353,049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$543,650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$-1,001,331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$2,897,325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$2,000,626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5475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($1,001,331)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(5475 subs, only 127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$2,000,626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$2,269,517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$-760,332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$4,228,669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$418,260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$1,562,343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$469,606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$338,944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$-189,481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$2,269,517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$415,974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$-760,332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$2,269,517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($760,332)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$1,648,524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$760,332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$1,417,112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$4,622,709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$1,161,419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$196,308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$88,566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$113,556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$1,417,112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$740,153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$331,674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$1,417,112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$740,153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$740,153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$1,517,061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$352,045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$264,836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$137,606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$860,378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$290,608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$860,378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799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(799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$603,364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$571,662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$188,663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$188,663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$25,047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$-26,388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(272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$150,021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$150,021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$150,021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$144,828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$20,858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$-1,456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$144,828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$144,828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$74,487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179% of new business ($133,324)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$74,487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$133,324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$92,651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$92,651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$92,651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$91,341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$-42,184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$-37,853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$-42,184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121% of new business ($42,184)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$42,184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$42,841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$42,841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$-277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$42,841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292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(292 subs, only 5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$187,434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$4,905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$19,619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$256,043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$20,989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$7,770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$19,619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3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186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