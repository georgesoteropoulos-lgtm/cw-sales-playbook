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$17,985,169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$3,198,104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$-7,967,956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$43,854,777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$5,957,150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$12,623,736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$8,439,277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$8,445,509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$8,696,946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$8,368,043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$2,285,649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2336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$17,985,169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14035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72.2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24.1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12956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638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+33%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12,956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5,303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+327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$8,439,277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$8,445,509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$8,696,946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$8,368,043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$5,744,225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$2,285,649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$629,839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$-1,703,676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$39,693,999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$12,568,096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$2,218,969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$-7,967,956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15,256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10,793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1,271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$33,118,596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$2,755,228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$1,864,253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$964,820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995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316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36.1%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$7,583,236  |  Subs 2990  |  Binds 245  |  HR 8.2%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8.2% (portfolio avg: 4.8%)  |  $7,583,236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$2,724,711  |  Subs 5303  |  Binds 126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$2,724,711 YTD GWP  |  126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$2,198,302  |  Subs 505  |  Binds 78  |  HR 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15.4% (portfolio avg: 4.8%)  |  $2,198,302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$1,387,656  |  Subs 1432  |  Binds 48  |  HR 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$1,387,656 YTD GWP  |  48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$608,829  |  Subs 291  |  Binds 20  |  HR 6.9%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4.8%)  |  $608,829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285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285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180  |  Binds 1  |  HR 0.6%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180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$351,513  |  Subs 168  |  Binds 20  |  HR 11.9%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16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 submissions with 0 binds - zero conversion  |  13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$-6,605  |  Subs 14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14 submissions with 0 binds - zero conversion  |  Negative net written premium: $-6,605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$12,506,250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(22.7%), Ameritrans Risk Solu (22.2%),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14,035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(30 subs): Durham Specialty Ins (16),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(0.6%),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$7,650,651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(0.6%),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(5303s/126b), Prestige Internation (1432s/48b), Vantage Ins Llc (769s/16b).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669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250213229115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AMFEDERAL TRUKING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265327977861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LYB HAULING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258382529487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Ameritrans Risk Solutions, Inc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PIXEL EXPRESS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George Squillario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$370,752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259880273241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ZAPZAP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254426984913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BYRD EXPRESS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Bruno Caldas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255543503077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256246235687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LANE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268987780042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SOUTHERN GRIT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262383618273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MVP HABANACO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264831612514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DW3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264019431811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DNS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$13,709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266415943605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METAL LOGISTICS J&amp;D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$16,838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258929790429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Insu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EASLEY LIVESTOCK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Alexander Del toro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$30,864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255896878011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AVTC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262405391712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MATTHEW FREIGHT LINES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252851754622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MOTIVATED SERVICES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262308309359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BLACK HAT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Zackary Artz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262578056980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MAGA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$16,203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263545065430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BIDO ENTERPRISES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259337432949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AXEL TRANS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$22,686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269725007268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JMV TRANSPORTATION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$62,015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$1,077,056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$3,118,927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258584407284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AMP DAWSON MOVING COMPANY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253794676078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CARSAT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252870166671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MENDIOLA &amp; AD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255768834684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TRANSPORT FREIGHT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214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$16,136,926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$1,613,109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$4,976,653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$1,484,775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$1,024,813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$223,840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$236,122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$-825,045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$7,583,236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$5,921,299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$536,660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$-3,551,924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$7,583,236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$5,921,299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($3,551,924)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$5,921,299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$3,551,924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$5,673,751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$2,373,502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$641,259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$371,510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$181,988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$-213,469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$2,724,711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$1,848,577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$542,765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$-971,283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$2,724,711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$1,848,577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5303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($971,283)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(5303 subs, only 126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$1,848,577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$4,157,454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$1,594,228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$398,391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$287,553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$-185,380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$2,198,302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$1,597,134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$396,150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$-756,231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$2,198,302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$1,597,134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($756,231)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$1,597,134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$756,231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$4,593,252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$948,210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$166,852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$81,723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$1,387,656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$313,451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$1,387,656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$1,323,127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$666,445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$469,323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$153,015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$666,445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$469,323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769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(769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$469,323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$284,916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$591,907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$123,440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$417,999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$-21,787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$417,999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$514,677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$166,980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$-42,961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$123,982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$-131,868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$123,982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($131,868)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$131,868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(285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