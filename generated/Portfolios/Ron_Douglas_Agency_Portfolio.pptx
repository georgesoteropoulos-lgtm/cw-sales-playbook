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$17,056,173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$12,090,668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$2,029,913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$2,935,592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$-7,638,942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$42,925,781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$5,701,512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$12,599,609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$7,123,880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$5,644,529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$418,104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$2,636,218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$1,805,931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$2,178,610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$1,332,127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$687,443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$509,792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$388,808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$351,731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$8,332,300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$8,103,296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$8,713,426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$8,277,658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$4,470,891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$1,808,221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$17,056,173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$12,090,668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13562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377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468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12482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12,482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+1,713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2,880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$8,332,300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$8,103,296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$8,713,426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$8,277,658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$-2,096,993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$4,470,891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$1,808,221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$440,783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$-1,376,011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$37,897,571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$12,090,668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$2,029,913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$-7,638,942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14,723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10,420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$32,059,568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$5,091,443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$2,754,128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$8,974,805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$1,739,475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$805,334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$601,348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952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23.4%  ·  Declined: 291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 Greene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$7,123,880  |  Subs 2880  |  Binds 243  |  HR 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8.4% (portfolio avg: 4.8%)  |  $7,123,880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$2,636,218  |  Subs 5141  |  Binds 119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$2,636,218 YTD GWP  |  119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$2,178,610  |  Subs 493  |  Binds 74  |  HR 15.0%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15.0% (portfolio avg: 4.8%)  |  $2,178,610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$1,332,127  |  Subs 1380  |  Binds 44  |  HR 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$1,332,127 YTD GWP  |  44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$666,285  |  Subs 738  |  Binds 19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$666,285 YTD GWP  |  19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171  |  Binds 1  |  HR 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171 subs  |  Submissions dropped 53% MoM (55 -&gt; 26)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276  |  Binds 4  |  HR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276 subs  |  Cancellations are 157% of new business ($43,323 vs $27,571)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$351,731  |  Subs 166  |  Binds 23  |  HR 13.9%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  |  Submissions dropped 55% MoM (31 -&gt; 14)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$168,967  |  Subs 249  |  Binds 4  |  HR 1.6%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249 subs  |  Submissions dropped 55% MoM (62 -&gt; 28)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0/4 appointed agencies have submitted (0%)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$11,938,707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Florida Property And (20.0%)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13,562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(26 subs): The Risk Management  (14), Durham Specialty Ins (12)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S &amp; R Agency LLC (1.6%)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$7,359,900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20+ subs but &lt;3% HR: Interglobal Insuranc (0.6%), COASTAL TRUCKING INS (1.4%), S &amp; R Agency LLC (1.6%).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Insurance4truckers L (5141s/119b), Prestige Internation (1380s/44b), Vantage Ins Llc (738s/19b).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650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258223761158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DGRD LOGISTICS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242091730075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JARZ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E Vogel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257079399182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NBI CARGO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Brady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252897083407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M&amp;K TRANSPORTATION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263241089836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Y K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$34,027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264459279881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A2BCARRIERSLLC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250862704132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JUK'S LOGISTICS &amp; INVESTMENTS 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251733882008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YODA TRUCKING CO CORP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$82,364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258439909760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GLOBAL CARGO FREIGHT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261709772826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ROADLINE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263223714519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MONTEJO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267114165926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MGS CARS HAULER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$34,120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250377572522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HYAB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$110,028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259144923415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RNH SOLUTIONS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$86,583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261385716629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JEHRO VENTURES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$60,453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262900230637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MIA TRANSPORTATIONS LOGISTICS LL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254198521495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UPPER CLASS TRANSIT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$55,811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262617427957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JASON JAMES ARMIJO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Darlenys Ordaz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251843488090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ACH MANAGEMENT SERVICES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$44,252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265005968538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ALLA AMIN TRUCKING INCORPORATED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$66,337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259217483294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RED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E Vogel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$39,741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$1,090,370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$2,937,999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252824571619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WELLETRUCKING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253290310557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EXPRESS FREIGHT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255236824975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ROADS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$47,653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254103774178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JBA XPRESS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250268035129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251341701023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 TRUCKING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257119891484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77LOGISTIC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250552065052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DIAZ &amp; DIAZ TRANSPORT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$9,379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255920925216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CSG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255011641908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WITH D&amp;T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$10,248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265810829934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YELLASTONE TOWING AND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265810829934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YELLASTONE TOWING AND TRANSPORT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$7,123,880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$5,644,529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$418,104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$1,061,247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$-3,401,905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$15,677,570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$5,108,730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$1,814,163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$289,716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$1,055,490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$748,043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$105,284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$202,162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$-675,027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$7,123,880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$5,644,529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$418,104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$1,061,247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$-3,401,905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$7,123,880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$5,644,529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($3,401,905)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890 to 374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$5,644,529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$3,401,905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$2,636,218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$1,805,931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$496,917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$-952,347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$5,585,257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$483,719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$2,355,881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$552,765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$328,864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$136,141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$-194,533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$2,636,218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$1,805,931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$496,917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$-952,347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$2,636,218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$1,805,931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($952,347)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(5141 subs, only 119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$1,805,931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$2,178,610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$-688,579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$401,413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$1,482,395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$-98,573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$378,698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$-118,638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$2,178,610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$388,911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$-688,579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$2,178,610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($688,579)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$1,584,680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$688,579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$687,443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$-651,130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$4,537,723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$958,300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$720,531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$-346,948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$35,856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$-40,499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$1,332,127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$687,443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$-651,130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$1,332,127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($651,130)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$687,443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$651,130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$1,322,967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$70,742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738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(738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$509,792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$1,215,813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$203,745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$201,875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$509,792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$120,984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$509,792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$388,808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$351,731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$351,731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$118,947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33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249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(249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$156,325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$156,325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$92,649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($73,735)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$92,649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$136,239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211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(211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$123,067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$-63,080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($63,080)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$63,080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164% of new business ($96,417)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9832%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(276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29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$-35,190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55 to 26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(171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