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Ron Douglas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21, 2026  |  34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Ron Douglas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34 Total Agencies  |  34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$17,372,051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$12,338,367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$2,046,449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$2,987,234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$-7,861,126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$40,451,444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$43,241,659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$48,541,733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$5,247,606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$12,696,342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$7,329,150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$5,785,392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$434,641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$2,683,691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$1,848,577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3653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$2,178,472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$1,584,680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$1,353,037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$708,353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$666,355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$522,326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$401,439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$351,822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$206,809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$186,974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$123,299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$8,325,426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$8,250,480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3070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$8,765,686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3207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$8,471,803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3626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$4,995,193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$2,055,920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2085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$17,372,051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$12,338,367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13814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72.9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+84%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34 of 34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499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24.1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5/18–5/21*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12733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2,548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1,988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12,733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12,189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5,243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+1,815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2,936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-314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Prestige International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+536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34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$8,325,426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$237,395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$-1,403,973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2,186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$8,250,480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$368,718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$-1,186,958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3,070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$8,765,686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$256,034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$-1,575,007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$8,471,803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$726,984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$-2,098,341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$4,995,193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$2,055,920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$457,319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$-1,596,846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2,085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1,493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$38,808,588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$12,338,367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$2,046,449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$-7,861,126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15,006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10,623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1,253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$299,457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$107,975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 Dba Prestige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MS, NH,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$32,329,631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$5,159,498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$2,755,228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$8,974,805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$1,864,253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$881,464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$601,348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$1,162,323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(30%)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23.3%  ·  Declined: 309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13814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FEAR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Migdiel Garcia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Fernando Cordoba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Peco Insurance LLC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Keteline Bonhomme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Macias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Armond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Olin Woodard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Ashley Marinez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Katharine Barrison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Natalie Soto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34.3%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Reyes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Independence Insurance Agency 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Jesselyn Kennedy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17.7%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Michele Bell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 Greene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$7,329,150  |  Subs 2936  |  Binds 243  |  HR 8.3%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8.3% (portfolio avg: 4.8%)  |  $7,329,150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$2,683,691  |  Subs 5243  |  Binds 125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$2,683,691 YTD GWP  |  125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$2,178,472  |  Subs 498  |  Binds 75  |  HR 15.1%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15.1% (portfolio avg: 4.8%)  |  $2,178,472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$1,353,037  |  Subs 1405  |  Binds 45  |  HR 3.2%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$1,353,037 YTD GWP  |  45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$666,355  |  Subs 755  |  Binds 19  |  HR 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$666,355 YTD GWP  |  19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$43,119  |  Subs 279  |  Binds 4  |  HR 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279 subs  |  Cancellations are 157% of new business ($43,323 vs $27,571)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$915  |  Subs 176  |  Binds 1  |  HR 0.6%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176 subs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$351,822  |  Subs 167  |  Binds 23  |  HR 13.8%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317% of new business ($261,730 vs $82,561)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$-6,605  |  Subs 14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14 submissions with 0 binds - zero conversion  |  Negative net written premium: $-6,605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$168,967  |  Subs 255  |  Binds 4  |  HR 1.6%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1.6% on 255 subs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0/4 appointed agencies have submitted (0%)  •  0/4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Deal created/pending paperwork - The Associate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 deal received - 10K Insurance Services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Alvix Insurance Group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Salter Insurance Agency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(Usa Specialty Insurance/d, Insurance4truckers Llc, Valion Security Llc) drive $12,191,313 (70%)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Lynne Ernest Insuran (22.7%), Florida Property And (19.4%), Eagle Insurance Agen (17.7%)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13,814 total submissions across 34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(26 subs): The Risk Management  (14), Durham Specialty Ins (12)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Interglobal Insuranc (0.6%), COASTAL TRUCKING INS (1.4%), S &amp; R Agency LLC (1.6%)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4.8% — below 5-8%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Concentration risk: top 3 agencies = 70% of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cancellations &gt;40% of new biz: Usa Specialty Insurance/d, Insurance4truckers Llc, Valion Security Llc. $7,543,821 total cancellations - investigate retention.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7 agencies with 20+ subs but &lt;3% HR: Interglobal Insuranc (0.6%), COASTAL TRUCKING INS (1.4%), S &amp; R Agency LLC (1.6%).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30+ subs and some binds but &lt;5% HR: Insurance4truckers L (5243s/125b), Prestige Internation (1405s/45b), Vantage Ins Llc (755s/19b).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70% of premium. Develop mid-tier: Prestige International In, Vantage Ins Llc, Insurance Planet.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Usa Specialty Insurance/d, Valion Security Llc, Insurance Planet. Increase submission volume 20% through marketing support and referral incentives.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Last 25 Bound Submissions  |  661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268987780042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SOUTHERN GRIT TRUCKING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269045514112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FONZELL JACKSON JR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Fernando Trevino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$33,387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257248357051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POL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264831612514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DW3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260539820108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ORISHAS TRUCKING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$16,374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264019431811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DNS LOGISTICS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267044514426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 RUNNER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258929790429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Florida Property And Casualty Insu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EASLEY LIVESTOCK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Del toro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$30,864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255896878011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AVTC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262405391712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MATTHEW FREIGHT LINES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252433643358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DIAZ&amp;CREW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Miguel Bilbao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$43,117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261847194799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Renegade Insurance (Formerly Cover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HERMES TEXAS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Michele Everette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252851754622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MOTIVATED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260681629706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MEDINA CONSTRUCTION AUTO REPAIR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Kayla Sauer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262308309359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BLACK HAT EXPRESS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Zackary Artz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262578056980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MAGA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$16,203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250213229115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AMFEDERAL TRUKING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263545065430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BIDO ENTERPRISES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259337432949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AXEL TRANS CORP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$22,686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254198521495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UPPER CLASS TRANSIT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$55,462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269163795834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CASTANO CONSTRUCTION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$8,567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258223761158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DGRD LOGISTICS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242091730075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JARZ 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E Vogel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$29,686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252498049551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FREIGHT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257079399182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NBI CARGO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Brady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$502,548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Active in-force policies expiring through Aug 19,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$2,887,677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255920925216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CSG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250552065052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DIAZ &amp; DIAZ TRANSPORT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250268035129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APPLE LOGISTICS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255896878011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AVTC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257119891484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77LOGISTIC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$5,315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251341701023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GT TRUCKING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255011641908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TRUCKING WITH D&amp;T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258584407284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AMP DAWSON MOVING COMPANY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253794676078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CARSAT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252672752931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A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251435509534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LADD CORPORATION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Sunstar Insurance Group Llc Db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257927141856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ONPOINT ELITE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$11,009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250972280522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 CARGO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212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Policies with cancellation_date on or before Aug 19,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$37,310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$37,310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Insured Broker Req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260743861515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Ali Mohamed Edris Mohamed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254805047363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T&amp;L HAULING AND TOWING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266644611419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DJS EXPRESS INC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$3,097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Payment,Insured Broker Reque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255480833200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PACIFIC POINTE LOGISTICS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WV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$6,867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263100326199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FERNANDO SANCHEZ CAMARILLO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255480833200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PACIFIC POINTE LOGISTICS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WV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264841963553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WISE DELIVERY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263100326199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FERNANDO SANCHEZ CAMARILLO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264841963553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WISE DELIVERY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262122191301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KALA TRANSPORT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255480833200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PACIFIC POINTE LOGISTICS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WV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$12,839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262122191301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KALA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65760" y="636422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65760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8680" y="640079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8308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264841963553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88920" y="640079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WISE DELIVERY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394960" y="640079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523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9095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66760" y="640079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1832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18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$7,329,150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$5,785,392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$434,641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$1,109,118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$-3,513,308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$13,138,537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$15,882,840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$1,325,883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$5,074,063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$1,141,804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$928,842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$-591,526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$1,336,794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$984,986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$-433,222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$1,775,629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$1,585,412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$-724,452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$1,844,234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$1,397,247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$319,787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$-977,679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$1,230,689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$888,906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$121,821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$219,962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$-786,429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$7,329,150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$5,785,392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$434,641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$1,109,118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$-3,513,308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$7,329,150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$5,785,392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($3,513,308)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890 to 442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$5,785,392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$3,513,308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TN  |  City: Fredericksburg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$2,683,691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$1,848,577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$501,745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$-961,791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$4,955,246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$5,632,731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$484,269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$2,419,114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$556,812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$452,159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$577,769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$385,510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$-143,092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$466,148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$301,112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$85,585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$-216,994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$482,724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$338,286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$-218,936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$600,239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$371,510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$87,760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$140,968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$-203,977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$2,683,691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$1,848,577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$501,745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$-961,791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$2,683,691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$1,848,577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5243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($961,791)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(5243 subs, only 125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$1,848,577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$2,178,472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$1,584,680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$388,773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$-741,379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$4,137,623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$1,515,855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$559,429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$460,080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$99,349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$-171,158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$289,143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$38,877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$71,542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$-141,657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$412,390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$-158,552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$394,946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$378,560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$275,100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$-170,528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$2,178,472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$1,584,680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$388,773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$-741,379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$2,178,472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$1,584,680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($741,379)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$1,584,680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$741,379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International Insurance Group Inc Dba Prestige Trucking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$1,353,037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$708,353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$331,232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$-659,447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$5,400,437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$4,558,633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$901,524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$782,949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$284,996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$218,129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$298,282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$78,827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$-204,175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$137,894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$470,143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$118,841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$213,864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$-347,386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$132,232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$56,766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$-48,378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$1,353,037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$708,353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$331,232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$-659,447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$1,353,037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$708,353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($659,447)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$708,353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$659,447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$1,323,037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$666,355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$152,924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$666,355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755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(755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Florida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$522,326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$401,439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$1,163,463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$1,228,347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$129,301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$-145,340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$216,279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$214,506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$-32,247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$522,326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$401,439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$522,326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$401,439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($233,032)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$401,439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$233,032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Naples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$591,907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$94,328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$96,952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$57,581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$123,440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$96,326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$167,289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$1,968,290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$29,394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$94,504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$59,354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$-172,172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$351,822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$167,289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$351,822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317% of new business ($261,730)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$261,730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($220,836)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$220,836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$220,836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National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$206,809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$138,470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$206,809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$206,809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$118,947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$61,108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$186,974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$432,913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$29,233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$186,974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$123,299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$186,974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$123,299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($73,735)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$123,299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$73,735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Scottdale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$633,686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$167,457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$-25,219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$17,135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$162,876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New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$48,328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$53,783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$86,784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255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(255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$145,252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$567,502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$113,531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$81,822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$24,444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$136,236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$136,236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215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($35,945)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(215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$36,080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Cedar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$628,734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$584,320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$-28,277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$31,725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$-70,957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$123,067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$123,067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($131,868)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$131,868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$-40,750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($72,461)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$72,461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TN  |  City: Knoxville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$-53,267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$-2,388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$-65,037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$91,001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$89,691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($65,037)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$89,691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$65,037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Watkinsville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$-47,279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164% of new business ($96,417)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$58,824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$96,417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Florida Property And Casualty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$46,261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$67,147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($25,531)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$48,805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$25,531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AL  |  City: Hoover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$225,263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$58,577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($23,057)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$34,869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$23,057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Palm Coast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$-36,679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$48,589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$-8,870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$48,589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$57,459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9832%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$57,459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Delray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$43,119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279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($43,323)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(279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$27,571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Renegade Insurance (Formerly Covered By 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$16,551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$16,551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$5,574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Independence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Pembroke Pines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($10,915)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$18,668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$10,915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$13,219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NC  |  City: Albemarle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29 to 11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$15,018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Ameritrans Risk Solutions, Inc DBA American Transportation &amp; Energy Brokers'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Sunstar Insurance Group Llc Dba Bulldog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Georgia  |  City: Forest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$20,248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Prominent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South Carolina  |  City: Florence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(176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Assurance Group Of America,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Port St Lucie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$204,734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($-4,582)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$-56,770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($-6,605) - cancellations exceed production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($-11,875)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1960%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