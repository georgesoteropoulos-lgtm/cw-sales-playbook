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Ron Douglas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34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Ron Douglas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34 Total Agencies  |  34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$17,985,169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$12,568,096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$2,218,969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$3,198,104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$-7,967,956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$40,451,444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$43,854,777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$48,541,733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$5,945,013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$12,624,302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$7,583,236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$5,921,299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$536,660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$2,724,711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$1,848,577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3697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$2,198,302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$1,597,134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$1,387,656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$739,603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$351,513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$8,395,269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$8,318,991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3070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$8,776,226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3207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$8,504,678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$5,744,225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$2,285,649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2343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$17,985,169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$12,568,096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14042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75.0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34 of 34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438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529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26.4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180%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12963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636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2,548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12,963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12,189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5,306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+1,878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2,992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Prestige International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34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$8,395,269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$237,395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$-1,403,973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2,186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$8,318,991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$368,718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$-1,186,958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3,070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$8,776,226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$256,034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$-1,575,007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$8,504,678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$726,984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$-2,098,341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$5,744,225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$2,285,649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$629,839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$-1,703,676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1,672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$39,739,389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$12,568,096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$2,218,969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$-7,967,956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15,263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10,800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1,271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$299,457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$107,975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 Dba Prestige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MS, NH,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$33,118,596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$5,370,497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$2,755,228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$9,050,517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$1,864,253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$881,464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$671,849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$1,162,323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996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23.3%  ·  Declined: 316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FEAR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Migdiel Garcia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Fernando Cordoba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Peco Insurance LLC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Keteline Bonhomme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Macias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Armond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Olin Woodard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Ashley Marinez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Katharine Barrison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Natalie Soto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35.6%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Reyes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Independence Insurance Agency 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Jesselyn Kennedy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Michele Bell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$7,583,236  |  Subs 2992  |  Binds 246  |  HR 8.2%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8.2% (portfolio avg: 4.8%)  |  $7,583,236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$2,724,711  |  Subs 5306  |  Binds 125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$2,724,711 YTD GWP  |  125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$2,198,302  |  Subs 506  |  Binds 77  |  HR 15.2%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15.2% (portfolio avg: 4.8%)  |  $2,198,302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$1,387,656  |  Subs 1433  |  Binds 48  |  HR 3.3%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$1,387,656 YTD GWP  |  48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$608,829  |  Subs 291  |  Binds 20  |  HR 6.9%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6.9% (portfolio avg: 4.8%)  |  $608,829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$43,119  |  Subs 285  |  Binds 4  |  HR 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285 subs  |  Cancellations are 157% of new business ($43,323 vs $27,571)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$915  |  Subs 180  |  Binds 1  |  HR 0.6%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180 subs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$351,513  |  Subs 168  |  Binds 19  |  HR 11.3%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317% of new business ($261,730 vs $82,561)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$9,109  |  Subs 16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16 submissions with 0 binds - zero conversion  |  13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$-6,605  |  Subs 14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14 submissions with 0 binds - zero conversion  |  Negative net written premium: $-6,605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0/5 appointed agencies have submitted (0%)  •  0/5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Classic Truck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Deal created/pending paperwork - The Associate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 deal received - 10K Insurance Services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Alvix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Salter Insurance Agency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(Usa Specialty Insurance/d, Insurance4truckers Llc, Valion Security Llc) drive $12,506,250 (70%)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Lynne Ernest Insuran (22.7%), Ameritrans Risk Solu (22.2%), Eagle Insurance Agen (19.4%)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14,042 total submissions across 34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(30 subs): Durham Specialty Ins (16), The Risk Management  (14)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Interglobal Insuranc (0.6%), COASTAL TRUCKING INS (1.4%), S &amp; R Agency LLC (1.5%)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4.8%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cancellations &gt;40% of new biz: Usa Specialty Insurance/d, Insurance4truckers Llc, Valion Security Llc. $7,650,651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20+ subs but &lt;3% HR: Interglobal Insuranc (0.6%), COASTAL TRUCKING INS (1.4%), S &amp; R Agency LLC (1.5%). Conduct submission quality training to lift conversion 2-3 points.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30+ subs and some binds but &lt;5% HR: Insurance4truckers L (5306s/125b), Prestige Internation (1433s/48b), Vantage Ins Llc (769s/16b).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70% of premium. Develop mid-tier: Prestige International In, Vantage Ins Llc, Insurance Planet. Target 25-50% growth each.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Usa Specialty Insurance/d, Valion Security Llc, Insurance Planet. Increase submission volume 20% through marketing support and referral incentives.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Last 25 Bound Submissions  |  667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259060192294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TW SOLUTIONS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Kayla Sauer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$28,174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250213229115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AMFEDERAL TRUKING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265327977861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LYB HAULING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254751580975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HUSTLE EXPRESS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$12,855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259773804190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A2B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$61,002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258382529487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Ameritrans Risk Solutions, Inc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PIXEL EXPRESS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George Squillario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$370,752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259880273241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ZAPZAP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254426984913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 BYRD EXPRESS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Bruno Caldas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$75,712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255543503077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256246235687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 LANE TRUCKING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$17,896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268987780042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SOUTHERN GRIT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$22,082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262383618273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MVP HABANACO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$52,365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264831612514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DW3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264019431811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DNS LOGISTICS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$13,709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266415943605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METAL LOGISTICS J&amp;D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$16,838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258929790429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Florida Property And Casualty Insu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EASLEY LIVESTOCK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Del toro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$30,864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255896878011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AVTC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262405391712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MATTHEW FREIGHT LINES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$12,631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252433643358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DIAZ&amp;CREW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Miguel Bilbao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$43,117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252851754622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MOTIVATED SERVICES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262308309359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BLACK HAT EXPRESS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Zackary Artz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262578056980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MAGA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$16,203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263545065430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BIDO ENTERPRISES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259337432949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AXEL TRANS CORP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$22,686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269725007268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JMV TRANSPORTATION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$62,015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$1,077,056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$2,981,983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258584407284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AMP DAWSON MOVING COMPANY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253794676078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CARSAT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Sunstar Insurance Group Llc Db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257927141856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ONPOINT ELITE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251435509534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LADD CORPORATION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252672752931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A TRANSPORT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256939815740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L&amp;M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254328681307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ARIZON TRANSPORTATION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250972280522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 CARGO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252049434988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PACMAN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$13,918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251497155621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ELITE LOGISTICS SERVICES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253029491205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VIGIA INVESTMENT TRUCKS AND FREIGHT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253516958656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FRICE EXPRESS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$10,713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252870166671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MENDIOLA &amp; AD TRANSPORTATION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216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$7,583,236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$5,921,299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$536,660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$1,125,277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$-3,551,924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$13,138,537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$16,136,926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$1,536,882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$5,109,357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$1,141,804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$928,842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$-591,526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$1,336,794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$984,986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$-433,222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$1,775,629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$1,585,412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$-724,452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$1,844,234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$1,397,247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$319,787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$-977,679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$1,484,775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$1,024,813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$223,840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$236,122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$-825,045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$7,583,236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$5,921,299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$536,660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$1,125,277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$-3,551,924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$7,583,236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$5,921,299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($3,551,924)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$5,921,299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$3,551,924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TN  |  City: Fredericksburg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$2,724,711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$1,848,577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$542,765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$-971,283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$4,955,246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$5,673,751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$426,942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$2,357,053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$556,812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$452,159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$577,769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$385,510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$-143,092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$466,148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$301,112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$85,585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$-216,994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$482,724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$338,286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$-218,936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$641,259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$371,510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$87,760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$181,988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$-213,469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$2,724,711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$1,848,577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$542,765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$-971,283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$2,724,711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$1,848,577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5306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($971,283)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(5306 subs, only 125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$1,848,577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$2,198,302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$1,597,134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$396,150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$-756,231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$4,157,454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$1,579,230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$559,429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$460,080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$99,349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$-171,158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$289,143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$38,877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$71,542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$-141,657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$412,390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$-158,552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$394,946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$398,391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$287,553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$-185,380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$2,198,302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$1,597,134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$396,150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$-756,231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$2,198,302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$1,597,134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($756,231)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$1,597,134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$756,231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International Insurance Group Inc Dba Prestige Trucking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$1,387,656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$739,603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$5,400,437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$4,593,252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$819,853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$284,996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$218,129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$298,282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$78,827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$-204,175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$137,894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$470,143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$118,841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$213,864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$-347,386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$166,852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$88,016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$-63,157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$1,387,656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$739,603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$1,387,656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$739,603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($674,225)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$739,603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$674,225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$1,323,127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769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(769 subs, only 16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Florida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$1,163,463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$1,314,850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$284,916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$129,301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$-145,340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$302,782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$230,508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$-32,247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($233,032)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$417,441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$233,032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Naples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$591,907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$94,328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$96,952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$57,581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$123,440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$96,326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$1,967,981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$209,481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$413,985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$29,394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$94,504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$59,354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$-172,172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$351,513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$166,980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$351,513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317% of new business ($261,730)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$261,730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National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$138,470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$34,266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$145,982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$61,108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($220,836)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$220,836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$220,836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$29,233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($73,735)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$130,379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$73,735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Scottdale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$633,686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$167,457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$-25,219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$17,135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$162,876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New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$48,328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$53,783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$86,784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262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(262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$145,252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Ameritrans Risk Solutions, Inc DBA American Transportation &amp; Energy Brokers'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$522,160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$159,290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22.2%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$567,502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$113,531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$81,822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$24,082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($35,945)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$36,080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$35,945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Cedar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$628,734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$585,235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$-28,277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$31,725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$-70,957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$123,982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$123,982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($131,868)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$131,868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$-40,750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($72,461)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$72,461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TN  |  City: Knoxville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$-53,267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$91,001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$89,691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($65,836)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$89,691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Watkinsville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$-47,279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$-41,024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212% of new business ($124,710)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$58,824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$124,710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Florida Property And Casualty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$46,261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$67,147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($25,531)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$48,805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$25,531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AL  |  City: Hoover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$225,263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$58,577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($23,057)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$34,869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$23,057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Palm Coast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$-36,679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$57,459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8916%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$57,459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Delray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$43,119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285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($43,323)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(285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$27,571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Renegade Insurance (Formerly Covered By 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$16,551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$16,551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$5,574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Independence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Pembroke Pines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($10,915)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$18,668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$10,915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$13,219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NC  |  City: Albemarle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$15,018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Sunstar Insurance Group Llc Dba Bulldog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Georgia  |  City: Forest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$20,248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Prominent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South Carolina  |  City: Florence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180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(180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Assurance Group Of America,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Port St Lucie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$204,734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($-4,582)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$-56,770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($-6,605) - cancellations exceed production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($-11,875)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1960%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