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$18,328,086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$12,739,162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$2,260,930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$3,327,994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$-7,983,235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$44,197,695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$5,960,103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$12,717,647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$7,621,011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$5,949,626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$2,760,316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$1,883,736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$2,228,685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$1,627,516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$1,419,489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$841,733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$8,413,773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$8,481,165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$8,710,919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$8,474,385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$6,322,471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$2,456,715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$18,328,086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$12,739,162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14213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443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535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13134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649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13,134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5,358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+1,930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$8,413,773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$8,481,165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$8,710,919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$8,474,385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$6,322,471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$2,456,715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$671,800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$-1,718,955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2,525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$40,402,713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$12,739,162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$2,260,930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$-7,983,235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15,445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10,944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1,295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$33,527,477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$5,370,497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$2,771,162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$9,050,517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$1,864,253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$881,464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23.4%  ·  Declined: 318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$7,621,011  |  Subs 3056  |  Binds 251  |  HR 8.2%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4.8%)  |  $7,621,011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$2,760,316  |  Subs 5358  |  Binds 126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$2,760,316 YTD GWP  |  126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$2,228,685  |  Subs 509  |  Binds 79  |  HR 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15.5% (portfolio avg: 4.8%)  |  $2,228,685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$1,419,489  |  Subs 1445  |  Binds 49  |  HR 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$1,419,489 YTD GWP  |  49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$841,733  |  Subs 776  |  Binds 17  |  HR 2.2%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$841,733 YTD GWP  |  17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288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288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182  |  Binds 1  |  HR 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0.5% on 182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18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 submissions with 0 binds - zero conversion  |  14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$351,233  |  Subs 168  |  Binds 20  |  HR 11.9%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$168,923  |  Subs 267  |  Binds 4  |  HR 1.5%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1.5% on 267 subs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$12,610,012 (69%)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Ameritrans Risk Solu (22.2%),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14,213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(32 subs): Durham Specialty Ins (18),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(0.5%), COASTAL TRUCKING INS (1.4%), S &amp; R Agency LLC (1.5%)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$7,665,930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(0.5%), COASTAL TRUCKING INS (1.4%), S &amp; R Agency LLC (1.5%).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(5358s/126b), Prestige Internation (1445s/49b), Vantage Ins Llc (776s/17b).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69%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680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259040991973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YS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Brady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259236505448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ZGR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$86,714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262713798175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EXCALIBUR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262793909054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LOGOS EXPRESS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265146025025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SULTAN FREIGHT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266253988478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STEIN AUTO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269155642766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HUB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$142,923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251709863756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BCF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Fernando Trevino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256594432625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STAR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265355022836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WYN FLASH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264232638849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 MIGUEL TRANSPORTATION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259060192294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TW SOLUTIONS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$28,174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$49,890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256706422074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MLEON HAULING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265215634398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JLC LOGISTICS GROUP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$12,468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261390948653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SENANIK TEXAS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254751580975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HUSTLE EXPRESS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$12,855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268094179926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J&amp;J ENTERPRISE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$33,686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259773804190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A2B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$61,002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258382529487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Ameritrans Risk Solutions, Inc DBA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PIXEL EXPRESS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George Squillario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$370,752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259880273241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ZAPZAP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$64,024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254426984913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BYRD EXPRESS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Bruno Caldas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$75,712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255543503077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LOGISTICS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$1,331,503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$2,983,837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252672752931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251709863756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BCF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254328681307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ARIZON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250972280522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 CARGO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256939815740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L&amp;M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252049434988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PACMAN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251497155621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ELITE LOGISTICS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$1,247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256890965907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WET TRANSPORT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253290073541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JRTV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$8,239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251812718565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HUDSON ENTERPRIZE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261026263717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AC&amp;LI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261026263717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AC&amp;LI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251812718565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HUDSON ENTERPRIZE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$7,621,011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$5,949,626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$1,124,597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$-3,567,203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$16,174,701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$1,613,109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$5,067,950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$1,522,549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$1,053,140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$233,967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$235,442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$-840,325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$7,621,011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$5,949,626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$1,124,597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$-3,567,203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$7,621,011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$5,949,626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($3,567,203)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$5,949,626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$3,567,203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$2,760,316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$1,883,736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$5,709,356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$2,318,126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$676,864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$406,670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$-213,469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$2,760,316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$1,883,736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$543,210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$2,760,316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$1,883,736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5358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($971,283)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(5358 subs, only 126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$1,883,736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$2,228,685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$1,627,516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$4,187,836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$1,636,819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$428,773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$317,936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$-185,380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$2,228,685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$1,627,516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$2,228,685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$1,627,516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($756,231)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$1,627,516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$756,231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$4,625,086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$948,098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$198,685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$113,556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$1,419,489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$1,419,489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$739,603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$271,963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$1,498,415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$246,190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$841,733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$271,963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$841,733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776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(776 subs, only 17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$603,364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267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(267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$144,840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$20,858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$144,840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$144,840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$74,487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177%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$74,487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288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(288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182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