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Ron Douglas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28, 2026  |  34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Ron Douglas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34 Total Agencies  |  34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$18,444,307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$12,830,929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$2,260,930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$3,352,448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$-8,044,975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13408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$40,451,444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$44,313,916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$48,541,733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$6,053,685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$12,620,195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$7,691,769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$6,020,384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$546,787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$2,760,663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$1,883,736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3765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$2,264,531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$1,648,524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$1,419,489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$739,603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$345,285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$851,003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$429,456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$351,233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National Insurance Services,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$8,369,187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$8,383,096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3070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$8,710,118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3209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$8,488,374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3625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$6,495,289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$2,548,482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$18,444,307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$12,830,929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14356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75.1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+79%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34 of 34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462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93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555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26.4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48%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85%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180%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5/25–5/28*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65%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13276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646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4.9%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+8.9%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2,375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2,109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2,452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3,371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2,548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+32%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13,276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12,189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5,399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+1,971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3,091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Prestige International Insurance Group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1,461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+568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+103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34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$8,369,187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$2,404,787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$237,395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$-1,403,973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2,184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$8,383,096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$2,141,010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$368,718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$-1,186,958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3,070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2,176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$8,710,118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$2,876,868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$256,034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$-1,575,007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2,208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$8,488,374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$2,859,782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$726,984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$-2,098,341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3,625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$6,495,289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$2,548,482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$671,800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$-1,780,696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2,684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1,932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$40,446,064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$12,830,929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$2,260,930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$-8,044,975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15,606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11,059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1,297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$299,457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$48,575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$61,459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$107,975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 Dba Prestige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$15,853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MS, NH, TX, VA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Ron Douglas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1,589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$33,669,428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$5,370,497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$2,793,601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$9,050,517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$1,983,765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$1,128,131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$881,464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$671,849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$1,162,323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1017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(64%)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(29%)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23.3%  ·  Declined: 322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 +1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Vladimir Tesler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KIMBERLY FEAR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Brown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Migdiel Garcia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#42 - M&amp;o 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Fernando Cordoba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Peco Insurance LLC +1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Harold Shealy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Idris Gani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Keteline Bonhomme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Armond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Chad Muller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Kathy Macias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Thomas Olin Woodard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Katharine Barrison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Ashley Marinez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Devin Link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Kasim Goluab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15.1%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Tracy Gough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Brent Hardin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Zachary Flowers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Natalie Soto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Merryl Gerhardt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35.6%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Pederson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Luis Reyes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Independence Insurance Agency 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Michele Bell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Jesselyn Kennedy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Ninderjit Kaur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4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$7,691,769  |  Subs 3091  |  Binds 250  |  HR 8.1%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8.1% (portfolio avg: 4.7%)  |  $7,691,769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$2,760,663  |  Subs 5399  |  Binds 123  |  HR 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$2,760,663 YTD GWP  |  123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$2,264,531  |  Subs 515  |  Binds 80  |  HR 15.5%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15.5% (portfolio avg: 4.7%)  |  $2,264,531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Prestige International Insurance Group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$1,419,489  |  Subs 1461  |  Binds 49  |  HR 3.4%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$1,419,489 YTD GWP  |  49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$851,003  |  Subs 787  |  Binds 18  |  HR 2.3%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$851,003 YTD GWP  |  18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$43,119  |  Subs 289  |  Binds 4  |  HR 1.4%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289 subs  |  Cancellations are 157% of new business ($43,323 vs $27,571)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$915  |  Subs 185  |  Binds 1  |  HR 0.5%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0.5% on 185 subs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$9,109  |  Subs 19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19 submissions with 0 binds - zero conversion  |  15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$351,233  |  Subs 168  |  Binds 19  |  HR 11.3%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317% of new business ($261,730 vs $82,561)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$168,923  |  Subs 269  |  Binds 4  |  HR 1.5%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1.5% on 269 subs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Ron Douglas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0/5 appointed agencies have submitted (0%)  •  0/5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Classic Truck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Deal created/pending paperwork - The Associate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 deal received - 10K Insurance Services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Alvix Insurance Group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Salter Insurance Agency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(Usa Specialty Insurance/d, Insurance4truckers Llc, Valion Security Llc) drive $12,716,963 (69%)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Ameritrans Risk Solu (22.2%), Lynne Ernest Insuran (21.7%), Eagle Insurance Agen (19.4%)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14,356 total submissions across 34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(33 subs): Durham Specialty Ins (19), The Risk Management  (14)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Interglobal Insuranc (0.5%), COASTAL TRUCKING INS (1.4%), S &amp; R Agency LLC (1.5%)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4.7% — below 5-8% target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18 agencies with cancellations &gt;40% of new biz: Usa Specialty Insurance/d, Insurance4truckers Llc, Valion Security Llc. $7,713,223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6 agencies with 20+ subs but &lt;3% HR: Interglobal Insuranc (0.5%), COASTAL TRUCKING INS (1.4%), S &amp; R Agency LLC (1.5%). Conduct submission quality training to lift conversion 2-3 points.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30+ subs and some binds but &lt;5% HR: Insurance4truckers L (5399s/123b), Prestige Internation (1461s/49b), Vantage Ins Llc (787s/18b). Small HR improvements on large volume = significant premium lift.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69% of premium. Develop mid-tier: Prestige International In, Vantage Ins Llc, Insurance Planet. Target 25-50% growth each.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Usa Specialty Insurance/d, Valion Security Llc, Insurance Planet. Increase submission volume 20% through marketing support and referral incentives.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Last 25 Bound Submissions  |  678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250567089767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ALITRANS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263091297588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STEPHEN CARGO &amp; MORE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$15,428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266201739352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ABSOLUTE BEST TRANSPORTATION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 Painter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250259777795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LATTE TRUCKING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Michael Judd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$17,411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259040991973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YS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David Brady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$15,080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259236505448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ZGR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Julio Batista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$86,714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262713798175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EXCALIBUR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255008182541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 LOGISTICS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$43,368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261098435080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METROHAUL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$119,943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262793909054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LOGOS EXPRESS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Koraima Pino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$56,339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255520512718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SALAS 3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$46,264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265146025025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SULTAN FREIGHT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Mary Davis-Spivak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269155642766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FREIGHT HUB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Kanwaljeet Saluja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$142,923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256594432625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 STAR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$13,141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265355022836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WYN FLASH 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$21,872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264232638849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 MIGUEL TRANSPORTATION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$2,977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264256325876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CALZADILLA CF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$36,456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259060192294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TW SOLUTIONS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Kayla Sauer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$28,174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256706422074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MLEON HAULING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265215634398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JLC LOGISTICS GROUP INC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$12,468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261788795252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Preven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MG FREIGHT SERVICES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Medina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$16,412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254751580975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HUSTLE EXPRESS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$12,855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258524418294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JOM TRANSPORT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Mika Leone-Pettit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$73,248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268094179926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Insurance G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J&amp;J ENTERPRISE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Rybak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$33,686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259773804190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A2B TRUCKING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Conev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$61,002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$926,765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Active in-force policies expiring through Aug 26,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$3,014,408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Five Star Insurance Services 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251435509534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LADD CORPORATION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$7,112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Sunstar Insurance Group Llc Db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257927141856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ONPOINT ELITE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251709863756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BCF TRANSPORT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252672752931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 A TRANSPORT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256939815740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L&amp;M LOGISTICS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$2,147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254328681307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ARIZON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250972280522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 CARGO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252049434988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PACMAN TRANSPORT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$1,449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251497155621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ELITE LOGISTICS SERVICES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253029491205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VIGIA INVESTMENT TRUCKS AND FREIGHT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$1,247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256890965907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WET TRANSPORT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 Pr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255768834684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GLOBAL TRANSPORT FREIGHT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Prestige International Insuran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253516958656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FRICE EXPRESS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$10,713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Ron Douglas  |  Policies with cancellation_date on or before Aug 26,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$93,623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$93,623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Material Changes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258635346201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SUPREME FREIGHT &amp; LOGISTICS CORPORA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261390948653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SENANIK TEXAS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254912020538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JAMESON WADE TRANSPORTATION LLC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256790564372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H&amp;R TRUCKING COMPANY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258635346201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SUPREME FREIGHT &amp; LOGISTICS CORPORA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263948734330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ROAD RUNNER LOGISTICS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258635346201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SUPREME FREIGHT &amp; LOGISTICS CORPORA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265608133681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AMC TRANSPOR SERVICES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261390948653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SENANIK TEXAS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 Internal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256790564372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H&amp;R TRUCKING COMPANY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254912020538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JAMESON WADE TRANSPORTATION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$31,241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265608133681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AMC TRANSPOR SERVICES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Specialty Insurance/dba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$3,937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65760" y="636422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65760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8680" y="640079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8308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263948734330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88920" y="640079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ROAD RUNNER LOGISTICS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394960" y="640079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523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9095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66760" y="640079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$15,082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1832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15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Specialty Insurance/dba Preventty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Orlando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$7,691,769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$6,020,384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$546,787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$1,124,597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$-3,606,554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$13,138,537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$16,245,459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$1,538,131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$5,071,667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$1,141,804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$928,842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$181,117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$-591,526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$1,336,794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$984,986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$-433,222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$1,775,629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$1,585,412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$168,343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$-724,452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$1,844,234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$1,397,247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$319,787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$-977,679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$1,593,307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$1,123,898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$233,967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$235,442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$-879,676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$7,691,769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$6,020,384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$546,787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$1,124,597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$-3,606,554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3091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3250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$7,691,769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$6,020,384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($3,606,554)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$6,020,384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$3,606,554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Insurance4truckers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TN  |  City: Fredericksburg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$2,760,663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$1,883,736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$543,556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$-973,668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$4,955,246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$5,709,702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$420,201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$2,271,295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$556,812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$452,159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$89,156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$-178,793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$577,769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$385,510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$111,103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$81,156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$-143,092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$466,148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$301,112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$85,585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$79,451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$-216,994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$482,724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$338,286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$33,425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$-218,936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$677,210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$406,670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$87,760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$182,780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$-215,854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$2,760,663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$1,883,736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$333,370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$543,556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$-973,668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5399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$578K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$2.0M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$2,760,663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$1,883,736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5399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($973,668)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(5399 subs, only 123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$1,883,736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Valion Security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$2,264,531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$1,648,524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$410,988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$-760,332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$2,381,365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$4,223,682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$415,933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$1,583,216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$559,429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$460,080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$99,349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$-171,158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$289,143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$38,877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$71,542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$-141,657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$556,394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$412,390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$144,004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$-158,552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$394,946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$258,387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$71,866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$-99,483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$464,619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$338,944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$101,450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$24,226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$-189,481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$2,264,531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$1,648,524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$205,019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$410,988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$-760,332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$2.3M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$2,264,531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$1,648,524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($760,332)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$1,648,524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$760,332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Prestige International Insurance Group Inc Dba Prestige Trucking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$1,419,489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$739,603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$345,285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$5,400,437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$4,625,086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$959,340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$842,654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$284,996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$218,129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$47,521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$298,282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$176,724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$42,731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$78,827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$-204,175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$167,384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$137,894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$32,214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$-24,309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$470,143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$118,841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$213,864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$-347,386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$198,685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$88,016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$113,556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$-2,887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$-63,157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$1,419,489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$739,603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$345,285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$334,602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$-674,225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1562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$1.4M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$1,419,489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$739,603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91% of new business ($674,225)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$739,603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$674,225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Vantage Ins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$851,003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$281,234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$1,507,686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93%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$223,792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$357,438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$86,046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$196,128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$103,155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$48,865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$-114,675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$114,149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$48,762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$65,388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$-62,815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$199,219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$178,418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$255,461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$127,230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$-142,515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$851,003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$525,662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$44,107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$281,234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$-374,009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$851,003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$525,662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787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71% of new business ($374,009)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(787 subs, only 18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$525,662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Planet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Florida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$1,163,463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$1,314,850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$36,300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$31,165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$129,301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$23,836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$-25,797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$109,280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$27,812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$-145,340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$302,782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$230,508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$-32,247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$608,829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$417,441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$70,501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$120,887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$-233,032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$608,829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$417,441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56% of new business ($233,032)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$417,441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$233,032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Stone Era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Naples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$429,456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$603,364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$142,651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$94,328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$96,952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$57,581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$134,897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$429,456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$-10,330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$429,456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$343,460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$343,460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$96,326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Peco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Southeast  |  State: FL  |  City: Medley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$351,233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$166,700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$2,449,765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$1,967,701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$155,587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$417,811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$111,392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$29,394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$42,618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$-70,544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$94,504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$127,240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$59,354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$-172,172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$18,194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$351,233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$82,561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$101,971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$166,700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$-261,730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$351,233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$82,561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317% of new business ($261,730)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$82,561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$261,730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National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$393,906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$138,470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$118,947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$34,266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$7,231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$233,845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$145,982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$61,108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$233,845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$145,982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$145,982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$61,108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Charles Cain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Marietta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$220,836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$-220,836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$220,836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($220,836)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$220,836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$220,836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Eagle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Lawrenceville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$579,876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$227,355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$36,009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$-35,149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$29,233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$-6,254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$59,192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$4,972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$-29,218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$8,124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$-3,114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$3,499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$194,054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$130,379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$14,835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$-73,735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$194,054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$130,379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($73,735)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$130,379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$73,735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Talis Insurance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Scottdale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$633,686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$563,751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$303,895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$12,969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$167,457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$180,751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$162,876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$-25,219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$180,751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$17,135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$17,135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$162,876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 &amp; R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New Albany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$-57,409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$-4,099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$48,328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$53,783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$-5,455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$-1,443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$16,014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$-22,801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$86,784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$91,469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$18,024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$-26,388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$168,923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$145,252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$-57,409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$-2,310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$-227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$168,923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$145,252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269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(269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$145,252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Ameritrans Risk Solutions, Inc DBA American Transportation &amp; Energy Brokers'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$447,484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$522,160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$141,139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$159,290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$-141,139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$159,290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22.2%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Waypoint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Cedar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$144,840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$-133,324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$628,734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$606,093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$-28,277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$37,700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$31,725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$-70,957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$21,453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$20,858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$-1,456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$144,840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$74,487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$70,354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$-133,324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$-789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$-3,804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$144,840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$74,487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179% of new business ($133,324)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$74,487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$133,324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925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Jacksonville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$567,502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$113,531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$81,822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$-33,637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$24,082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$24,779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$106,601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$-35,945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$-2,281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($35,945)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$36,080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$35,945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#42 - M&amp;o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$375,421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$334,633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$93,495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$68,888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$-40,750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$120,520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$30,564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$-72,461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$120,520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81% of new business ($72,461)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$72,461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Marble City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TN  |  City: Knoxville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$216,288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$228,737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$6,381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$5,864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$15,719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$54,353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$56,408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$-53,267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$13,448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$-3,187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$91,001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$89,691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$-65,836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$-3,701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$91,001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$89,691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($65,836)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$89,691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$65,836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Woodard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GA  |  City: Watkinsville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$368,051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$-47,279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$-24,183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$33,438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$-12,224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$-41,024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$79,172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$-124,710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$800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$79,172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$58,824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212% of new business ($124,710)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$58,824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$124,710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Florida Property And Casualty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Hialeah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$146,475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$198,902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$130,529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$46,261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$67,147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$48,805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$14,646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$-25,531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$-1,356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$67,147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$48,805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($25,531)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$48,805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$25,531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Lynne Ernest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AL  |  City: Hoover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$225,263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$137,951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$4,331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$-4,331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$16,143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$38,596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$18,726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$58,577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$34,869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$19,127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$-23,057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$58,577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$34,869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66% of new business ($23,057)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$34,869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$23,057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Five Star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Palm Coast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$535,744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$61,002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$-8,057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$-16,206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$-36,679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$57,459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$-7,854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$-52,885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$-9,784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$49,605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$57,459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8916%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$57,459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COASTAL TRUCKING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Delray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$341,555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$-14,485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$42,953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$-28,839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$43,119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$15,462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$-43,323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$43,119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289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157% of new business ($43,323)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(289 subs, only 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$27,571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Renegade Insurance (Formerly Covered By Sage)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$185,182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$9,522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$2,624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$4,901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$-2,046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$31,089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$16,551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$11,885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$31,089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$16,551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$16,551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$5,574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Independence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Pembroke Pines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$-10,742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$18,668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$8,383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$-10,915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$-264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$18,668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58% of new business ($10,915)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$18,668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$10,915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SINGH BROTHERS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Kissimmee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$248,209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$11,828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$25,005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$13,219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$-6,582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$-6,917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$25,005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$13,219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PMHLP LLC DBA Coverboxx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NC  |  City: Albemarle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$237,347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$110,028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$14,718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$6,886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$22,281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$7,263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$-6,935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$22,281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81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(81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$15,018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Sunstar Insurance Group Llc Dba Bulldog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Georgia  |  City: Forest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$565,991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$288,725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$3,853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$20,248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$-2,590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$-36,773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$-6,411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$17,658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$20,248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Prominent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$454,398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$9,734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$-5,656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$9,734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Specialty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South Carolina  |  City: Florence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$293,173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$-6,277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$-15,386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Interglobal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Homestead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$373,424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185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0.5% hit ratio on 185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(185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Assurance Group Of America,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Port St Lucie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$204,734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$136,413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$75,192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$3,209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$-5,583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$-10,959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$-4,582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($-4,582)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Risk Management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$310,940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$13,671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$-3,513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$-16,764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$-56,770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$-6,605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($-6,605) - cancellations exceed production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Martin Noone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Southeast  |  State: MS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$231,704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$-7,850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$-720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$-3,492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$-11,875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($-11,875)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1960%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