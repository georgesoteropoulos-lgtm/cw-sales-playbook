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$18,019,726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$2,229,097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$3,196,105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$-7,967,956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$43,889,334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$5,888,125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$12,742,454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$7,617,134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$5,947,728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$2,725,371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$8,276,675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$8,452,331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$8,694,727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$8,443,712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$5,917,376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$2,312,077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$18,019,726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$12,594,524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14107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13028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642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13,028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5,325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+1,897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3,029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$8,276,675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$8,452,331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$8,694,727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$8,443,712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$5,917,376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$2,312,077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$639,967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$-1,703,676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2,410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$39,784,821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$12,594,524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$2,229,097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$-7,967,956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15,330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10,855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$33,118,596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318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$7,617,134  |  Subs 3029  |  Binds 249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$7,617,134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$2,725,371  |  Subs 5325  |  Binds 126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$2,725,371 YTD GWP  |  126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$2,198,302  |  Subs 506  |  Binds 77  |  HR 15.2%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15.2% (portfolio avg: 4.8%)  |  $2,198,302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$1,387,656  |  Subs 1434  |  Binds 48  |  HR 3.3%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$1,387,656 YTD GWP  |  48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$608,829  |  Subs 293  |  Binds 20  |  HR 6.8%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4.8%)  |  $608,829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285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285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181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181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$351,513  |  Subs 168  |  Binds 21  |  HR 12.5%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13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$12,540,807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14,107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(30 subs): Durham Specialty Ins (16),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$7,650,651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(5325s/126b), Prestige Internation (1434s/48b), Vantage Ins Llc (769s/16b).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251709863756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BCF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Fernando Trevino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256594432625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STAR TRUCKING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$13,141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264232638849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 MIGUEL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$2,977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265215634398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JLC LOGISTICS GROUP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261390948653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SENANIK TEXAS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254426984913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BYRD EXPRESS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Bruno Caldas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$75,712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256246235687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LANE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262383618273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MVP HABANACO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$52,365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266415943605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METAL LOGISTICS J&amp;D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$996,148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$3,054,888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251709863756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BCF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$3,856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$62,656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$7,617,134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$5,947,728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$1,122,618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$16,170,824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$1,536,882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$5,115,962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$1,518,672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$1,051,242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$233,463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$-825,045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$7,617,134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$5,947,728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$1,122,618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$7,617,134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$5,947,728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($3,551,924)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$5,947,728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$3,551,924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$2,725,371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$5,674,410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$2,399,887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$641,918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$182,648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$2,725,371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$543,424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$2,725,371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5325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(5325 subs, only 126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$4,157,454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$1,579,230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$398,391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$287,553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$1,597,134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$4,593,252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$902,565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$166,852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$284,916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$452,223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(181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