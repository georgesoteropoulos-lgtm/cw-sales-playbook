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$17,056,173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$2,029,913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$2,935,592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$-7,638,942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$42,925,781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$5,215,140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$12,504,670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$7,123,880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$5,644,529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$2,636,218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$2,178,610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$351,731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$8,297,379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$8,185,289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$8,731,368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$8,353,773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$4,553,783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$1,808,221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$17,056,173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13697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72.8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12618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2,442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12,618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5,199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+1,771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1,393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$8,297,379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$8,185,289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$8,731,368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$8,353,773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$-2,096,993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$4,553,783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$1,808,221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$440,783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$-1,376,011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$38,121,592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$12,090,668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$2,029,913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$-7,638,942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14,875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10,522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$32,116,130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$5,091,443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$8,974,805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$1,794,936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$805,334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$601,348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967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 Greene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$7,123,880  |  Subs 2906  |  Binds 241  |  HR 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4.7%)  |  $7,123,880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$2,636,218  |  Subs 5199  |  Binds 122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$2,636,218 YTD GWP  |  122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$2,178,610  |  Subs 496  |  Binds 74  |  HR 14.9%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14.9% (portfolio avg: 4.7%)  |  $2,178,610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$1,332,127  |  Subs 1393  |  Binds 45  |  HR 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$1,332,127 YTD GWP  |  45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$666,285  |  Subs 747  |  Binds 18  |  HR 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$666,285 YTD GWP  |  18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277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277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$351,731  |  Subs 166  |  Binds 22  |  HR 13.3%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  |  Submissions dropped 55% MoM (31 -&gt; 14)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174  |  Binds 1  |  HR 0.6%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174 subs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$136,239  |  Subs 214  |  Binds 5  |  HR 2.3%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214 subs  |  Cancellations are 100% of new business ($35,945 vs $36,080)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Nastc Insurance Services,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$11,938,707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Florida Property And (19.4%), Eagle Insurance Agen (17.7%)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13,697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(26 subs): The Risk Management  (14), Durham Specialty Ins (12)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Prominent Services I (1.8%)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4.7%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$7,359,900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20+ subs but &lt;3% HR: Interglobal Insuranc (0.6%), COASTAL TRUCKING INS (1.4%), Prominent Services I (1.8%).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Insurance4truckers L (5199s/122b), Prestige Internation (1393s/45b), Vantage Ins Llc (747s/18b).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649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260681629706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MEDINA CONSTRUCTION AUTO REPAIR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264626774360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REYVER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254198521495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UPPER CLASS TRANSIT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$55,462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269163795834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CASTANO CONSTRUCTION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258223761158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DGRD LOGISTICS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267186013899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LINE LOGISTICS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242091730075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JARZ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E Vogel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252498049551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FREIGHT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257079399182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NBI CARGO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262647447285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Joker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$17,184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252897083407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M&amp;K TRANSPORTATION SERVICES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256630775049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J&amp;V LOGISTIC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263241089836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Y K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264459279881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A2BCARRIERSLLC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Stack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250862704132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JUK'S LOGISTICS &amp; INVESTMENTS LL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251733882008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YODA TRUCKING CO CORP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$82,364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258439909760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GLOBAL CARGO FREIGHT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261709772826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ROADLINE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$15,987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261736212108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VMAL TRANSPORTATION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$18,289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263223714519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MONTEJO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$655,633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$2,765,475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255236824975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ROADS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$47,653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254103774178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JBA 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251341701023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255920925216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CSG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257119891484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77LOGISTIC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250552065052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DIAZ &amp; DIAZ TRANSPORT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$9,379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250268035129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255011641908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WITH D&amp;T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$10,248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$7,123,880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$5,644,529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$1,061,247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$-3,401,905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$15,677,570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$4,989,282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$1,814,163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$289,716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$1,055,490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$748,043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$105,284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$202,162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$-675,027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$7,123,880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$5,644,529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$1,061,247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$-3,401,905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$7,123,880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$5,644,529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($3,401,905)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890 to 407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$5,644,529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$3,401,905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$2,636,218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$496,917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$5,585,257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$484,269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$2,346,962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$552,765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$328,864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$136,141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$-194,533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$2,636,218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$496,917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$2,636,218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5199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($952,347)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(5199 subs, only 122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$1,805,931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$2,178,610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$-98,573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$378,698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$-118,638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$2,178,610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$388,911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$2,178,610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($688,579)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$1,584,680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$688,579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$4,537,723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$947,057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$-346,948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$35,856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$-40,499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($651,130)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$687,443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$651,130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$1,322,967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$70,742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$666,285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$666,285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(747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$1,215,813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$203,745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$201,875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$388,808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$537,119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$351,731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$351,731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$206,809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$206,809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33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(253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$156,325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$156,325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$92,649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($73,735)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$92,649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$136,239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214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(214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$123,067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($63,080)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$63,080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164% of new business ($96,417)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9832%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277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(277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29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174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(174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