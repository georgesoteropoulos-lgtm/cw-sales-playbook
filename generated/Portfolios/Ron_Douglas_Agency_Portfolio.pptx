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Ron Douglas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31, 2026  |  34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Ron Douglas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34 Total Agencies  |  34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$18,797,652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$13,120,931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$2,280,610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$3,396,112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$-8,279,209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$40,451,444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$44,667,261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$48,541,733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$6,388,689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$13,077,901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$7,862,963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$6,183,385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$546,787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3135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$2,897,325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$2,000,626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$353,049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5482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$2,269,517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$1,648,524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$205,019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Prestige International Insurance Gr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$1,417,112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$740,153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$345,285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1486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$860,378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$525,662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$608,829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$417,441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$70,501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$429,456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$343,460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$96,326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$351,233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$82,561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$101,971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Eagle National Insurance Services, 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$233,845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$145,982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Charles Cain Group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$194,054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$130,379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$14,835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19.0%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$188,663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$25,047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$8,382,572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$2,404,787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3018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$8,416,661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$2,141,010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3070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$8,708,589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$2,876,868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3208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$8,471,722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$2,859,782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3625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$7,387,466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$2,838,484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2925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$18,797,652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$13,120,931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14577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74.5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+76%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34 of 34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483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93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576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26.4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85%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180%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5/25–5/31*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13497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673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5.0%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+10.7%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-49.9%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2,376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2,422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2,428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2,109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+15%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2,538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2,452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3,366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2,548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2,789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2,658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+5%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13,497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12,189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+11%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5,482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+2,054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3,135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263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-115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Prestige International Insurance Group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1,486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+381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+580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+366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+106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Sebanda Franchise #42 - M&amp;o Insurance 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-41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+61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34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$8,382,572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$2,404,787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$237,395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$-1,403,973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3,018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2,186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271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9.0%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$8,416,661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$2,141,010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$368,718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$-1,186,958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3,070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2,177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258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$8,708,589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$2,876,868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$256,034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$-1,575,007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3,208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2,207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$8,471,722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$2,859,782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$726,984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$-2,117,468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3,625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2,559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$7,387,466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$2,838,484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$691,479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$-1,995,803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2,925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2,106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$41,367,011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$13,120,931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$2,280,610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$-8,279,209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15,846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11,235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1,324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Ron Douglas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$299,457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$48,575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$61,459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$26,295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$107,975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 Dba Prestige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Sebanda Franchise #42 - M&amp;O Insurance Agency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$15,853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$12,488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$26,812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MS, NH,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Ron Douglas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1,615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$34,325,456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$5,513,943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$2,865,285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$9,252,596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$2,032,355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22.9%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$1,128,131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$972,968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$671,849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Martin Noone Agency,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$1,162,323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1033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(64%)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(29%)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23.4%  ·  Declined: 328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14577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705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 +1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4596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Mary Davis-Spivak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Vladimir Tesler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KIMBERLY FEAR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Brown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Migdiel Garcia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Sebanda Franchise #42 - M&amp;o In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Donald Fernando Cordoba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Julio Batista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Peco Insurance LLC +1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Harold Shealy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Idris Gani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Kanwaljeet Saluja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Keteline Bonhomme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Rybak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9.6%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Kathy Armond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Chad Muller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Thomas Olin Woodard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Woodard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Kathy Macias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Devin Link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Katharine Barrison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Ashley Marinez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Tracy Gough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Kasim Goluab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Olga Conev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Five Star Insurance Services I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Brent Hardin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PMHLP LLC DBA Coverboxx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Natalie Soto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Zachary Flowers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Merryl Gerhardt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9.3%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Mika Leone-Pettit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33.8%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Judd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Pederson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Luis Reyes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Independence Insurance Agency 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Jesselyn Kennedy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Michele Bell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Ninderjit Kaur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4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$7,862,963  |  Subs 3135  |  Binds 263  |  HR 8.4%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8.4% (portfolio avg: 4.8%)  |  $7,862,963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$2,897,325  |  Subs 5482  |  Binds 128  |  HR 2.3%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$2,897,325 YTD GWP  |  128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$2,269,517  |  Subs 521  |  Binds 78  |  HR 15.0%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15.0% (portfolio avg: 4.8%)  |  $2,269,517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$1,417,112  |  Subs 1486  |  Binds 51  |  HR 3.4%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$1,417,112 YTD GWP  |  51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$860,378  |  Subs 799  |  Binds 19  |  HR 2.4%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$860,378 YTD GWP  |  19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$42,841  |  Subs 292  |  Binds 5  |  HR 1.7%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1.7% on 292 subs  |  Cancellations are 157% of new business ($43,323 vs $27,571)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$915  |  Subs 186  |  Binds 1  |  HR 0.5%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0.5% on 186 subs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Durham Specialty Insurance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$9,109  |  Subs 19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19 submissions with 0 binds - zero conversion  |  15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$351,233  |  Subs 169  |  Binds 19  |  HR 11.2%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317% of new business ($261,730 vs $82,561)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The Risk Management Group,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$-6,605  |  Subs 14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14 submissions with 0 binds - zero conversion  |  Negative net written premium: $-6,605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0/5 appointed agencies have submitted (0%)  •  0/5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Classic Truck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Deal created/pending paperwork - The Associate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 deal received - 10K Insurance Services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Alvix Insurance Group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Salter Insurance Agency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(Usa Specialty Insurance/d, Insurance4truckers Llc, Valion Security Llc) drive $13,029,806 (69%)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Lynne Ernest Insuran (20.8%), Ameritrans Risk Solu (20.0%), Eagle Insurance Agen (19.0%)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14,577 total submissions across 34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 agencies submitting but 0 binds (33 subs): Durham Specialty Ins (19), The Risk Management  (14)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Interglobal Insuranc (0.5%), COASTAL TRUCKING INS (1.7%), S &amp; R Agency LLC (1.8%)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4.8% — below 5-8% target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18 agencies with cancellations &gt;40% of new biz: Usa Specialty Insurance/d, Insurance4truckers Llc, Valion Security Llc. $7,947,457 total cancellations - investigate retention.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6 agencies with 20+ subs but &lt;3% HR: Interglobal Insuranc (0.5%), COASTAL TRUCKING INS (1.7%), S &amp; R Agency LLC (1.8%). Conduct submission quality training to lift conversion 2-3 points.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15 agencies with 30+ subs and some binds but &lt;5% HR: Insurance4truckers L (5482s/128b), Prestige Internation (1486s/51b), Vantage Ins Llc (799s/19b). Small HR improvements on large volume = significant premium lift.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69% of premium. Develop mid-tier: Prestige International In, Vantage Ins Llc, Insurance Planet. Target 25-50% growth each.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Usa Specialty Insurance/d, Valion Security Llc, Insurance Planet. Increase submission volume 20% through marketing support and referral incentives.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Last 25 Bound Submissions  |  705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252217477783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BELISA TRANSPORT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$63,341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267104075596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ACOSTA TRUCKERS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$32,037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262703038291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PURE ENVY ENTERPRISE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255520512718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SALAS 3 TRUCKING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Mika Leone-Pettit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$48,590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259096107850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Insurance 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STAR SCOTT LOGISTICS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Kasim Goluab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$202,079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256160252476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RK EXPRESS LOGISTICS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Simon Ashi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$57,127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259266541016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Renegade Insurance (Formerly Cover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Santos E Canales Cruz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Angel Barefoot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255859100307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O2K TRUCKING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Zachary Flowers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$15,483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251507002657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O2K TRUCKING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Zachary Flowers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$4,544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254761271002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KHADIJA &amp; DELWARA LOGISTICS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Pederson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$65,024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254535183710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GUERREROS TRUCKING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Pederson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$71,684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266966167110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ROCK TRANSPORTATION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Brandon Durham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$72,818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267418608756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ERG TRANS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250521146933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DEL ANGEL TRANSPORT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$50,947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265146025025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SULTAN FREIGHT LOGISTICS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Mary Davis-Spivak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$14,200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267115004249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K&amp;D PLAYGROUND CONNECTION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William Brown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$98,726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252433643358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Eagle National Insurance Services,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DIAZ&amp;CREW TRANSPORTATION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Miguel Bilbao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$43,117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267135186484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Almaged Transportation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Harold Shealy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255636258141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SINGH BROTHERS INSURANCE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SAMAR TRANS INC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Tejinder Singh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$28,647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250567089767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ALITRANS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Michael Judd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$21,592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266201739352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ABSOLUTE BEST TRANSPORTATION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James Painter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250259777795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LATTE TRUCKING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Michael Judd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$17,411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257449003320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PAEZ HEAVY LOADS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$21,695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262827112996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Yousef Saleha Ahmed Al Gholi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Tracy Gough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269927268648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Khidir Saad Abdelrhman Mohammed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Tracy Gough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$977,380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Active in-force policies expiring through Aug 29,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$3,009,138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253029491205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VIGIA INVESTMENT TRUCKS AND FREIGHT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253516958656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FRICE EXPRESS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$62,656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256890965907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WET TRANSPORT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253290073541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JRTV LOGISTICS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255768834684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GLOBAL TRANSPORT FREIGHT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252870166671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MENDIOLA &amp; AD TRANSPORTATION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254433539588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TEAM MARVIN TRUCKING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257541325669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Ranger Freight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257777123481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RICHMAK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$13,890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Florida Property And Casualty 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257868861734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GGM TRANSPORTATION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$1,762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259021706318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D&amp;E FREIGHT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$2,719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Sunstar Insurance Group Llc Db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254628810125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ALL AROUND WORK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257839997684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SKC TRANSPORT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$19,022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221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Policies with cancellation_date on or before Aug 29,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$15,772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$15,772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Non Payment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258415791259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RAMIREZ LOGISTICS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$7,424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267114165926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MGS CARS HAULER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258415791259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RAMIREZ LOGISTICS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264831612514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DW3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$6,894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877055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8308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267114165926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391363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MGS CARS HAULER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91363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95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66760" y="391363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1832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8308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264831612514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88920" y="422452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DW3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94960" y="422452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523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095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66760" y="422452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1832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6 of 6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Orlando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$7,862,963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$6,183,385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$546,787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$1,132,791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$-3,778,210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$13,138,537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$16,416,653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$1,575,782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$5,375,212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$1,141,804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$928,842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$31,846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$181,117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$-591,526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$1,336,794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$984,986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$131,900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$219,908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$-433,222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$1,775,629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$1,585,412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$21,874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$168,343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$-724,452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$1,844,234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$1,397,247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$127,200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$319,787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$-977,679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$1,764,502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$1,286,899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$233,967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$243,635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$-1,051,332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$7,862,963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$6,183,385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$546,787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$1,132,791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$-3,778,210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$7.9M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$7,862,963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$6,183,385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($3,778,210)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$6,183,385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$3,778,210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TN  |  City: Fredericksburg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$2,897,325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$2,000,626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$353,049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$543,650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$-1,001,331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$4,955,246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$5,846,365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$454,981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$2,368,932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$556,812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$452,159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$89,156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$-178,793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$577,769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$385,510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$111,103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$81,156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$-143,092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$466,148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$301,112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$85,585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$79,451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$-216,994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$482,724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$338,286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$33,425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$-218,936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$813,873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$523,560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$107,440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$182,873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$-243,516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$2,897,325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$2,000,626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$353,049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$543,650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$-1,001,331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1179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951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5482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$578K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$2.0M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$2.9M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$2,897,325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$2,000,626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5482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50% of new business ($1,001,331)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(5482 subs, only 128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$2,000,626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$2,269,517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$1,648,524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$415,974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$-776,121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$2,381,365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$4,228,669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$418,260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$1,562,343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$559,429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$460,080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$99,349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$-171,158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$289,143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$38,877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$71,542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$-141,657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$556,394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$412,390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$144,004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$-158,552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$394,946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$258,387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$64,692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$71,866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$-99,483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$469,606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$338,944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$101,450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$29,212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$-205,270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$2,269,517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$1,648,524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$205,019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$415,974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$-776,121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691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$2.3M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$2,269,517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$1,648,524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47% of new business ($776,121)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$1,648,524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$776,121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Prestige International Insurance Group Inc Dba Prestige Trucking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$1,417,112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$740,153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$345,285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$331,674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$-674,225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$5,400,437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$4,622,709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$1,150,289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$839,993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$284,996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$218,129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$19,345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$47,521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$298,282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$42,731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$78,827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$-204,175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$167,384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$137,894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$32,214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$-24,309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$470,143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$118,841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$137,438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$213,864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$-347,386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$196,308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$88,566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$113,556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$-63,157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$1,417,112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$740,153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$345,285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$331,674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$-674,225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1486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1386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1105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$470K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$1,417,112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$740,153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91% of new business ($674,225)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58%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$740,153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$674,225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$860,378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$525,662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$290,608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$1,517,061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$293,089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$352,045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$196,128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$103,155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$48,865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$-114,675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$114,149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$48,762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$65,388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$-62,815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$199,219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$178,418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$264,836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$127,230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$137,606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$-142,515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$860,378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$525,662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$290,608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$860,378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$525,662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799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71% of new business ($374,009)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(799 subs, only 19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$525,662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Florida  |  City: Jacksonville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$608,829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$417,441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$70,501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$-233,032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$1,163,463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$1,314,850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$193,376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$296,672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$-29,647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$129,301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$105,465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$-25,797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$109,280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$81,468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$27,812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$-145,340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$302,782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$230,508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$70,501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$-32,247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$608,829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$417,441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$70,501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$120,887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$-233,032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$457K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$608,829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$417,441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56% of new business ($233,032)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$417,441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$233,032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Naples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$429,456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$343,460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$96,326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$603,364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$142,923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$142,651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$142,651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$94,328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$96,952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$20,262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$57,581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$134,897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$103,857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$429,456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$343,460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$96,326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$-10,330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$429,456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$343,460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$343,460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$96,326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Medley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$351,233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$101,971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$166,700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$-261,730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$2,449,765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$1,967,701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$155,587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$412,108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$111,392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$29,394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$42,618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$-70,544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$94,504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$53,168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$41,336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$127,240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$59,354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$67,886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$-172,172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$351,233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$82,561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$101,971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$166,700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$-261,730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$-98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$351,233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$82,561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317% of new business ($261,730)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$82,561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$261,730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Eagle National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$233,845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$631,182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$543,359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$393,906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$70,153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$138,470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$118,947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$34,266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$27,036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$233,845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$145,982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$233,845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$145,982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75%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$145,982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$61,108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Charles Cain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Marietta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($220,836)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$220,836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$220,836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Lawrenceville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$194,054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$130,379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$14,835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$-73,735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$579,876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$439,993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$227,355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$36,009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$36,009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$-35,149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$29,233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$-6,254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$78,999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$59,192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$14,835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$-29,218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$194,054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$130,379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$14,835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$48,840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$-73,735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$194,054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$130,379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57% of new business ($73,735)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$130,379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$73,735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Scottdale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$188,663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$25,047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$162,876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$633,686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$571,662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$303,895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$86,059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$12,969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$167,457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$7,912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$7,912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$188,663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$25,047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$-25,219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$188,663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$25,047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95%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$25,047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$162,876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New Albany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$168,923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$-57,409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$685,354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$667,522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$-4,099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$48,328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$53,783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$-5,455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$-1,443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$16,014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$-22,801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$86,784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$91,469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$-4,685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$-26,388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$168,923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$145,252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$23,670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$-57,409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$-2,310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$168,923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$145,252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272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(272 subs, only 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$145,252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Ameritrans Risk Solutions, Inc DBA American Transportation &amp; Energy Brokers'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$447,484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$522,160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$403,742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$17,786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$141,139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$141,139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$159,290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20.0%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Jacksonville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$150,021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$-35,945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$567,502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$454,935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$113,531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$36,080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$81,822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$-33,637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$38,228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$24,779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$13,449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$150,021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$36,080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$106,601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$7,340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$-35,945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$150,021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$36,080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($35,945)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66%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$36,080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$35,945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Cedar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$144,828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$-133,324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$628,734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$606,080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$147,614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$53,824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$27,562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$-28,277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$37,700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$5,975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$31,725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$-70,957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$21,441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$20,858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$-1,456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$144,828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$74,487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$70,341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$-133,324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$-789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$-3,804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$144,828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$74,487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179% of new business ($133,324)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$74,487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$133,324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Sebanda Franchise #42 - M&amp;o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$-72,461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$375,421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$334,633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$-4,741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$23,309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$93,495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$68,888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$-40,750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$120,520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$89,406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$30,564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$-72,461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$120,520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$89,406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81% of new business ($72,461)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$89,406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$72,461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TN  |  City: Knoxville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$92,651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$-65,836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$216,288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$230,387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$-6,767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$6,381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$5,864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$12,872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$54,353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$56,408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$-53,267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$15,098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$15,098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$92,651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$91,341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$-65,836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$-3,701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$92,651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$91,341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72% of new business ($65,836)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$91,341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$65,836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Woodard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Watkinsville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$-124,710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$368,051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$-47,279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$-24,183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$-12,224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$25,386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$25,386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$-41,024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$79,172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$58,824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$-124,710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$79,172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$58,824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212% of new business ($124,710)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$58,824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$124,710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Florida Property And Casualty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Hialeah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$67,147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$146,475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$198,902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$51,242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$46,261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$14,646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$-1,356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$67,147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$48,805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$14,646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$3,697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$-1,356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$67,147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$48,805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($25,531)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$48,805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$25,531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Lynne Ernest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AL  |  City: Hoover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$-42,184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$225,263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$-4,331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$38,596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$18,726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$19,127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$-37,853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$58,577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$34,869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$19,127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$4,581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$-42,184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$58,577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$34,869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121% of new business ($42,184)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$34,869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$42,184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Five Star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Palm Coast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$-7,854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$535,744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$304,935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$136,890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$49,402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$57,459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$-8,057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$-16,206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$-9,784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$-9,784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$-36,679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$49,605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$57,459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$-7,854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$-52,885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$-9,784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$49,605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$57,459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8916%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$57,459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Delray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$27,571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$-43,323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$341,555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$228,817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$138,280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$-14,485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$42,953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$27,571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$15,462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$-28,839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$42,841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$27,571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$15,462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$-43,323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$-277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$42,841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$27,571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292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157% of new business ($43,323)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(292 subs, only 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$27,571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Renegade Insurance (Formerly Covered By Sage)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$4,905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$273,280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$187,434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$34,630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$14,274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$2,281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$33,341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$16,551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$11,885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$4,905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$-5,574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$33,341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$16,551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$16,551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$5,574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SINGH BROTHERS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Kissimmee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$32,839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$13,219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$19,619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$344,085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$256,043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$58,790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$20,989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$13,219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$7,770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$32,839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$13,219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$19,619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$32,839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$13,219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Independence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Pembroke Pines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$343,582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$8,531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$-10,742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$27,051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$18,668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$8,383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$-10,915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$27,051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$18,668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58% of new business ($10,915)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$18,668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$10,915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PMHLP LLC DBA Coverboxx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NC  |  City: Albemarle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$237,347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$232,422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$110,028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$14,718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$22,281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$7,263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$22,281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82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(82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$15,018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Sunstar Insurance Group Llc Dba Bulldog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Georgia  |  City: Forest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$20,248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$-2,590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$565,991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$288,725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$-31,337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$3,853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$3,853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$-3,853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$-2,590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$-36,773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$17,658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$20,248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3 MoM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Prominent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$454,398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$199,510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$66,413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$9,734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$9,734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$9,734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Durham Specialty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South Carolina  |  City: Florence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$293,173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$112,254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$-9,109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$-15,386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$9,109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Homestead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$373,424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$190,195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0.5% hit ratio on 186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(186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Assurance Group Of America,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Port St Lucie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$204,734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$136,413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$3,168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($-4,582)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Risk Management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$310,940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$13,671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$-56,770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($-6,605) - cancellations exceed production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Martin Noone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$231,704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($-11,875)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1960%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