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$16,946,682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$12,060,803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$1,960,596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$2,925,283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$-7,626,213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$42,816,291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$5,723,363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$12,567,299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$7,107,808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$5,628,542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$418,104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$2,637,278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$1,805,931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3564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$2,109,296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$135,702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$1,332,127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$687,443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$652,407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$455,446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$509,792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$388,808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$197,431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$8,301,741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$8,105,974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$8,632,931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$8,204,385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$4,326,732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$1,778,356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$16,946,682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$12,060,803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13438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365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24.0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12357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+1.4%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12,357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5,083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+1,655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2,863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+514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$8,301,741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$8,105,974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$8,632,931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$8,204,385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$-2,096,993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$4,326,732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$1,778,356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$371,466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$-1,363,282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$37,571,763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$12,060,803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$1,960,596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$-7,626,213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14,581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10,345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$31,798,084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$5,091,443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$2,754,128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$8,974,805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$1,670,158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$805,334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$601,348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23.4%  ·  Declined: 291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13438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37.1%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 Greene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$7,107,808  |  Subs 2863  |  Binds 243  |  HR 8.5%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8.5% (portfolio avg: 4.9%)  |  $7,107,808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$2,637,278  |  Subs 5083  |  Binds 121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$2,637,278 YTD GWP  |  121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$2,109,296  |  Subs 488  |  Binds 76  |  HR 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15.6% (portfolio avg: 4.9%)  |  $2,109,296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$1,332,127  |  Subs 1371  |  Binds 44  |  HR 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$1,332,127 YTD GWP  |  44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$652,407  |  Subs 733  |  Binds 20  |  HR 2.7%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$652,407 YTD GWP  |  20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274  |  Binds 4  |  HR 1.5%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1.5% on 274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170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170 subs  |  Submissions dropped 55% MoM (55 -&gt; 25)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$351,150  |  Subs 166  |  Binds 20  |  HR 12.0%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  |  Submissions dropped 58% MoM (31 -&gt; 13)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$123,067  |  Subs 154  |  Binds 8  |  HR 5.2%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246% of new business ($131,868 vs $53,629)  |  Submissions dropped 56% MoM (32 -&gt; 14)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0/4 appointed agencies have submitted (0%)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$11,854,382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(23.8%), Ameritrans Risk Solu (22.2%), Florida Property And (20.0%)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13,438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(23 subs): The Risk Management  (14), Durham Specialty Ins (9)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(1.5%), S &amp; R Agency LLC (2.0%)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$7,347,171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(0.6%), COASTAL TRUCKING INS (1.5%), S &amp; R Agency LLC (2.0%).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(5083s/121b), Prestige Internation (1371s/44b), Vantage Ins Llc (733s/20b).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654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250862704132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JUK'S LOGISTICS &amp; INVESTMENTS 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251733882008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YODA TRUCKING CO CORP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267031952979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CENTRAL VALLEY TOW &amp; HAUL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258439909760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GLOBAL CARGO FREIGHT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263223714519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MONTEJO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267114165926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MGS CARS HAULER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250377572522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HYAB TRANSPORTATION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$110,028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259144923415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RNH SOLUTIONS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$86,583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269975197802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MAYA BAY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$48,668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261385716629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JEHRO VENTURES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$60,453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262900230637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MIA TRANSPORTATIONS LOGISTICS LL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254198521495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UPPER CLASS TRANSIT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$55,811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263241089836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Y K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$34,031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262617427957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JASON JAMES ARMIJO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Darlenys Ordaz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251843488090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ACH MANAGEMENT SERVICES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$44,252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265005968538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ALLA AMIN TRUCKING INCORPORATED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$66,337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252498049551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FREIGHT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259217483294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BIG RED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E Vogel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$39,741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250925703263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ROAD CARRIERS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261781530849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CUB CENTER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$39,293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253717389069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BARRETOS TRANSPORT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$15,315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268828123294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MAX TX TRUCKING LLC - CSL - MTC 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$16,153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$951,255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$2,903,336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254843734654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TRAVEL SET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258381678365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255795925916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AMF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253290310557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EXPRESS FREIGHT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252824571619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WELLETRUCKING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$12,181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254103774178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JBA XPRESS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255236824975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ROADS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$47,653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255920925216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CSG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251341701023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GT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250268035129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APPLE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$4,639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257119891484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77LOGISTIC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250552065052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DIAZ &amp; DIAZ TRANSPORT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$9,379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$24,615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250745751676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ADAS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255376725904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LEGENDS CARGO EXPRESS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255376725904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LEGENDS CARGO EXPRESS CORP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250745751676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ADAS TRANSPORT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264057536908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SUNBELT TRANSPORT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264057536908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SUNBELT TRANSPORT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255376725904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LEGENDS CARGO EXPRESS CORP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264057536908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SUNBELT TRANSPORT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8 of 8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$7,107,808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$5,628,542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$418,104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$1,061,162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$-3,389,176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$15,661,498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$1,391,930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$5,047,568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$1,814,163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$289,716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$1,039,418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$732,056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$105,284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$-662,298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$7,107,808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$5,628,542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$418,104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$1,061,162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$-3,389,176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$7,107,808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$5,628,542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($3,389,176)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890 to 351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$5,628,542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$3,389,176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$2,637,278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$1,805,931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$497,978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$-952,347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$484,269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$2,328,701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$553,826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$328,864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$-194,533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$2,637,278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$1,805,931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$497,978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$-952,347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$2,637,278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$1,805,931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5083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($952,347)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(5083 subs, only 121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$1,805,931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$2,109,296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$-688,579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$4,068,447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$-98,573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$309,384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$-118,638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$2,109,296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$1,584,680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$135,702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$388,914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$-688,579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$2,109,296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$1,584,680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($688,579)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$1,584,680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$688,579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$687,443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$-651,130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$4,537,723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$946,945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$720,531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$-346,948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$35,856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$-40,499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$1,332,127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$687,443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$331,232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$-651,130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$1,332,127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($651,130)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$687,443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$651,130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$652,407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$455,446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$56,865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$652,407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$455,446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$652,407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$455,446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(733 subs, only 20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$455,446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$509,792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$1,215,813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$203,745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$201,875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$509,792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$120,984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$509,792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$388,808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$388,808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$452,207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$166,617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$197,431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$197,431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$197,431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$118,947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33 to 15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(245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$400,935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$154,996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$47,512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$154,996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$92,649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($73,735)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$92,649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$136,239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210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(210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$584,320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$123,067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$123,067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32 to 14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$-63,080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($63,080)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$63,080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164% of new business ($96,417)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$96,417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$-348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$-8,870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$-10,801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9832%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274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(274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$-35,190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$199,012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55 to 25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