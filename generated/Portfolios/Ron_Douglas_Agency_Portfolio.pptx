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$17,958,133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$12,541,060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$2,218,969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$3,198,104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$-7,967,956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$43,827,742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$5,957,150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$12,608,828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$7,583,236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$5,921,299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$536,660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$2,724,711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$2,198,302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$1,597,134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$1,387,656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$351,513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$206,809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$8,439,628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$8,423,430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$8,657,228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$8,403,863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$5,744,225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$2,258,613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$17,958,133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$12,541,060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14025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24.1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180%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12946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636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12,946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5,296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+1,868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$8,439,628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$8,423,430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$8,657,228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$8,403,863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$-2,098,341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$5,744,225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$2,258,613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$629,839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$-1,703,676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$39,668,374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$12,541,060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$2,218,969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$-7,967,956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15,246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10,788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1,269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$33,118,596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$5,370,497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$2,755,228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$9,050,517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$1,864,253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$881,464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$671,849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995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23.3%  ·  Declined: 316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36.6%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$7,583,236  |  Subs 2990  |  Binds 246  |  HR 8.2%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4.8%)  |  $7,583,236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$2,724,711  |  Subs 5296  |  Binds 125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$2,724,711 YTD GWP  |  125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$2,198,302  |  Subs 504  |  Binds 78  |  HR 15.5%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15.5% (portfolio avg: 4.8%)  |  $2,198,302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$1,387,656  |  Subs 1432  |  Binds 47  |  HR 3.3%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$1,387,656 YTD GWP  |  47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$608,829  |  Subs 291  |  Binds 20  |  HR 6.9%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4.8%)  |  $608,829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285  |  Binds 4  |  HR 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285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180  |  Binds 1  |  HR 0.6%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180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$351,513  |  Subs 168  |  Binds 20  |  HR 11.9%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$9,109  |  Subs 16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16 submissions with 0 binds - zero conversion  |  13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$-6,605  |  Subs 14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14 submissions with 0 binds - zero conversion  |  Negative net written premium: $-6,605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0/5 appointed agencies have submitted (0%)  •  0/5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$12,506,250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(22.7%), Ameritrans Risk Solu (22.2%), Eagle Insurance Agen (19.4%)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14,025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(30 subs): Durham Specialty Ins (16), The Risk Management  (14)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(0.6%), COASTAL TRUCKING INS (1.4%), S &amp; R Agency LLC (1.5%)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$7,650,651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(0.6%), COASTAL TRUCKING INS (1.4%), S &amp; R Agency LLC (1.5%).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(5296s/125b), Prestige Internation (1432s/47b), Vantage Ins Llc (769s/16b).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667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259060192294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TW SOLUTIONS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Kayla Sauer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250213229115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AMFEDERAL TRUKING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265327977861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LYB HAULING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254751580975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HUSTLE EXPRESS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259773804190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A2B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258382529487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Ameritrans Risk Solutions, Inc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PIXEL EXPRESS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George Squillario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$370,752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259880273241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ZAPZAP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254426984913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BYRD EXPRESS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Bruno Caldas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$75,712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255543503077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256246235687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 LANE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268987780042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SOUTHERN GRIT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$22,082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262383618273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MVP HABANACO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$52,365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264831612514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DW3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264019431811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DNS LOGISTICS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$13,709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266415943605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METAL LOGISTICS J&amp;D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$16,838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258929790429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Florida Property And Casualty Insu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EASLEY LIVESTOCK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Del toro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$30,864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262405391712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MATTHEW FREIGHT LINES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$12,631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252851754622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MOTIVATED SERVICES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262308309359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HAT EXPRESS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Zackary Artz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262578056980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MAGA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$16,203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263545065430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BIDO ENTERPRISES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259337432949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AXEL TRANS CORP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$22,686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269725007268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JMV TRANSPORTATION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$62,015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$1,077,056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$2,979,610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255011641908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TRUCKING WITH D&amp;T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258584407284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AMP DAWSON MOVING COMPANY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253794676078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CARSAT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252672752931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A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251435509534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LADD CORPORATION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Sunstar Insurance Group Llc Db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257927141856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ONPOINT ELITE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$11,009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250972280522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 CARGO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254328681307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ARIZON TRANSPORTATION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$28,835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256939815740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L&amp;M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252049434988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PACMAN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$1,449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251497155621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ELITE LOGISTICS SERVICES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253029491205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VIGIA INVESTMENT TRUCKS AND FREIGHT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$1,247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253290073541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JRTV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$6,296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260653365743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Mohammed Saleh Ahmed Al Gabri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265073720191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KW800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269721254240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VIEV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265073720191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KW800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265073720191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KW800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269721254240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VIEV TRUCKING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269721254240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VIEV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7 of 7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$7,583,236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$5,921,299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$536,660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$1,125,277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$-3,551,924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$16,136,926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$1,613,109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$5,038,872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$1,484,775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$1,024,813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$223,840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$236,122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$-825,045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$7,583,236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$5,921,299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$536,660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$1,125,277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$-3,551,924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$7,583,236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$5,921,299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($3,551,924)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$5,921,299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$3,551,924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$2,724,711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$5,673,751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$426,942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$2,359,578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$371,510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$181,988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$-213,469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$2,724,711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$542,765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$2,724,711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5296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($971,283)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(5296 subs, only 125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$1,848,577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$2,198,302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$1,597,134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$4,157,454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$1,594,228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$398,391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$287,553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$-185,380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$2,198,302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$1,597,134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$2,198,302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$1,597,134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($756,231)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$1,597,134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$756,231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$1,387,656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$4,593,252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$783,685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$166,852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$-63,157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$1,387,656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$1,387,656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($674,225)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$739,603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$674,225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769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(769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$1,314,850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$284,916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$302,782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$230,508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$417,441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$123,440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$351,513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$166,980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$351,513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$206,809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$206,809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$118,947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$130,379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262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(262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$159,290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22.2%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$35,945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$585,235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$123,982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$123,982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($131,868)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$131,868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($65,836)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212% of new business ($124,710)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$124,710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8916%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285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(285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180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(180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