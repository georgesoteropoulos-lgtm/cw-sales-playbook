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$18,686,027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$13,029,681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$3,375,737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$-8,140,362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$44,555,636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$6,100,815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$12,836,208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$7,792,102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$6,120,394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$2,870,608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$1,974,017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$2,268,797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$1,416,287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$8,447,990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$8,429,513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$8,671,891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$8,517,075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$6,766,368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$2,747,234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2815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$18,686,027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$13,029,681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14477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478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13398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658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3,365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2,687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13,398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5,440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3,116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$8,447,990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$8,429,513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$8,671,891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$8,517,075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$6,766,368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$2,747,234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$691,479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$-1,876,082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$40,832,837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$13,029,681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$-8,140,362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15,736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11,155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$33,939,762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$5,450,601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$2,793,601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$1,983,765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$972,968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325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$7,792,102  |  Subs 3116  |  Binds 255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$7,792,102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$2,870,608  |  Subs 5440  |  Binds 129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$2,870,608 YTD GWP  |  129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$2,268,797  |  Subs 519  |  Binds 79  |  HR 15.2%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15.2% (portfolio avg: 4.8%)  |  $2,268,797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$1,416,287  |  Subs 1477  |  Binds 48  |  HR 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$1,416,287 YTD GWP  |  48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$851,003  |  Subs 794  |  Binds 17  |  HR 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$851,003 YTD GWP  |  17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291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291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186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186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15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$351,233  |  Subs 168  |  Binds 20  |  HR 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$168,923  |  Subs 270  |  Binds 4  |  HR 1.5%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270 subs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$12,931,507 (69%)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(20.8%), Ameritrans Risk Solu (20.0%),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14,477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(33 subs): Durham Specialty Ins (19),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(0.5%),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$7,808,610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(0.5%),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(5440s/129b), Prestige Internation (1477s/48b), Vantage Ins Llc (794s/17b).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69%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689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254761271002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KHADIJA &amp; DELWARA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266966167110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ROCK TRANSPORTATION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$72,818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267418608756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ERG TRANS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265146025025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SULTAN FREIGHT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260013163512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DORAN FREIGHT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267115004249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K&amp;D PLAYGROUND CONNECTION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$98,726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255636258141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SAMAR TRANS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Tejinder Singh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250567089767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ALITRANS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266201739352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ABSOLUTE BEST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Painter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250259777795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LATTE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266238342077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NLV EXPRESS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269927268648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Khidir Saad Abdelrhman Mohammed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259040991973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$15,080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259236505448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ZGR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$86,714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262713798175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EXCALIBUR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255520512718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SALAS 3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269155642766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HUB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$142,923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256594432625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STAR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$13,141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265355022836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WYN FLASH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264232638849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 MIGUEL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$2,977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264256325876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CALZADILLA CF TRANSPORT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$36,456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$1,095,213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$3,259,725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252870166671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MENDIOLA &amp; AD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255768834684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TRANSPORT FREIGHT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$62,656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256890965907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WET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254433539588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TEAM MARVIN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$14,779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257777123481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RICHMAK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$24,507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266520218003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269597767066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TOKMIAN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267092856475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AGXPRESS TRANSPORTATION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264333104016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4PF TRUCKING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264333104016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4PF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266520218003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 TRANSPORT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269597767066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TOKMIAN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264333104016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4PF TRUCKING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267092856475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AGXPRESS TRANSPORTATION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266520218003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 TRANSPORT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$5,050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$7,792,102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$6,120,394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$-3,674,279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$16,345,792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$1,618,437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$5,195,303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$1,693,640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$1,223,908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$-947,400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$7,792,102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$6,120,394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$1,124,920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$-3,674,279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$7,792,102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$6,120,394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($3,674,279)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$6,120,394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$3,674,279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$2,870,608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$1,974,017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$5,819,647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$2,430,756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$787,155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$496,950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$107,440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$2,870,608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$1,974,017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$543,542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$2,870,608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$1,974,017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5440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($1,001,331)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(5440 subs, only 129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$1,974,017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$2,268,797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$4,227,949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$415,933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$1,578,428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$468,886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$338,944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$-189,481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$2,268,797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$2,268,797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($760,332)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$1,648,524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$760,332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$1,416,287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$803,276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$195,483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$113,556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$1,416,287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$331,400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$1,416,287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$1,507,686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$255,461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794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(794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$25,047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$150,021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$-1,456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$144,840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$74,487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179% of new business ($133,324)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$74,487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$133,324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$90,241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$90,241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$90,241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291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$20,989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$32,774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$32,774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186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