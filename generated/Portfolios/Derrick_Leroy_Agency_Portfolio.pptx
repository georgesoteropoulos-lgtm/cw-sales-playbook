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$12,982,575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$2,349,150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$-6,033,311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$34,961,921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$4,030,854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$9,397,591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$4,062,284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$3,731,605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$818,544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$674,762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$562,881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$6,158,652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$5,560,554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$7,280,495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$5,815,552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$4,690,898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$12,982,575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8406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6.6%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8,406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+1,152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$6,158,652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$5,560,554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$7,280,495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$5,815,552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$4,690,898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$397,336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$-942,818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$29,506,152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$-6,033,311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10,380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7,738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$532,605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$343,293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$28,671,109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$3,442,676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$3,165,012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$3,776,324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$1,541,312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$1,841,248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$1,455,874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25.1%  ·  Declined: 280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$4,062,284  |  Subs 2711  |  Binds 203  |  HR 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6.3%)  |  $4,062,284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$3,731,605  |  Subs 2532  |  Binds 157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$3,731,605 YTD GWP  |  157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$818,544  |  Subs 549  |  Binds 56  |  HR 10.2%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10.2% (portfolio avg: 6.3%)  |  $818,544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$674,762  |  Subs 837  |  Binds 35  |  HR 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$674,762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$562,881  |  Subs 344  |  Binds 27  |  HR 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6.3%)  |  $562,881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10  |  HR 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155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155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$818,544  |  Subs 549  |  Binds 56  |  HR 10.2%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176% of new business ($598,726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0/7 appointed agencies have submitted (0%)  •  0/7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Insurance – Little Rock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Aea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 Truck Insurance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$8,612,433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(27.8%),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9,424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(32 subs): Rainbow Insurance Ag (17), Marketers General In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(0.6%), Danaco Group (1.6%), Dream Assurance Llc (2.0%)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cancellations &gt;40% of new biz: AMC Agents LLC, American Fleet Insurance, Connect Insurance Agency,. $5,784,348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66%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Protectgo Services L (837s/35b), Dream Assurance Llc (490s/10b), Resolute Insurance G (330s/13b).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(0.6%), Danaco Group (1.6%), Dream Assurance Llc (2.0%).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591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251372246718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DLCJ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265459993687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DAVID KWABENA ASIEDU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251650840107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A&amp;I TRANSPORTS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257079426263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NAY TRANSPORT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263651127297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DFW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265123707524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KP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256901575412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EXPO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$109,590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263137652233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KYS EXPEDITED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267018975626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CTS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267564785910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RENE ROMERO TRUCKING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$72,585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261088261452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OSCAR DANILO PORTILLO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268615595355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GUZMAN LOGISTICS &amp;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258587285435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XXB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264503349173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NFT TEAM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269418915970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POWER 77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$18,980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263280567385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MOTOR COMPANY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268766681952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MGL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251073851778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KWILL INVESTMENTS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250702727424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$48,508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269321288505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SHAUKAT A AKBARI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252138757756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CAPITAL FREIGHT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$133,165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252563214414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BENDER EXPRESS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$2,847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257497534460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Alliance Network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$49,260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$778,867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$2,818,279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256963127112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TRANSPORTS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257119212697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IDEAL 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257603223322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JONATHAN PEROZZI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256197497553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&amp; F HAULING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257321364354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ACHIEVE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250475400001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SAFE TRANSPORT SOLUTIONS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252940277437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GARGOLA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$25,687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256365852428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 JAY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$7,168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257309524559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EAZY FLOW TRUCKING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258551823503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MILESTONES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250484933895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DOWNCEREAUX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$4,062,284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$10,239,359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$477,227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$1,007,458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$621,986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$247,409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$138,062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$-237,466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$4,062,284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$-1,610,067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$4,062,284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($1,610,067)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$2,946,357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$1,610,067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$3,731,605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$7,078,691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$829,893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$2,033,533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$659,419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$570,490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$-292,721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$3,731,605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$659K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$3,731,605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($1,774,486)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$2,750,038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$1,774,486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$818,544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$149,399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$176,997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$69,163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$818,544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$818,544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176% of new business ($598,726)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$674,762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$2,042,598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$-23,705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$674,762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$674,762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$562,881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$1,975,915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$562,881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$562,881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$413,961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$838,486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$141,527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($176,428)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$398,606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$898,817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$738,545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$73,790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$176,862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$-15,892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($165,293)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$165,293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$-62,640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($109,777)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$109,777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($42,203)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