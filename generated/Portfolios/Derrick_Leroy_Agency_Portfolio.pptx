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28,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$12,828,274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$8,974,233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$1,552,633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$2,301,407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$-5,951,151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$34,807,621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$3,557,898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$9,128,508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$4,052,787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$2,930,784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$567,563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$3,685,062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$2,707,031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1833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$811,512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$543,643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$488,217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$369,865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$398,389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$362,160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$331,831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$176,862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$225,008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$90,538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$6,297,474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$5,585,817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$7,120,951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$5,754,598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$4,173,242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$1,729,211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$12,828,274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$8,974,233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9248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66.6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28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772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823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5/25–5/28*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8230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538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6.5%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1,578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1,998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8,230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2,659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2,476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+1,096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-487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$6,297,474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$5,585,817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$7,120,951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$5,754,598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$4,173,242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$1,729,211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$397,336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$-860,657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$28,932,082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$8,974,233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$1,552,633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$-5,951,151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10,194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7,595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1,061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$532,605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$343,293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$28,009,227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$3,298,701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$3,031,847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$3,608,901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$6,532,481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$1,541,312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$1,733,519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$1,346,284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25.0%  ·  Declined: 275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$4,052,787  |  Subs 2659  |  Binds 199  |  HR 7.5%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7.5% (portfolio avg: 6.2%)  |  $4,052,787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$3,685,062  |  Subs 2476  |  Binds 149  |  HR 6.0%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$3,685,062 YTD GWP  |  149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$811,512  |  Subs 540  |  Binds 53  |  HR 9.8%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9.8% (portfolio avg: 6.2%)  |  $811,512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$671,649  |  Subs 823  |  Binds 35  |  HR 4.3%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$671,649 YTD GWP  |  35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$543,643  |  Subs 337  |  Binds 24  |  HR 7.1%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7.1% (portfolio avg: 6.2%)  |  $543,643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119  |  Binds 10  |  HR 8.4%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2771% of new business ($52,603 vs $1,898)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150  |  Binds 2  |  HR 1.3%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1.3% on 150 subs  |  Submissions dropped 54% MoM (59 -&gt; 27)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$3,249  |  Subs 56  |  Binds 2  |  HR 3.6%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($9,281 vs $3,249)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$138,150  |  Subs 472  |  Binds 9  |  HR 1.9%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1.9% on 472 subs  |  Cancellations are 100% of new business ($136,269 vs $135,859)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0/7 appointed agencies have submitted (0%)  •  0/7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Aea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A&amp;e Insurance Service, Inc Dba Arrow Insurance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Duplicate - Crawford-Phillips Truck Insurance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$8,549,361 (67%)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(23.5%), Gabriela Jimenez Dba (23.1%),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9,248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Eagles Insurnace 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(30 subs): Rainbow Insurance Ag (17), Marketers General In (8)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(1.3%), Danaco Group (1.6%), Dream Assurance Llc (1.9%)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AMC Agents LLC, American Fleet Insurance, Connect Insurance Agency,. $5,672,190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67% of premium. Develop mid-tier: Protectgo Services LLC, Justin Wilson, InsurNorth Corp.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Protectgo Services L (823s/35b), Dream Assurance Llc (472s/9b), Resolute Insurance G (326s/12b).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Xgen Insurance Group (1.3%), Danaco Group (1.6%), Dream Assurance Llc (1.9%).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571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263280567385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MOTOR COMPANY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260852975688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MIRACLE MEDAL EXPRESS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264929084834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DHA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251073851778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KWILL INVESTMENTS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256539181546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AAC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Ashish Vaja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$53,697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268905723797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INTEGRATED FORESTRY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$41,588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252563214414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BENDER EXPRESS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257497534460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 Alliance Network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$49,260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264299619684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WOMEN WITH EMPOWERMENT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267736487031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R TRANSPORTING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264125060075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SCAIFE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$17,455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252549371915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MWV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$2,595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254802517024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KANG EXPRESS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256578675424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 A G SERVICES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$11,930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262701859011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ARS HAULING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269724988190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Bahel Ethiopian Mart &amp; Dining , 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269179902704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ZHVANIIA CORP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$32,802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256941395924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SEGARRA CORP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251773746200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TRANSME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$36,931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256252004783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LUIS EXPRESS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268327941548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 EXPRESS LIMITED LIABILITY 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$24,582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252918680844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SAINZ 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$54,006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260272034949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CAPONE LOGISTICS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$26,041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262126329742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MOSMOS TRANS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$6,246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$664,898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26,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$2,367,524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251917323089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MJCAR TRANSPORTATION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254578233124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FINALLYA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256916722426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SILVERMEN MOTOR FREIGHT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$76,587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257752255990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GREAT JOURNEY TRANS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254540463164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TRANSPORTATION SERVICES A&amp;E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253370953439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SLINGSHOT RENTAL LOS ANGELES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258644307501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PALOMO'S TRANSPORT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258974634578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SAVANH EXPRESS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257321364354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ACHIEVE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256197497553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&amp; F HAULING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$8,944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256963127112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TRANSPORTS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$21,988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257119212697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IDEAL XPRESS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257603223322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JONATHAN PEROZZI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26,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$41,830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256416813946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THIRTEEN MOTIONS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256416813946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THIRTEEN MOTIONS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267946212396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TRUELINE FLEET SOLUTIONS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257570911409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A SPEEDY TRUCKING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262543893679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3D MARTI TRANSPORT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265618931906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Valanto14 Trucking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267946212396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TRUELINE FLEET SOLUTIONS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262543893679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3D MARTI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265618931906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Valanto14 Trucking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256477869779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TARA CRAFT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262543893679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3D MARTI TRANSPORT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264228962228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CINDY'S LOGISTICS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Truck Insurance Agen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257570911409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A SPEEDY TRUCKING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$7,076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16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$4,052,787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$2,930,784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$554,440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$-1,554,713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$10,229,861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$3,151,839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$997,960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$606,413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$247,409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$144,138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$-182,111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$4,052,787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$2,930,784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$567,563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$554,440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$-1,554,713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$998K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$4,052,787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$2,930,784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($1,554,713)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$2,930,784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$1,554,713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$3,685,062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$2,707,031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$752,361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$-1,774,486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$7,032,149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$625,690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$1,998,251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$612,876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$527,483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$62,210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$-292,721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$3,685,062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$2,707,031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$752,361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$-1,774,486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$3,685,062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$2,707,031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($1,774,486)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$2,707,031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$1,774,486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$321,978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$5,234,113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$149,399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$88,694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$68,364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$94,423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$45,068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$811,512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$321,978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$-598,726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$811,512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176% of new business ($598,726)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$598,726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$2,039,486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$470,350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$688,937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$131,887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$-109,429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($360,447)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$448,159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$543,643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$1,956,678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$353,335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$-26,535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$543,643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$543,643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($417,467)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$394,723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$417,467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$369,865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$809,745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$286,952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$127,011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$112,786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$488,217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$369,865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$369,865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($176,428)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64 to 31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$369,865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$398,389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$398,389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$362,160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$858,350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$362,160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($175,495)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$298,884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$331,831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$331,831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$331,831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$176,862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$255,769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$709,653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$-1,291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$225,008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$225,008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166% of new business ($150,692)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$90,538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$150,692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$-67,541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472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($136,269)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(472 subs, only 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$-109,777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$-62,640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$-109,777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$133,558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$133,008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83% of new business ($109,777)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$133,008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$109,777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(150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$126,669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($66,131)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$126,034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$29,997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(111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2771% of new business ($52,603)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$52,603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$183,346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$14,537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($9,281)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$3,249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$9,281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