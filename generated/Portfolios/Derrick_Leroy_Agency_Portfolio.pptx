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26,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$12,657,359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$8,846,888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$1,534,676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$2,275,796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$-5,840,987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$34,636,706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$3,820,702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$9,154,360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$3,980,245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$2,898,271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$3,626,944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$2,660,825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$819,253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$488,061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$369,865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$283,205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$225,008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$90,538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$6,367,236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$5,620,349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$7,106,632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$5,747,287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$4,107,318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$1,601,866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$12,657,359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$8,846,888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9061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65.9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738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54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792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5/25–5/26*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8042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543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1,343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1,571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8,042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2,609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-566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2,407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+1,027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+198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$6,367,236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$5,620,349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$7,106,632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$5,747,287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$4,107,318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$1,601,866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$379,378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$28,948,822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$8,846,888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$1,534,676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$-5,840,987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9,991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7,427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$516,318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$327,006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$27,533,829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$3,298,701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$3,031,847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$3,440,934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$1,468,354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$1,650,387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$1,346,284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25.2%  ·  Declined: 270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$3,980,245  |  Subs 2609  |  Binds 198  |  HR 7.6%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7.6% (portfolio avg: 6.4%)  |  $3,980,245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$3,626,944  |  Subs 2407  |  Binds 150  |  HR 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$3,626,944 YTD GWP  |  150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$819,253  |  Subs 537  |  Binds 53  |  HR 9.9%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9.9% (portfolio avg: 6.4%)  |  $819,253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$671,649  |  Subs 805  |  Binds 35  |  HR 4.3%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$671,649 YTD GWP  |  35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$542,931  |  Subs 332  |  Binds 27  |  HR 8.1%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8.1% (portfolio avg: 6.4%)  |  $542,931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119  |  Binds 9  |  HR 7.6%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2771% of new business ($52,603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146  |  Binds 1  |  HR 0.7%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146 subs  |  Submissions dropped 61% MoM (59 -&gt; 23)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$3,249  |  Subs 56  |  Binds 2  |  HR 3.6%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($9,281 vs $3,249)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$819,253  |  Subs 537  |  Binds 53  |  HR 9.9%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176% of new business ($598,726 vs $339,980)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 - National Partner Referral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A&amp;e Insurance Service, Inc Dba Arrow Insurance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Duplicate - Crawford-Phillips Truck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$8,426,442 (67%)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(29.4%),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9,061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Eagles Insurnace 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(30 subs): Rainbow Insurance Ag (17), Marketers General In (8)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(0.7%), Danaco Group (1.7%), Dream Assurance Llc (2.6%)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AMC Agents LLC, American Fleet Insurance, Connect Insurance Agency,. $5,562,026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67% of premium. Develop mid-tier: Protectgo Services LLC, Justin Wilson, InsurNorth Corp.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Protectgo Services L (805s/35b), Dream Assurance Llc (462s/12b), Resolute Insurance G (324s/12b).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Xgen Insurance Group (0.7%), Danaco Group (1.7%), Dream Assurance Llc (2.6%).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578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269724988190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Bahel Ethiopian Mart &amp; Dining ,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261504220555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ALLUPICK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Vitaliy Kononenko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$86,137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269179902704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ZHVANIIA CORP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$32,802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254813724284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MWP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256252004783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LUIS EXPRESS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268327941548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EXPRESS LIMITED LIABILITY 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260272034949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CAPONE LOGISTICS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262126329742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MOSMOS TRANS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$6,246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255323864931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MONOPOLY VIBES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$146,354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269846115495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Gabriela Jimenez Dba First Contemp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EXPEDITE TRANSPORT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266926262057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T&amp;Z ON TIME CARRIERS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250064119950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RAPID RUN COURIER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265647811776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PURA VIDA EXPRESS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251160564655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SWEATS ON TIME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256578675424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 A G SERVICES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$11,930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255642656281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STAR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$28,281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258254363782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S&amp;J FIRST TRUCKING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260528500240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TEGO EXPRESS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$12,374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269021140305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 UP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264228962228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CINDY'S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$30,761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268498532524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BANDGONWHEELZ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$14,954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251261372742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BURGA'S TRANSPORTATION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$24,160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266438618338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SERVICES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$53,387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261404923119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PAUL AND SONS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$713,679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24,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$2,637,211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256643932559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BREEZEWAY TRANSPORTATION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253985038140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TOOKES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253884549686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G&amp;G LOGISTIC SERVICES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257752255990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GREAT JOURNEY TRANS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254540463164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TRANSPORTATION SERVICES A&amp;E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251917323089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MJCAR TRANSPORTATION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254578233124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FINALLYA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253370953439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SLINGSHOT RENTAL LOS ANGELES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258644307501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PALOMO'S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256916722426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SILVERMEN MOTOR FREIGHT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$76,587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258974634578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SAVANH EXPRESS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257603223322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JONATHAN PEROZZI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$2,427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24,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$5,803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259810923511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EXPRESS HAULERS LOGISTICS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260431447421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JJA TRUCKING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260431447421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JJA TRUCKING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259810923511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EXPRESS HAULERS LOGISTICS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259810923511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EXPRESS HAULERS LOGISTICS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5 of 5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$3,980,245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$2,898,271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$532,369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$-1,542,484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$10,157,320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$3,192,036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$925,418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$573,900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$229,451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$122,067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$-169,882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$3,980,245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$2,898,271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$532,369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$-1,542,484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$3,980,245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$2,898,271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($1,542,484)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$2,898,271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$1,542,484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$3,626,944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$2,660,825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$-1,749,094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$6,974,030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$1,940,979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$554,757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$481,277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$-267,329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$3,626,944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$2,660,825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$740,449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$-1,749,094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$3,626,944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$2,660,825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($1,749,094)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$2,660,825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$1,749,094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$819,253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$5,241,854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$950,015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$157,253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$96,547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$93,781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$44,426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$819,253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$329,719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$-598,726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$819,253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176% of new business ($598,726)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$598,726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$2,039,486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$654,552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$131,887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$-109,429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($360,447)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$448,159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$1,955,965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$-26,535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($417,467)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$394,723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$417,467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$488,061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$369,865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$286,782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$112,786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$488,061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$369,865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$118,197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$488,061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$369,865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($176,428)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64 to 28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$369,865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$54,658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90 to 44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$362,100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$858,291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$362,100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($175,495)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$298,884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$690,514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$283,205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$283,205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$128,235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$255,769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$709,653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$-1,291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$225,008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$225,008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166% of new business ($150,692)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$90,538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$150,692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$-26,659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($95,387)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(462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$-78,116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$-78,116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$133,558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$133,008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($78,116)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$133,008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$78,116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$126,669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$126,034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$29,997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(110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$148,804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2771% of new business ($52,603)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$52,603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$59,679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($9,281)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$3,249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