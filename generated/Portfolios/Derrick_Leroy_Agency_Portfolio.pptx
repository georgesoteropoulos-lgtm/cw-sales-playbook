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Derrick Leroy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20, 2026  |  30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Derrick Leroy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30 Total Agencies  |  27 Active  |  3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$12,001,648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$8,296,298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$1,484,138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$2,221,212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$-5,485,174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8809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8088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$35,113,318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$33,980,995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$42,135,981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$3,468,062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$9,068,373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$3,741,882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$2,716,654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$522,391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$3,529,271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$2,558,987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2334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$777,594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$592,762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$539,591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$390,305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$398,765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$388,100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$283,728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$327,051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$278,434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$36,076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$282,308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$128,235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$222,748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$88,282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$154,706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$6,386,480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$5,540,624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$7,072,870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$5,722,638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$3,569,097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$1,051,276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1340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$12,001,648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$8,296,298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8809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(3)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Awesome Group Llc Dba Phoenix Services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Meadors Adams And Lee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65.6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137%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27 of 30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706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758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39.3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135%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5/18–5/20*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7790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532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6.8%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1,542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1,347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1,508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2,017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-6%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1,294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-33%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7,790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6.8%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9,193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2,547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-628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2,334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+954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781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-470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454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-505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-205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+186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+138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+46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30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$6,386,480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$138,061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$-1,005,088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1,511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$5,540,624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$138,964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$-961,674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1,868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$7,072,870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$497,267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$-1,943,538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2,301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$5,722,638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$381,006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$-1,180,193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$3,569,097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$1,051,276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$328,841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$-394,680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1,003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$28,291,710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$8,296,298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$1,484,138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$-5,485,174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9,711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7,217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1,026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583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$477,934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$300,171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$38,768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ND, NM,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1,098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$27,028,812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$3,298,701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$3,031,847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$3,440,934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$6,532,481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18.1%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$1,342,433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$1,418,444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$1,260,147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$2,876,949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(50%)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399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25.5%  ·  Declined: 255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8809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781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Convoy Trucking Insurance Agen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Valeria Quintana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 Talib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Kyle Duty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Connor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Ali Boyko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Colton Duty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Sanders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Adiam G Hagos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Duncan Furrh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RUBEN Saucedo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 Fabyanchuk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Mickey Scott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19.4%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Samuel Dunlap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Yurisay Gomez Fuenmayor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Gabriela Jimenez Dba First Con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Abbott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SUSAN HEDARY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Truck Insurance Agency 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7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$3,741,882  |  Subs 2547  |  Binds 198  |  HR 7.8%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7.8% (portfolio avg: 6.4%)  |  $3,741,882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$3,529,271  |  Subs 2334  |  Binds 143  |  HR 6.1%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$3,529,271 YTD GWP  |  143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$777,594  |  Subs 531  |  Binds 53  |  HR 10.0%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10.0% (portfolio avg: 6.4%)  |  $777,594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$592,762  |  Subs 781  |  Binds 34  |  HR 4.4%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$592,762 YTD GWP  |  34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$539,591  |  Subs 326  |  Binds 25  |  HR 7.7%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7.7% (portfolio avg: 6.4%)  |  $539,591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$61,340  |  Subs 116  |  Binds 10  |  HR 8.6%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2753% of new business ($52,252 vs $1,898)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$550  |  Subs 53  |  Binds 2  |  HR 3.8%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1688% of new business ($9,281 vs $550)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139  |  Binds 2  |  HR 1.4%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1.4% on 139 subs  |  Submissions dropped 73% MoM (59 -&gt; 16)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$4,789  |  Subs 17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 submissions with 0 binds - zero conversion  |  8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$777,594  |  Subs 531  |  Binds 53  |  HR 10.0%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168% of new business ($571,809 vs $339,980)  |  New business dropped sharply MoM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0/6 appointed agencies have submitted (0%)  •  0/6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BTC Insurance - National Partner Referral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Leonard R Amell Ins Agency Inc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Arrow Insurance Services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Crawford-Phillips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Duplicate - Crawford-Phillips Truck Insurance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(American Fleet Insurance, AMC Agents LLC, Connect Insurance Agency,) drive $8,048,747 (67%)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Legacy Truck Insuran (25.0%), Gabriela Jimenez Dba (19.2%), David Sandoz (15.4%)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8,809 total submissions across 27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with zero Jan–May 2026 activity: Awesome Group Llc Db, Eagles Insurnace Age, Meadors Adams And 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(30 subs): Rainbow Insurance Ag (17), Marketers General In (8)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Xgen Insurance Group (1.4%), Danaco Group (1.8%), ECO INSURANCE SERVIC (1.9%)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cancellations &gt;40% of new biz: AMC Agents LLC, American Fleet Insurance, Connect Insurance Agency,. $5,206,213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67% of premium. Develop mid-tier: Protectgo Services LLC, Justin Wilson, Resolute Insurance Group . Target 25-50% growth each.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American Fleet Insurance, AMC Agents LLC, Connect Insurance Agency,. Increase submission volume 20% through marketing support and referral incentives.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8 agencies with 30+ subs and some binds but &lt;5% HR: Protectgo Services L (781s/34b), Dream Assurance Llc (454s/14b), Resolute Insurance G (312s/12b). Small HR improvements on large volume = significant premium lift.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Protect Renewal Book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$1,484,138 in Q1 renewal premium. Proactively engage renewal agencies 60 days pre-expiration to maximize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Last 25 Bound Submissions  |  566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269021140305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 UP TRANSPORTATION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255642656281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NEW STAR TRANSPORT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$31,823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255469442384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VELASCO TRANSPORT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$100,584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253037269313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MDH TRANSPORTATION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$21,560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255446420436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 &amp; D RESIDENTIAL SERVICES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$22,851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253943863796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PRIME PATH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$41,238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258587285435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XXB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$54,851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254068799255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PRIME PATH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$242,756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255447605679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ELG TRANSPORTATIONS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RUBEN Saucedo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$126,645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257520254189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ELYSIUM EXPRESS LOGISTICS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267826515776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 G EXPRESS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$35,031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268866889440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JACKSON EXPRESS LOGISTICS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$19,303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264777764255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Gabriela Jimenez Dba First Contemp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EXPEDITE TRANSPORT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$6,156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251036448377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FASTER DESTINATION TRANSPORTATIO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$19,515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254546802135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HARTS TRANSPORTATION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$40,294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256786979260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TRACKNET TRANSPORT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$14,536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260424015794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SARI LOGISTICS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Adiam G Hagos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269179902704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ZHVANIIA CORP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$32,802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269188307208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UNITED APEX TRUCKING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$21,349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260432766446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GTO CARRIER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$14,898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266489216784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PACIFIC OCEAN EXPRESS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$20,166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263479886359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MOTOR SPORTS TRANSPORTATION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$22,210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262126329742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MOSMOS TRANS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$6,246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259066289192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OSUMI TRANS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$43,722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252307291822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COACH TRUCKING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$25,876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$998,817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Active in-force policies expiring through Aug 18,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$2,413,929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254951815052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A&amp;J ON A MISSION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$25,350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NV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250205552727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GREY GHOST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253544581710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 CARGO INC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$2,634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258876092707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 W CANE &amp; SON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254893812648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STARTRANSPORT II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252207011873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BIG RICH ELITE TRUCKING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$10,095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257469231057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Boricua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255353926623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FLY TOP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250943768959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JESUS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$23,545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OH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253985038140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TOOKES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256643932559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BREEZEWAY TRANSPORTATION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253884549686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G&amp;G LOGISTIC SERVICES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259379407496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MOVU ENTERPRISES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9d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$1,972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225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Policies with cancellation_date on or before Aug 18,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Ft.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$3,741,882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$2,716,654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$522,391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$502,837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$-1,459,008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$10,036,378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$9,918,957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$343,862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$3,113,175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$654,416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$479,546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$-145,816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$866,892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$600,573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$201,239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$-394,900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$956,518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$828,068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$92,681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$-564,226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$577,000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$416,184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$-267,659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$687,055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$392,283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$202,237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$92,535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$-86,406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$3,741,882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$2,716,654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$522,391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$502,837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$-1,459,008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$3.7M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$3,741,882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$2,716,654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($1,459,008)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$2,716,654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$1,459,008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Abilene TX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$3,529,271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$2,558,987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$744,614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$-1,573,559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$5,217,115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$6,876,357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$1,836,796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$554,413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$489,355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$-199,443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$400,407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$311,034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$58,765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$-146,893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$1,160,900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$685,269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$407,819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$-821,485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$956,467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$693,891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$104,067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$158,509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$-313,944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$457,084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$379,439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$54,462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$-91,794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$3,529,271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$2,558,987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$744,614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$-1,573,559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2334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2209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$457K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$3.5M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$3,529,271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$2,558,987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($1,573,559)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$2,558,987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$1,573,559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Texas  |  City: Mansfield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$777,594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$288,059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$-571,809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$5,597,887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$5,200,195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$190,102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$991,915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$282,948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$-219,799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$157,253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$20,586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$96,547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$-178,319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$58,911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$68,894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$-122,061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$50,562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$-47,369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$52,121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$49,355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$-4,261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$777,594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$288,059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$-571,809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$777,594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($571,809)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52%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$339,980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$571,809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$592,762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$343,482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$193,624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$-355,745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$2,316,280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$1,960,599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$708,981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$107,337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$32,679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$74,658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$-80,228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$110,798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$77,437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$139,452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$72,414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$182,176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$53,000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$32,728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$-104,727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$592,762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$343,482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$193,624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$-355,745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$592,762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$343,482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104% of new business ($355,745)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$343,482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$355,745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DeSoto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$539,591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$390,305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$134,226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$-408,008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$1,960,019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$1,952,626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$353,335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$407,825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$202,050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$-134,262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$29,530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$-74,841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$-48,466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$184,819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$-133,364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$-1,687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$-17,075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$539,591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$390,305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$134,226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$-408,008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$539,591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$390,305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105% of new business ($408,008)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93%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$390,305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$408,008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Arkansas  |  City: Little Rock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$398,765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$1,269,492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$1,235,901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$243,518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$194,791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$193,202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$147,385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$144,999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$-100,328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$55,288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$9,580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$398,765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$3,639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$398,765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90 to 32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$383,908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$123,387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Granbury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$388,100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$283,728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$104,372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$1,276,105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$709,629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$109,590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$213,439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$50,095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$120,870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$67,578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$53,292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$-37,733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$-45,122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$139,860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$128,778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$26,895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$26,649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$388,100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$283,728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$104,372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$388,100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$283,728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62% of new business ($176,428)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$283,728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$176,428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MI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$327,051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$278,434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$12,541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$823,242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$199,354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$208,028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$-119,101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$78,821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$70,406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$-49,479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$18,063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$17,706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$327,051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$278,434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$36,076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$12,541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$327,051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$278,434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63% of new business ($175,495)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$278,434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$175,495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$282,308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$128,235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$251,261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$-97,189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$1,268,463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$689,617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$565,741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$166,360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$362,175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$5,488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$24,862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$22,810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$2,052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$282,308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$128,235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$-97,189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$282,308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$128,235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$128,235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$251,261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$222,748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$88,282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$134,466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$705,558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$707,393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$300,511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$39,911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$-42,578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$-70,262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$14,642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$14,601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$-1,291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$222,748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$88,282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$134,466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$222,748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$88,282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171% of new business ($150,692)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$88,282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$150,692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$154,706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$43,059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$296,542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$70,072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$15,732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$154,706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$43,059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$154,706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($41,647)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16 to 7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$96,575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$41,647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$219,698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$-2,267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$-70,995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($70,995)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$70,995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139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16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(139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Gabriela Jimenez Dba First Contempo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$124,187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$122,745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$1,441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$287,779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$68,126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$61,156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$-28,753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$10,474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$9,756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$124,187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$122,745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$1,441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$124,187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$122,745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54% of new business ($66,131)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$122,745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$66,131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$96,425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$-16,117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$104,880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$79,758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$29,997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Pinehurst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$101,347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$101,122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$51,040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$51,040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$101,897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$101,347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$101,897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$101,347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47% of new business ($47,137)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$101,347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$47,137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AR  |  City: Jonesboro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$132,742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$10,518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$66,462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$41,804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($10,518)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$24,063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$10,518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$227,426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$-11,066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$25,773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$79,044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$79,044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$78,864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($37,510)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$78,864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$37,510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$71,532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$53,867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$71,532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$71,532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$38,767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1.9% hit ratio on 108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(108 subs, only 2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$38,767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 Central  |  State: NA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$-3,692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$64,070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 to 2 MoM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$64,070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$441,561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$149,454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$-20,305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$-52,252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$61,340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$1,898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2753% of new business ($52,252)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$1,898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$52,252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David Sandoz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Rusk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$59,679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$41,928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$100,584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55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(55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$-384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up 2276% month-over-month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$66,351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1688% of new business ($9,281)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$550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$9,281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