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Derrick Leroy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22, 2026  |  28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Derrick Leroy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28 Total Agencies  |  27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$12,419,675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$8,641,080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$1,534,676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$2,243,920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$-5,605,948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$35,113,318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$34,399,022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$42,135,981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$3,673,801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$9,325,410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$3,969,486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$2,898,271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$549,605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$3,543,315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$2,575,409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$796,349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$671,649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$542,931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$394,723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$401,925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$283,728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$398,135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$341,650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$278,434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$283,205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$6,190,955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$5,600,085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$7,091,920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$5,908,747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$3,881,329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$1,396,058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$12,419,675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$8,641,080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8980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67.7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28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733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786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39.3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5/18–5/22*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7960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545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6.8%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2,013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1,475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7,960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9,193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2,595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-580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2,388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+1,008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-501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+193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28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$6,190,955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$138,061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$-1,005,088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1,509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$5,600,085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$138,964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$-961,674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$7,091,920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$497,267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$-1,943,538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2,301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$5,908,747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$381,006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$-1,180,193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1,696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$3,881,329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$1,396,058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$379,378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$-515,454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1,526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1,151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$28,673,037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$8,641,080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$1,534,676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$-5,605,948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9,897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7,366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1,044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$477,934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$300,171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$38,768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ND, NM,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$27,301,339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$3,298,701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$3,031,847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$3,440,934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$6,532,481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$1,468,354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$1,504,033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$1,260,147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$2,876,949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566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25.4%  ·  Declined: 263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Valeria Quintana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 Talib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Kyle Duty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Sanders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Colton Duty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Duncan Furrh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 Fabyanchuk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Mickey Scott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Samuel Dunlap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Yurisay Gomez Fuenmayor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Gabriela Jimenez Dba First Con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Abbott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SUSAN HEDARY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Truck Insurance Agency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$3,969,486  |  Subs 2595  |  Binds 201  |  HR 7.7%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7.7% (portfolio avg: 6.5%)  |  $3,969,486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$3,543,315  |  Subs 2388  |  Binds 147  |  HR 6.2%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$3,543,315 YTD GWP  |  147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$796,349  |  Subs 533  |  Binds 55  |  HR 10.3%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10.3% (portfolio avg: 6.5%)  |  $796,349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$671,649  |  Subs 791  |  Binds 36  |  HR 4.6%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$671,649 YTD GWP  |  36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$542,931  |  Subs 332  |  Binds 26  |  HR 7.8%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7.8% (portfolio avg: 6.5%)  |  $542,931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$61,340  |  Subs 118  |  Binds 9  |  HR 7.6%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2771% of new business ($52,603 vs $1,898)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145  |  Binds 1  |  HR 0.7%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145 subs  |  Submissions dropped 63% MoM (59 -&gt; 22)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$4,789  |  Subs 17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 submissions with 0 binds - zero conversion  |  8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$3,249  |  Subs 55  |  Binds 2  |  HR 3.6%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286% of new business ($9,281 vs $3,249)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$796,349  |  Subs 533  |  Binds 55  |  HR 10.3%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173% of new business ($589,596 vs $339,980)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BTC Insurance - National Partner Referral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Leonard R Amell Ins Agency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A&amp;e Insurance Service, Inc Dba Arrow Insurance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Crawford-Phillips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Duplicate - Crawford-Phillips Truck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(American Fleet Insurance, AMC Agents LLC, Connect Insurance Agency,) drive $8,309,149 (67%)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Legacy Truck Insuran (29.4%), Gabriela Jimenez Dba (23.1%), David Sandoz (15.4%)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8,980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Eagles Insurnace 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(30 subs): Rainbow Insurance Ag (17), Marketers General In (8)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Xgen Insurance Group (0.7%), Danaco Group (1.8%), ECO INSURANCE SERVIC (1.8%)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cancellations &gt;40% of new biz: AMC Agents LLC, American Fleet Insurance, Connect Insurance Agency,. $5,279,850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67% of premium. Develop mid-tier: Protectgo Services LLC, Justin Wilson, InsurNorth Corp. Target 25-50% growth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American Fleet Insurance, AMC Agents LLC, Connect Insurance Agency,. Increase submission volume 20% through marketing support and referral incentives.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Protectgo Services L (791s/36b), Dream Assurance Llc (458s/12b), Resolute Insurance G (320s/14b). Small HR improvements on large volume = significant premium lift.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Xgen Insurance Group (0.7%), Danaco Group (1.8%), ECO INSURANCE SERVIC (1.8%). Conduct submission quality training to lift conversion 2-3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Last 25 Bound Submissions  |  579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269846115495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Gabriela Jimenez Dba First Contemp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EXPEDITE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$61,017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266926262057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T&amp;Z ON TIME CARRIERS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$4,193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251160564655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SWEATS ON TIME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$25,865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256578675424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 A G SERVICES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255642656281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STAR 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$28,281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258254363782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S&amp;J FIRST TRUCKING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260528500240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TEGO EXPRESS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269021140305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 UP TRANSPORTATION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264228962228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CINDY'S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$30,761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268498532524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BANDGONWHEELZ TRUCKING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266438618338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SERVICES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$53,387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256252004783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LUIS EXPRESS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261404923119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PAUL AND SONS TRUCKING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266413044162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VLADIMIR J FLEITES GONZALEZ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257912235505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COPA TRANSPORTATION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$52,963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266327109453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J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253643761403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AYC NATIONAL TRUCK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266147255202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STRONGARM TRANSPORTER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$25,466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268348087509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S&amp;S LOGISTICS GROUP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$15,004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$100,584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253037269313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MDH TRANSPORTATION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255446420436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 &amp; D RESIDENTIAL SERVICES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$22,851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253943863796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PATH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$41,238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255447605679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ELG TRANSPORTATIONS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$126,645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267826515776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 G EXPRESS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$35,031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$786,925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Active in-force policies expiring through Aug 20,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$2,465,212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257469231057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252207011873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BIG RICH ELITE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255353926623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FLY TOP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253985038140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TOOKES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$5,730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253884549686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G&amp;G LOGISTIC SERVICES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256643932559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BREEZEWAY TRANSPORTATION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257752255990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GREAT JOURNEY TRANS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$6,319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258644307501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PALOMO'S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254540463164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TRANSPORTATION SERVICES A&amp;E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$13,205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251917323089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MJCAR TRANSPORTATION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$5,118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253370953439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SLINGSHOT RENTAL LOS ANGELES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$2,179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256916722426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SILVERMEN MOTOR FREIGHT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$76,587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222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Policies with cancellation_date on or before Aug 20,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$12,652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$12,652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Insured Broker Req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253094676980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TARA SPEED KENNEDY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259379407496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MOVU ENTERPRISES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Mickey Scott Insurance Agen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259379407496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MOVU ENTERPRISES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Mickey Scott Insurance Agen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Ft.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$3,969,486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$2,898,271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$549,605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$521,610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$-1,496,608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$10,036,378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$10,146,561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$3,239,933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$654,416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$479,546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$-145,816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$866,892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$-394,900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$956,518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$828,068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$92,681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$-564,226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$577,000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$416,184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$914,659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$573,900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$229,451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$111,308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$3,969,486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$2,898,271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$549,605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$521,610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$-1,496,608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$3,969,486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$2,898,271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($1,496,608)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$2,898,271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$1,496,608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Abilene 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$3,543,315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$2,575,409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$742,236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$-1,624,432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$5,217,115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$6,890,401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$1,879,162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$489,355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$-199,443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$400,407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$311,034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$58,765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$-146,893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$1,160,900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$685,269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$407,819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$-821,485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$956,467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$693,891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$104,067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$158,509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$-313,944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$471,128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$395,861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$52,084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$-142,667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$3,543,315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$2,575,409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$742,236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$-1,624,432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$3,543,315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$2,575,409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63% of new business ($1,624,432)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$2,575,409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$1,624,432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Texas  |  City: Mansfield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$796,349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$306,814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$-589,596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$5,597,887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$5,218,950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$1,017,780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$282,948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$-219,799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$157,253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$96,547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$-178,319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$58,911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$-122,061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$-47,369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$70,876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$-22,048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$796,349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$306,814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$-589,596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$796,349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173% of new business ($589,596)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$339,980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$589,596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$671,649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$167,835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$2,039,486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$470,350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$681,341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$32,679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$74,658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$-80,228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$110,798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$77,437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$139,452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$72,414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$182,176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$131,887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$-109,429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$671,649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$167,835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$671,649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($360,447)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$448,159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DeSoto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$542,931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$394,723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$1,955,965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$390,969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$-134,262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$29,530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$-74,841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$-48,466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$184,819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$-133,364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$-26,535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$542,931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$394,723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$542,931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$394,723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($417,467)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$394,723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$417,467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Granbury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$401,925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$1,276,105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$723,453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$286,782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$50,095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$120,870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$67,578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$53,292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$-37,733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$-45,122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$139,860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$128,778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$401,925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$283,728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$118,197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$401,925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$283,728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($176,428)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$283,728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$176,428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Arkansas  |  City: Little Rock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$1,269,492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$1,235,271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$361,931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$194,791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$193,202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$147,385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$144,999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$-100,328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$54,658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$398,135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$3,009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$398,135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90 to 40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$383,908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$123,387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MI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$278,434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$837,841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$208,028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$-119,101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$78,821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$70,406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$-49,479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$32,662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$341,650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$278,434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$341,650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$278,434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63% of new business ($175,495)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$278,434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$175,495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$1,268,463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$690,514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$577,148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$362,175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$5,488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$283,205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$283,205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$128,235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$255,769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$222,752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$705,558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$707,397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$39,911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$-42,578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$-70,262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$-1,291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$222,752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171% of new business ($150,692)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$88,282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$150,692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$70,072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($41,647)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$96,575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$41,647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458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($70,995)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(458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Pinehurst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$133,558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$133,008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$133,008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$47,137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Gabriela Jimenez Dba First Contempo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$-28,753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$126,669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($66,131)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$126,034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$66,131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$104,880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$29,997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$78,864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($37,510)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$78,864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$37,510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AR  |  City: Jonesboro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$66,462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$41,804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($10,518)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$24,063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$71,532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109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(109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$38,767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 Central  |  State: NA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$-3,692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$64,070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$64,070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$148,804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$-20,305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$61,340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$1,898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2771% of new business ($52,603)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$1,898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$52,603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Rusk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$59,679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$41,928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56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(56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$-384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up 2276% month-over-month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286% of new business ($9,281)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$3,249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$9,281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