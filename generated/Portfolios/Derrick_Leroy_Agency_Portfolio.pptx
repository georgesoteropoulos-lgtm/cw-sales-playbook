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$12,982,575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$9,080,792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$1,552,633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$2,349,150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$-6,033,311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$34,961,921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$4,030,854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$9,476,859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$4,062,284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$2,946,357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$567,563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$3,731,605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$2,750,038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$818,544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$674,762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$562,881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$516,958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$402,626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$331,235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$6,350,030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$5,662,949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$7,265,072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$5,812,172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$4,687,355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$1,835,770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$12,982,575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$9,080,792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9420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844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8402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561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6.7%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1,578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8,402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2,532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+1,152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-455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$6,350,030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$5,662,949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$7,265,072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$5,812,172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$4,687,355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$1,835,770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$397,336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$-942,818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2,007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$29,777,577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$9,080,792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$1,552,633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$-6,033,311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10,376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7,740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1,091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$532,605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$343,293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$28,671,109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$3,442,676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$3,776,324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$3,165,012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$1,541,312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$1,841,248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$1,455,874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25.1%  ·  Declined: 280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$4,062,284  |  Subs 2710  |  Binds 205  |  HR 7.6%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7.6% (portfolio avg: 6.3%)  |  $4,062,284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$3,731,605  |  Subs 2532  |  Binds 158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$3,731,605 YTD GWP  |  158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$818,544  |  Subs 546  |  Binds 56  |  HR 10.3%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10.3% (portfolio avg: 6.3%)  |  $818,544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$674,762  |  Subs 837  |  Binds 35  |  HR 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$674,762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$562,881  |  Subs 344  |  Binds 28  |  HR 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6.3%)  |  $562,881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10  |  HR 8.4%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155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155 subs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$818,544  |  Subs 546  |  Binds 56  |  HR 10.3%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176% of new business ($598,726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0/7 appointed agencies have submitted (0%)  •  0/7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Insurance – Little Rock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Aea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 Truck Insurance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$8,612,433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(27.8%),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9,420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(32 subs): Rainbow Insurance Ag (17), Marketers General In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(0.6%), Danaco Group (1.6%), Dream Assurance Llc (2.0%)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with cancellations &gt;40% of new biz: AMC Agents LLC, American Fleet Insurance, Connect Insurance Agency,. $5,784,348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66%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Protectgo Services L (837s/35b), Dream Assurance Llc (490s/10b), Resolute Insurance G (330s/13b).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(0.6%), Danaco Group (1.6%), Dream Assurance Llc (2.0%).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595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251372246718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DLCJ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265459993687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DAVID KWABENA ASIEDU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251650840107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A&amp;I TRANSPORTS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257079426263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NAY TRANSPORT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263479886359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MOTOR SPORTS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263651127297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DFW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265123707524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KP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256901575412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EXPO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$109,590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263137652233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KYS EXPEDITED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Vitaliy Kononenko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267018975626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CTS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267564785910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RENE ROMERO TRUCKING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$72,585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261088261452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OSCAR DANILO PORTILLO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268615595355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GUZMAN LOGISTICS &amp;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258587285435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XXB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264503349173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NFT TEAM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269418915970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POWER 77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$18,980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263280567385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MOTOR COMPANY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268766681952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MGL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264929084834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DHA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$13,324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251073851778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KWILL INVESTMENTS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$44,516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250702727424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SMS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$48,508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269321288505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SHAUKAT A AKBARI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252138757756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CAPITAL FREIGHT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$133,165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252563214414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BENDER EXPRESS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$2,847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257497534460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Alliance Network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$49,260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$778,867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$2,851,963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258974634578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SAVANH EXPRESS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256963127112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TRANSPORTS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256197497553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&amp; F HAULING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257119212697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IDEAL XPRESS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257603223322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JONATHAN PEROZZI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257321364354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ACHIEVE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256365852428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 JAY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$41,050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250475400001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SAFE TRANSPORT SOLUTIONS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$3,594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252940277437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GARGOLA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$25,687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257309524559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EAZY FLOW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258551823503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MILESTONES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$1,624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231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$4,062,284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$2,946,357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$548,365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$10,239,359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$477,227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$3,177,340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$1,007,458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$621,986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$247,409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$138,062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$-237,466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$4,062,284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$2,946,357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$567,563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$548,365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$-1,610,067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$4,062,284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$2,946,357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($1,610,067)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$2,946,357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$1,610,067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$3,731,605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$2,750,038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$755,897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$-1,774,486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$7,078,691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$829,893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$2,047,446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$659,419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$570,490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$65,745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$-292,721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$3,731,605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$2,750,038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$755,897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$-1,774,486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$659K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$3,731,605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$2,750,038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($1,774,486)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$2,750,038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$1,774,486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$818,544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$5,241,145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$149,399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$88,694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$176,997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$69,163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$100,655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$818,544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$818,544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176% of new business ($598,726)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$598,726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$674,762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$170,948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$2,042,598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$135,000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$-23,705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$674,762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$170,948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$674,762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$562,881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$1,975,915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$438,574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$562,881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$562,881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$413,961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$838,486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$155,752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$141,527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$516,958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$516,958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($176,428)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$398,606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$898,817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$402,626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$402,626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$398,656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$398,656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$-101,396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$738,545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$73,790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$331,235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$-101,396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$331,235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$176,862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$709,653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$-15,892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$-165,293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($165,293)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$90,538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$165,293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$-67,541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($136,269)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(490 subs, only 10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$-109,777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$-62,640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$-109,777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($109,777)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$109,777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155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($42,203)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(112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