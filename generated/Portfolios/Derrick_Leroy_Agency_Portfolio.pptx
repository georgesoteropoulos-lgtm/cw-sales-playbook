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Derrick Leroy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Jan–Jun 2026  |  Generated June 01, 2026  |  28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Derrick Leroy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28 Total Agencies  |  27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$13,128,614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$9,083,261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$1,694,981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$2,350,372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$-6,075,994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$35,113,318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$30,915,213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$42,135,981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$4,030,854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$9,502,876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$4,116,910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$2,946,357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$622,188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$3,784,839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$2,750,038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$278,904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$821,013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$342,449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$709,250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$90,143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$564,103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$413,961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$516,958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$398,606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$402,626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$298,884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$398,656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$331,235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$176,862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$225,008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$90,538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$6,141,488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$5,572,025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$7,281,120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2299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$5,931,138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$4,672,755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$1,835,770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2011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275320" y="4581144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275320" y="46177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732520" y="461772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$13,128,614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509760" y="461772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$9,083,261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241280" y="461772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9430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744200" y="46177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593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201400" y="461772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8229600" y="5029200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8321040" y="50474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321040" y="5376672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55.4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-9%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133%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28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Jan–Jun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794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845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40.2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12–22  (Mar–Jun)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135%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5/25–5/31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6199632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199632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09360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6/1–6/1*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55280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686800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555480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287000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064240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Jan–Jun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9430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593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6.3%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1,799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1,628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2,046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1,998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1,953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78104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" y="378104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19656" y="37810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34056" y="378104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55848" y="37810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2,283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0248" y="378104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2880" y="4032504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4078224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3816" y="40782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9,430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19656" y="40782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34056" y="4078224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40782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11,476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0248" y="40782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-18%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2,714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-1,047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2,534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+749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-819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-802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-307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+178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-275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+76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28 Total Agencies  |  Jan–Jun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$6,141,488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$138,061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$-1,005,088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$5,572,025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$138,964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$-961,674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1,868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$7,281,120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$497,267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$-1,943,538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2,299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$5,931,138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$381,006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$-1,180,193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1,695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$4,672,755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$1,835,770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$397,336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$-942,818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2,011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1,528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45535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45535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45535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$2,470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45535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$142,348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45535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$-42,682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45535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419855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3493007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3493007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$29,598,526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37560" y="3493007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$9,083,261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63440" y="3493007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$1,694,981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97879" y="3493007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$-6,075,994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865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10,386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009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7,745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153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1,085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29799" y="3493007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" y="3941063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$532,605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$343,293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ND, NM,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$28,671,109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$3,442,676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$3,776,324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$3,165,012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$6,532,481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$1,541,312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$1,841,248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$1,455,874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$2,876,949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25.1%  ·  Declined: 280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Valeria Quintana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 Talib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Kyle Duty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Connor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Ali Boyko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Sanders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Colton Duty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RUBEN Saucedo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Adiam G Hagos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Duncan Furrh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 Fabyanchuk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Samuel Dunlap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Mickey Scott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Yurisay Gomez Fuenmayor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Gabriela Jimenez Dba First Con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Abbott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Truck Insurance Agency 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27.8%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SUSAN HEDARY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7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$4,116,910  |  Subs 2714  |  Binds 204  |  HR 7.5%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7.5% (portfolio avg: 6.3%)  |  $4,116,910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$3,784,839  |  Subs 2534  |  Binds 157  |  HR 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$3,784,839 YTD GWP  |  157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$821,013  |  Subs 550  |  Binds 56  |  HR 10.2%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10.2% (portfolio avg: 6.3%)  |  $821,013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$709,250  |  Subs 837  |  Binds 35  |  HR 4.2%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$709,250 YTD GWP  |  35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$564,103  |  Subs 344  |  Binds 28  |  HR 8.1%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8.1% (portfolio avg: 6.3%)  |  $564,103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$61,340  |  Subs 119  |  Binds 9  |  HR 7.6%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2771% of new business ($52,603 vs $1,898)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155  |  Binds 1  |  HR 0.6%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155 subs  |  New business dropped sharply MoM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$4,789  |  Subs 17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 submissions with 0 binds - zero conversion  |  8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$3,249  |  Subs 56  |  Binds 2  |  HR 3.6%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286% of new business ($9,281 vs $3,249)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$821,013  |  Subs 550  |  Binds 56  |  HR 10.2%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175% of new business ($598,726 vs $342,449)  |  Submissions dropped 99% MoM (84 -&gt; 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0/7 appointed agencies have submitted (0%)  •  0/7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G&amp;G Insurance – Little Rock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Aea Insurance Agency,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BTC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Leonard R Amell Ins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 Agency Inc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A&amp;e Insurance Service, Inc Dba Arrow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Crawford-Phillips Truck Insurance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Portfolio  |  Jan–Jun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(American Fleet Insurance, AMC Agents LLC, Connect Insurance Agency,) drive $8,722,763 (66%)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Legacy Truck Insuran (27.8%), Gabriela Jimenez Dba (23.1%), David Sandoz (15.4%)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Jan–Jun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9,430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Jan–Jun 2026 activity: Eagles Insurnace 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(32 subs): Rainbow Insurance Ag (17), Marketers General In (10)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Xgen Insurance Group (0.6%), Danaco Group (1.6%), Dream Assurance Llc (2.0%)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17 agencies with cancellations &gt;40% of new biz: AMC Agents LLC, American Fleet Insurance, Connect Insurance Agency,. $5,827,030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66% of premium. Develop mid-tier: Protectgo Services LLC, Justin Wilson, InsurNorth Corp. Target 25-50% growth each.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American Fleet Insurance, AMC Agents LLC, Connect Insurance Agency,. Increase submission volume 20% through marketing support and referral incentives.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Arrest Declining Submission Volume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50%+ MoM drops: AMC Agents LLC (603-&gt;2), American Fleet Insur (559-&gt;3), Connect Insurance Ag (84-&gt;1). Investigate root causes.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30+ subs and some binds but &lt;5% HR: Protectgo Services L (837s/35b), Dream Assurance Llc (490s/10b), Resolute Insurance G (330s/14b). Small HR improvements on large volume = significant premium lift.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Last 25 Bound Submissions  |  592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251372246718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DLCJ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265459993687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DAVID KWABENA ASIEDU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251650840107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A&amp;I TRANSPORTS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$13,919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257079426263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NAY TRANSPORT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263479886359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MOTOR SPORTS TRANSPORTATION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263651127297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G&amp;G DFW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265123707524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KP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$61,364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256901575412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EXPO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Ali Boyko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$109,590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263137652233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KYS EXPEDITED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Vitaliy Kononenko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267018975626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CTS TRUCKING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267564785910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RENE ROMERO TRUCKING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$72,585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261088261452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OSCAR DANILO PORTILLO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$2,347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268615595355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GUZMAN LOGISTICS &amp; SERVICES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$2,276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258587285435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XXB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$53,684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264503349173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NFT TEAM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Josh Connor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$22,892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269418915970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NEW POWER 77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$18,980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263280567385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MOTOR COMPANY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268766681952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MGL Transport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264929084834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DHA LOGISTICS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$13,324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251073851778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KWILL INVESTMENTS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$44,516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250702727424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SMS LOGISTICS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$48,508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269321288505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SHAUKAT A AKBARI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252138757756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CAPITAL FREIGHT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$133,165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252563214414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BENDER EXPRESS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$2,847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257497534460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 Alliance Network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$49,260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$778,867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Active in-force policies expiring through Aug 30,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$2,633,454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256197497553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 &amp; F HAULING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$8,944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257321364354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ACHIEVE TRANSPORTATION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256963127112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TRANSPORTS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$21,988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257119212697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IDEAL XPRESS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257603223322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JONATHAN PEROZZI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$2,427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256807321043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HUSKY TOWING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252940277437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GARGOLA LOGISTICS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$25,687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258521273201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EXPEDITE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256365852428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BLU JAY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$41,050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250475400001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SAFE TRANSPORT SOLUTIONS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$3,594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257309524559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EAZY FLOW TRUCKING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258551823503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MILESTONES LOGISTICS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$1,624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250484933895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DOWNCEREAUX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239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Policies with cancellation_date on or before Aug 30,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$14,067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$14,067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268121505256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TRANSPORTES JAGUAR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252113376078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HAWKINS &amp; PARTNERS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$8,837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266333152483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PLATNIUM LOGISTICS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268121505256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TRANSPORTES JAGUAR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266333152483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PLATNIUM LOGISTICS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252113376078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HAWKINS &amp; PARTNERS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6 of 6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Ft.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$4,116,910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$2,946,357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$622,188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$548,365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$-1,624,776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$10,036,378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$9,115,091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$477,227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$3,146,687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$654,416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$479,546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$-145,816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$866,892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$201,239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$-394,900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$956,518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$828,068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$92,681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$-564,226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$577,000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$416,184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$-267,659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$1,007,458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$621,986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$247,409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$138,062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$-237,466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$54,626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$54,626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$4,116,910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$2,946,357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$622,188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$548,365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$-1,624,776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2714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2582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3761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3030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$670K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$654K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$425K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$867K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$957K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$577K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$5.0M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$4.1M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$4,116,910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$2,946,357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55% of new business ($1,624,776)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95%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$2,946,357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$1,624,776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Abilene TX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$3,784,839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$2,750,038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$278,904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$755,897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$-1,787,840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$5,217,115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$6,355,939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$829,893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$2,019,539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$554,413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$489,355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$-199,443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$400,407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$311,034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$58,765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$-146,893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$1,160,900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$685,269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$407,819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$-821,485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$956,467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$693,891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$104,067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$158,509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$-313,944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$659,419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$570,490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$65,745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$-292,721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$53,234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$53,234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$-13,354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$3,784,839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$2,750,038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$278,904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$755,897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$-1,787,840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2534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2399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$554K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$400K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$659K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$776K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$2.6M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$3.8M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$3,784,839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$2,750,038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65% of new business ($1,787,840)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92%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$2,750,038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$1,787,840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Texas  |  City: Mansfield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$821,013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$342,449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$329,009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$-598,726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$5,597,887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$4,650,762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$444,185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$1,016,310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$282,948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$-219,799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$149,399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$20,586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$88,694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$-178,319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$176,997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$58,911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$69,163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$-122,061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$50,562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$-47,369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$100,655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$49,355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$-31,178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$2,470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$821,013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$342,449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$329,009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$-598,726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1369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$256K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$821K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$821,013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$342,449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175% of new business ($598,726)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$342,449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$598,726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$709,250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$170,948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$-375,067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$2,316,280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$1,684,284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$470,350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$694,626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$107,337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$32,679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$74,658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$-80,228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$110,798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$77,437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$139,452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$72,414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$182,176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$135,000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$-23,705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$-109,429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$34,488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$34,488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$-14,620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$709,250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$90,143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$170,948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$-375,067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$709,250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84% of new business ($375,067)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74%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$448,159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$375,067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DeSoto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$413,961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$1,960,019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$1,726,689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$438,574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$202,050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$-134,262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$29,530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$-74,841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$-48,466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$184,819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$-133,364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$-26,535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$564,103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$413,961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$135,083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$564K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$564,103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$413,961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101% of new business ($417,467)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$413,961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$417,467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Granbury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$516,958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$398,606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$1,276,105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$760,717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$315,693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$50,095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$120,870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$67,578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$53,292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$-37,733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$-45,122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$139,860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$128,778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$155,752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$141,527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$516,958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$398,606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$118,352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$516,958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$398,606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($176,428)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$398,606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$176,428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MI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$402,626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$298,884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$844,844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$277,522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$208,028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$-119,101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$78,821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$70,406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$-49,479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$402,626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$298,884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$402,626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$298,884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($175,495)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$298,884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$175,495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Arkansas  |  City: Little Rock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$398,656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$1,269,492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$995,710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$194,791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$193,202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$147,385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$144,999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$-100,328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$55,180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$398,656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$3,530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$398,656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$383,908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$123,387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$331,235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$-101,396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$1,268,463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$738,025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$577,148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$143,775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$362,175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$5,488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$73,790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$-2,154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$331,235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$176,862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$-101,396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$355K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$331,235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$176,862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$176,862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$255,769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$-165,293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$705,558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$457,960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$62,886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$39,911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$-42,578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$-70,262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$-15,892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$225,008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$90,538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$-165,293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$225,008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$90,538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183% of new business ($165,293)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$90,538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$165,293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$70,072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$125K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($41,647)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$96,575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$41,647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$-136,269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$854,221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$-67,541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$-136,269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1292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490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($136,269)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(490 subs, only 10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Pinehurst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$-109,777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$-62,640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$-109,777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$133,558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$133,008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83% of new business ($109,777)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$133,008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$109,777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155 subs - needs coaching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(155 subs, only 1 binds). Ask: "What are the top 2 reasons your clients go elsewhere?" Use answers to tailor appetite and pricing discussions.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Gabriela Jimenez Dba First Contempo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$284,521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$61,156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$-28,753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$13,045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$126,669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$126,034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($66,131)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$126,034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$66,131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$170,555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$92,273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$96,425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$-16,117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$-12,206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$-42,203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$104,880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$79,758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($42,203)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$79,758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$42,203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$-11,066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$25,773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$-1,167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$93,109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$78,864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($37,510)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3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$78,864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$37,510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AR  |  City: Jonesboro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$66,462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$41,804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$-4,039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$85,691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$24,063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($10,518)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$24,063 in new business. Ask what made those deals work and how you can help replicate that success with similar accounts in their pipeline.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$10,518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$65,416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$-533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112 subs - needs coaching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(112 subs, only 3 binds). Ask: "What are the top 2 reasons your clients go elsewhere?" Use answers to tailor appetite and pricing discussions.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$50,317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 Central  |  State: NA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$-3,692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$125K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$64,034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$64,070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$64,070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$441,561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$148,804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$-20,305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$61,340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$1,898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2771% of new business ($52,603)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$1,898 in new business. Ask what made those deals work and how you can help replicate that success with similar accounts in their pipeline.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$52,603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David Sandoz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Rusk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$197,217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$16,874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$-877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$58,802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$41,928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$14,537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$-3,881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$14,537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62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(62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$-384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$4,789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up 2276% month-over-month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286% of new business ($9,281)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$3,249 in new business. Ask what made those deals work and how you can help replicate that success with similar accounts in their pipeline.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$9,281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