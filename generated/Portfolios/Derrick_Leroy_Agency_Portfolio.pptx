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18, 2026  |  30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30 Total Agencies  |  27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$11,915,843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$8,229,989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$1,467,101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$2,218,752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$-5,474,943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$33,895,190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$3,915,991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$9,163,429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$3,705,189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$2,697,350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$505,354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$3,489,934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$2,521,738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$6,371,367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$5,508,594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$7,110,272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$5,857,940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$2,946,204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$984,967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$11,915,843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$8,229,989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8622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Awesome Group Llc Dba Phoenix Services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64.8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30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47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749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5/18–5/18*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7597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528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7.0%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1,592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7,597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2,496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-679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2,268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-214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+181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-226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30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$6,371,367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$5,508,594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$7,110,272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$5,857,940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$2,946,204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$984,967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$311,804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$-384,450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$27,794,377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$8,229,989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$1,467,101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$-5,474,943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9,500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7,065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$477,934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$300,171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$26,155,916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$3,226,757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$5,964,914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18.6%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$1,342,433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$1,418,444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25.3%  ·  Declined: 246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8622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$3,705,189  |  Subs 2496  |  Binds 195  |  HR 7.8%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6.6%)  |  $3,705,189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$3,489,934  |  Subs 2268  |  Binds 143  |  HR 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$3,489,934 YTD GWP  |  143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$777,574  |  Subs 523  |  Binds 53  |  HR 10.1%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10.1% (portfolio avg: 6.6%)  |  $777,574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$592,762  |  Subs 763  |  Binds 33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$592,762 YTD GWP  |  33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$539,591  |  Subs 317  |  Binds 27  |  HR 8.5%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8.5% (portfolio avg: 6.6%)  |  $539,591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115  |  Binds 10  |  HR 8.7%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2753% of new business ($52,252 vs $1,898)  |  Submissions dropped 52% MoM (33 -&gt; 16)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50  |  Binds 1  |  HR 2.0%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2.0% on 50 subs  |  Cancellations are 1688% of new business ($9,281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136  |  Binds 1  |  HR 0.7%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136 subs  |  Submissions dropped 78% MoM (59 -&gt; 13)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$777,574  |  Subs 523  |  Binds 53  |  HR 10.1%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($571,809 vs $339,980)  |  Submissions dropped 53% MoM (107 -&gt; 50)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7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0/4 appointed agencies have submitted (0%)  •  0/4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Arrow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$7,972,697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(25.0%), Gabriela Jimenez Dba (20.8%),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8,622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Awesome Group Llc Db, Eagles Insurnace Age,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(0.7%), Danaco Group (1.9%), Tigers Insurance Gro (2.0%)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$5,195,983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Resolute Insurance Group 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30+ subs and some binds but &lt;5% HR: Protectgo Services L (763s/33b), Dream Assurance Llc (453s/13b), Resolute Insurance G (310s/14b).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5 agencies with 20+ subs but &lt;3% HR: Xgen Insurance Group (0.7%), Danaco Group (1.9%), Tigers Insurance Gro (2.0%).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565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269188307208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APEX TRUCKING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260432766446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GTO CARRIER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259066289192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OSUMI TRANS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252307291822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COACH TRUCKING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268953494509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D'S TRUCKING &amp; TRANSPORTATION LL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$20,044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257520254189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ELYSIUM EXPRESS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250561609992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HEAVENLY TRANSPORT LOGISTICS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$4,128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261005384840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264575567130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V&amp;P TRANSPORT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260662599427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FIVE STARS USA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$55,036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266211916176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VICTOR HARLYM SANTOS-PEREZ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252549371915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MWV LOGISTICS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262950018601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 &amp; C TRANSPORTATION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$31,852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254980255859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2D FREIGHT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260173603319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HUNT - BOY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$19,507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261435413991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GENESIS FREIGHT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263654314579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WFRT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262437087423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LAVISH BANQUET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263036718464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DELIVERY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266359774116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Carlos Daniel Reyes Perez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$503,836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16,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$2,506,313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254159824742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AJN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256815164938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KASH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254558816725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ATENA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252876318601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DARK NIGHT REFRIGERATION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257447095076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BRIGHTRED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259108898858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S&amp;L ROLLING LOGISTICS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$1,931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252468644405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SOUTH JERSEY RAPID LOGISTICS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254951815052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A&amp;J ON A MISSION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$3,487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250205552727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GREY GHOST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253544581710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 CARGO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258876092707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 W CANE &amp; SON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254893812648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STARTRANSPORT II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16,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$11,524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266224731419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FEATHERS TRUCKING CORP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265949953796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LEX TRANSPORTATION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265949953796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LEX TRANSPORTATION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266224731419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FEATHERS TRUCKING CORP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265949953796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LEX TRANSPORTATION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266224731419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BLUE FEATHERS TRUCKING CORP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6 of 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$3,705,189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$2,697,350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$-1,448,777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$9,882,264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$3,040,298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$650,363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$185,200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$92,183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$-76,176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$3,705,189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$2,697,350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$505,354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$502,485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$-1,448,777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2375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$3,705,189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$2,697,350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($1,448,777)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$2,697,350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$1,448,777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$3,489,934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$2,521,738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$742,526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$6,837,020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$1,838,276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$417,747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$342,190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$52,374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$-91,794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$3,489,934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$2,521,738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$742,526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$3,489,934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$2,521,738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($1,573,559)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$2,521,738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$1,573,559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$777,574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$288,039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$5,200,175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$1,062,843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$777,574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$288,039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($571,809)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$571,809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$406,305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$659,763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$-104,727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($355,745)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$355,745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($408,008)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$390,305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$408,008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29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$276,942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($175,495)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$278,434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$24,862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63 to 31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$251,261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$300,511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453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(453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$112,989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$278,023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$114,431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$112,989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$114,431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$112,989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($66,131)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96%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$112,989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$101,897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$101,347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($47,137)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$101,347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106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2753% of new business ($52,252)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33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$52,252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53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50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1688% of new business ($9,281)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(50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