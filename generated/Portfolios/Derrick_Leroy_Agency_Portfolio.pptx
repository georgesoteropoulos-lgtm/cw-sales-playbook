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30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30 Total Agencies  |  27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$12,231,653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$8,482,071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$2,219,414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$-5,605,271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$34,211,000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$3,516,206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$9,312,793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$3,919,514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$2,848,299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$3,545,270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$2,575,409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1745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$776,696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$602,079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$375,200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$538,513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$390,305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$398,765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$390,296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$341,650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$278,697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$6,192,726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$5,618,027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$7,134,669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$5,919,499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$3,664,752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$1,237,049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$12,231,653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$8,482,071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8907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Awesome Group Llc Dba Phoenix Services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30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720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773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7888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1,398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7,888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2,575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2,365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+985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30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$6,192,726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$5,618,027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$7,134,669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$5,919,499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$3,664,752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$1,237,049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$374,870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$-514,777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1,447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1,092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$28,529,673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$8,482,071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$1,530,168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$-5,605,271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9,818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7,308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1,039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$477,934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$300,171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$27,081,775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$1,395,396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$1,418,444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$1,260,147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(50%)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25.3%  ·  Declined: 258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$3,919,514  |  Subs 2575  |  Binds 203  |  HR 7.9%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7.9% (portfolio avg: 6.5%)  |  $3,919,514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$3,545,270  |  Subs 2365  |  Binds 146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$3,545,270 YTD GWP  |  146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$776,696  |  Subs 533  |  Binds 53  |  HR 9.9%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9.9% (portfolio avg: 6.5%)  |  $776,696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$602,079  |  Subs 785  |  Binds 34  |  HR 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$602,079 YTD GWP  |  34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$538,513  |  Subs 328  |  Binds 26  |  HR 7.9%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7.9% (portfolio avg: 6.5%)  |  $538,513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118  |  Binds 10  |  HR 8.5%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2753% of new business ($52,252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143  |  Binds 2  |  HR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143 subs  |  Submissions dropped 66% MoM (59 -&gt; 20)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53  |  Binds 2  |  HR 3.8%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$776,696  |  Subs 533  |  Binds 53  |  HR 9.9%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173% of new business ($589,596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 - National Partner 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$8,241,480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(25.0%),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8,907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Awesome Group Llc Db, Eagles Insurnace Age,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(1.4%), Danaco Group (1.8%), ECO INSURANCE SERVIC (1.9%)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AMC Agents LLC, American Fleet Insurance, Connect Insurance Agency,. $5,326,310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Resolute Insurance Group 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9 agencies with 30+ subs and some binds but &lt;5% HR: Protectgo Services L (785s/34b), Dream Assurance Llc (457s/12b), Resolute Insurance G (317s/13b).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(1.4%), Danaco Group (1.8%), ECO INSURANCE SERVIC (1.9%).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574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268498532524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BANDGONWHEELZ TRUCKING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266438618338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$53,387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256252004783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LUIS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261404923119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PAUL AND SONS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266413044162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VLADIMIR J FLEITES GONZALEZ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257912235505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COPA TRANSPORTATION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$52,963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266327109453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268348087509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S&amp;S LOGISTICS GROUP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$15,004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255642656281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STAR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253943863796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PATH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$41,238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255447605679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ELG TRANSPORTATIONS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$126,645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263909564625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DRK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$54,947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267826515776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 G EXPRESS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$35,031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265430918063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TRAILWAY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268866889440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JACKSON EXPRESS LOGISTICS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$19,303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262820178207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XVIII ENTERTAINMENT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264777764255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251650840107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A&amp;I TRANSPORTS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$12,792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251036448377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FASTER DESTINATION TRANSPORTATIO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$19,515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254546802135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HARTS TRANSPORTATION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$40,294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256786979260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TRACKNET TRANSPORT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$14,536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260424015794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SARI LOGISTICS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$1,641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$727,681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$2,367,661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254893812648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STARTRANSPORT II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253544581710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 CARGO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258876092707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 W CANE &amp; SON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252207011873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BIG RICH ELITE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$10,095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255353926623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TOP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259379407496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MOVU ENTERPRISES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$10,807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257752255990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JOURNEY TRANS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254540463164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TRANSPORTATION SERVICES A&amp;E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$13,205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$36,991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$36,991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267501842904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SORTO EXPRESS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251160564655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SWEATS ON TIME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258077554849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SMNK TRANSPORTATION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259968854140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 &amp; Y TRUCKS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258077554849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SMNK TRANSPORTATION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258077554849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SMNK TRANSPORTATION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251160564655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SWEATS ON TIME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269046556343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EVORA58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265041484333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JCWC TRANSPORT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269046556343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EVORA58 LOGISTICS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267501842904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SORTO EXPRESS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265041484333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JCWC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253014723393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ONLY WAY C&amp;C TRUCKING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$3,919,514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$2,848,299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$521,610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$-1,496,283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$10,096,589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$3,298,831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$864,688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$523,928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$229,451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$-123,682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$3,919,514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$2,848,299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$521,610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$-1,496,283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$3,919,514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$2,848,299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($1,496,283)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$2,848,299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$1,496,283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$3,545,270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$2,575,409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$744,191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$-1,624,432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$6,892,356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$1,864,287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$473,083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$395,861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$54,039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$-142,667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$3,545,270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$2,575,409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$744,191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$-1,624,432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$3,545,270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$2,575,409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($1,624,432)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$2,575,409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$1,624,432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$776,696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$287,162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$5,199,297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$991,915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$51,224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$776,696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$287,162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$776,696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173% of new business ($589,596)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$589,596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$602,079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$375,200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$1,969,915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$667,349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$64,446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$602,079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$375,200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$171,223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$375,200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96% of new business ($360,447)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$375,200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$538,513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$390,305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$1,951,547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$407,825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$538,513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$390,305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$538,513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$390,305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107%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$390,305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$398,765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$398,765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37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$711,825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$276,942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$29,091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$390,296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$390,296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$283,728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$837,841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$32,662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$341,650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$341,650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$278,434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$686,007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$278,697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$278,697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$251,261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$707,393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171%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$88,282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(457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143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$127,476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$127,476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$51,040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$51,040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$101,897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$101,347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$101,897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$101,347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($47,137)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$101,347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$47,137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108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$-52,252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2753% of new business ($52,252)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$52,252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(55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