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$12,655,103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$8,844,631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$2,275,796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$-5,830,184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$34,634,450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$3,739,146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$9,231,345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$3,980,245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$488,061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$6,214,537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$5,613,556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$7,075,222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$5,699,454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$4,093,254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$1,599,609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1616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$12,655,103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$8,844,631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9057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789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8038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1,343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8,038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2,407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+1,027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$6,214,537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$5,613,556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$7,075,222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$5,699,454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$4,093,254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$1,599,609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$379,378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$-739,691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$28,696,024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$8,844,631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$-5,830,184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9,986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7,424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1,049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$516,318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$327,006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$27,533,829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$1,468,354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$1,650,387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$1,346,284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25.2%  ·  Declined: 270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$3,980,245  |  Subs 2609  |  Binds 200  |  HR 7.7%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6.4%)  |  $3,980,245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$3,626,944  |  Subs 2407  |  Binds 150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$3,626,944 YTD GWP  |  150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537  |  Binds 54  |  HR 10.1%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10.1% (portfolio avg: 6.4%)  |  $819,253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$671,649  |  Subs 805  |  Binds 35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$671,649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$542,931  |  Subs 332  |  Binds 26  |  HR 7.8%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6.4%)  |  $542,931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9  |  HR 7.6%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537  |  Binds 54  |  HR 10.1%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173% of new business ($589,596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$8,426,442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(23.5%),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9,057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(0.7%), Danaco Group (1.7%), Dream Assurance Llc (2.6%)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$5,551,224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Protectgo Services L (805s/35b), Dream Assurance Llc (462s/12b), Resolute Insurance G (324s/12b).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(0.7%), Danaco Group (1.7%), Dream Assurance Llc (2.6%).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579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261504220555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ALLUPICK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Vitaliy Kononenko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$86,137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254813724284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MWP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268327941548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EXPRESS LIMITED LIABILITY 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260272034949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CAPONE LOGISTICS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266413044162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VLADIMIR J FLEITES GONZALEZ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255323864931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MONOPOLY VIBES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$146,354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269846115495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266926262057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T&amp;Z ON TIME CARRIERS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250064119950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RAPID RUN COURIER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265647811776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PURA VIDA EXPRESS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256578675424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A G SERVICES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$11,930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$28,281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258254363782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S&amp;J FIRST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260528500240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TEGO EXPRESS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269021140305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 UP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264228962228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CINDY'S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$30,761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268498532524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BANDGONWHEELZ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$14,954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251261372742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BURGA'S TRANSPORTATION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$24,160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266438618338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SERVICES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$53,387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261404923119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 AND SONS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$725,844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$2,696,892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255353926623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TOP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258644307501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PALOMO'S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253370953439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SLINGSHOT RENTAL LOS ANGELES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$40,661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254578233124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FINALLYA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256916722426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SILVERMEN MOTOR FREIGHT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$76,587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251917323089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MJCAR TRANSPORTATION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258974634578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SAVANH EXPRESS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$34,093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$34,093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256715245916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SHADY ROADWAYS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264929084834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 LOGISTICS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262950018601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 &amp; C TRANSPORTATION INC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268009573341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ANS TRANSPORTATION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256715245916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SHADY ROADWAYS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268009573341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254723287412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MELEK TRUCKING7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268224469483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BRONCO UNLIMITED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268224469483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BRONCO UNLIMITED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254723287412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MELEK TRUCKING7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264929084834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 LOGISTICS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$3,980,245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$532,369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$-1,540,811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$10,157,320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$3,239,876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$925,418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$573,900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$229,451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$122,067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$-168,210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$3,980,245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$532,369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$-1,540,811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$3,980,245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($1,540,811)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$2,898,271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$1,540,811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$-1,749,094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$6,974,030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$554,757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$481,277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$-267,329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$-1,749,094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($1,749,094)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$2,660,825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$1,749,094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$5,241,854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$975,522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$93,781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$44,426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173% of new business ($589,596)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$589,596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$654,552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$131,887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$1,955,965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$394,723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$488,061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$112,786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$488,061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$488,061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$369,865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44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$858,291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$-26,659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($95,387)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$-78,116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$-78,116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($78,116)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$78,116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$148,804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