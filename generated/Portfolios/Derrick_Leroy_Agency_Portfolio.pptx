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19, 2026  |  30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30 Total Agencies  |  27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$12,001,648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$8,296,298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$1,484,138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$2,221,212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$-5,485,174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$33,980,995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$3,751,366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$9,074,758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$3,741,882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$2,716,654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$522,391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$3,529,271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$2,558,987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1694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$777,594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$592,762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$539,591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$390,305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$398,765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$388,100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$283,728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$327,051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$278,434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$36,076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$282,308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$154,706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$6,201,133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$5,508,338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$7,057,828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$5,796,773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$2,918,448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$1,051,276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$12,001,648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$8,296,298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8710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Awesome Group Llc Dba Phoenix Services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30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704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756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5/18–5/19*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7687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532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6.9%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1,592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2,030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1,173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7,687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9,193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2,521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-654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2,298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+918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-471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-506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-210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-226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30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$6,201,133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$5,508,338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$7,057,828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2,301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$5,796,773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$2,918,448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$1,051,276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$328,841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$-394,680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$27,482,519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$8,296,298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$1,484,138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$-5,485,174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9,593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7,127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$477,934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$300,171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$38,768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$26,162,072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$3,226,757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$3,031,847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$3,440,934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$5,964,914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$1,342,433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$1,418,444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$1,260,147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547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392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25.2%  ·  Declined: 249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$3,741,882  |  Subs 2521  |  Binds 197  |  HR 7.8%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7.8% (portfolio avg: 6.5%)  |  $3,741,882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$3,529,271  |  Subs 2298  |  Binds 145  |  HR 6.3%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$3,529,271 YTD GWP  |  145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$777,594  |  Subs 530  |  Binds 52  |  HR 9.8%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9.8% (portfolio avg: 6.5%)  |  $777,594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$592,762  |  Subs 765  |  Binds 34  |  HR 4.4%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$592,762 YTD GWP  |  34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$539,591  |  Subs 321  |  Binds 26  |  HR 8.1%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8.1% (portfolio avg: 6.5%)  |  $539,591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115  |  Binds 10  |  HR 8.7%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2753% of new business ($52,252 vs $1,898)  |  Submissions dropped 52% MoM (33 -&gt; 16)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$550  |  Subs 52  |  Binds 1  |  HR 1.9%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1.9% on 52 subs  |  Cancellations are 1688% of new business ($9,281 vs $550)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139  |  Binds 2  |  HR 1.4%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139 subs  |  Submissions dropped 73% MoM (59 -&gt; 16)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8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$777,594  |  Subs 530  |  Binds 52  |  HR 9.8%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168% of new business ($571,809 vs $339,980)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BTC Insurance - National Partner Referral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Leonard R Amell Ins Agency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Arrow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Duplicate - Crawford-Phillips Truck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$8,048,747 (67%)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(25.0%), Gabriela Jimenez Dba (23.1%),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8,710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Awesome Group Llc Db, Eagles Insurnace Age,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(30 subs): Rainbow Insurance Ag (17), Marketers General In (8)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(1.4%), Danaco Group (1.9%), ECO INSURANCE SERVIC (1.9%)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AMC Agents LLC, American Fleet Insurance, Connect Insurance Agency,. $5,206,213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67% of premium. Develop mid-tier: Protectgo Services LLC, Justin Wilson, Resolute Insurance Group 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8 agencies with 30+ subs and some binds but &lt;5% HR: Protectgo Services L (765s/34b), Dream Assurance Llc (453s/13b), Resolute Insurance G (312s/12b). Small HR improvements on large volume = significant premium lift.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20+ subs but &lt;3% HR: Xgen Insurance Group (1.4%), Danaco Group (1.9%), ECO INSURANCE SERVIC (1.9%). Conduct submission quality training to lift conversion 2-3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567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257520254189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ELYSIUM EXPRESS LOGISTICS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267826515776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 G EXPRESS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268866889440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JACKSON EXPRESS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264777764255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Gabriela Jimenez Dba First Contemp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EXPEDITE TRANSPORT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251036448377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FASTER DESTINATION TRANSPORTATIO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263036718464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DELIVERY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269179902704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ZHVANIIA CORP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$32,802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269188307208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APEX TRUCKING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$21,349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260432766446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GTO CARRIER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263479886359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MOTOR SPORTS TRANSPORTATION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262126329742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MOSMOS TRANS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$6,246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259066289192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OSUMI TRANS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252307291822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COACH TRUCKING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$25,876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250196831564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GONZALEZ HOT SHOT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250561609992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HEAVENLY TRANSPORT LOGISTICS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261005384840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GONZALEZ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264575567130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V&amp;P TRANSPORT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260662599427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FIVE STARS USA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$55,036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266211916176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VICTOR HARLYM SANTOS-PEREZ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252549371915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MWV LOGISTICS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$2,595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257909023900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ANYTIME TRANSPORT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$4,425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262292614662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TAPIA FAMILY TRUCKING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$41,787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262950018601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C TRANSPORTATION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$31,852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254980255859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2D FREIGHT CORP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$16,944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260173603319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HUNT - BOY TRUCKING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$489,257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17,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$2,498,105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252468644405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SOUTH JERSEY RAPID LOGISTICS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254951815052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A&amp;J ON A MISSION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250205552727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GREY GHOST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253544581710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 CARGO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258876092707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 W CANE &amp; SON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254893812648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STARTRANSPORT II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257469231057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252207011873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BIG RICH ELITE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$10,095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255353926623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FLY TOP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256643932559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BREEZEWAY TRANSPORTATION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253985038140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TOOKES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$9,917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253884549686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G&amp;G LOGISTIC SERVICES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222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17,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$1,893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$1,893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267317525122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CD HOMES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267317525122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CD HOMES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$3,741,882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$2,716,654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$502,837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$-1,459,008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$9,918,957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$3,076,516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$687,055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$392,283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$202,237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$3,741,882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$2,716,654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$522,391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$502,837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$-1,459,008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$3,741,882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$2,716,654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($1,459,008)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$2,716,654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$1,459,008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$3,529,271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$2,558,987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$744,614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$-1,573,559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$6,876,357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$1,861,788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$457,084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$379,439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$-91,794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$3,529,271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$2,558,987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$744,614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$-1,573,559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$3,529,271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$2,558,987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($1,573,559)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$2,558,987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$1,573,559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$-571,809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$5,200,195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$1,002,615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$157,253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$96,547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$52,121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$777,594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$288,059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$-571,809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$777,594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($571,809)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$339,980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$571,809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$592,762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$-355,745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$406,305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$-104,727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$592,762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$193,624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$-355,745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$592,762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($355,745)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$355,745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$539,591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$390,305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$550,986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$386,776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$539,591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$390,305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$134,226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$-408,008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$539,591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$390,305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105% of new business ($408,008)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$390,305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$408,008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$1,235,901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$398,765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$398,765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90 to 31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$388,100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$709,629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$276,942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$388,100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$283,728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$104,372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$388,100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$283,728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($176,428)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$283,728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$278,434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$278,434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$12,541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$278,434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63% of new business ($175,495)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49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$278,434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$282,308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$-97,189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$151,220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$24,862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$282,308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$-97,189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$128,235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$251,261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$707,393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$300,511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$-1,291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171% of new business ($150,692)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$88,282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$150,692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$296,542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$154,706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$154,706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16 to 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453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($70,995)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(453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139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16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$122,745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($66,131)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$122,745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$29,997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$51,040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$51,040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$101,897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$101,347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$101,897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$101,347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($47,137)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$101,347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$47,137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$79,044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$79,044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108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$38,767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$-52,252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2753% of new business ($52,252)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33 to 16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$52,252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$59,679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54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(54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52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1688% of new business ($9,281)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