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Derrick Leroy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25, 2026  |  28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Derrick Leroy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28 Total Agencies  |  27 Active  |  1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$12,655,103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$8,844,631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$1,534,676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$2,275,796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$-5,830,184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8306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$35,113,318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$34,634,450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$42,135,981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$3,739,146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$9,231,345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20.8%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$3,980,245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$2,898,271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$549,605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2045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$3,626,944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$2,660,825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$225,670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2407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$819,253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$339,980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$149,555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$671,649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$448,159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$55,656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$542,931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$394,723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$15,060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$488,061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$369,865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$398,135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$383,908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$11,218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Convoy Trucking Insurance Agency, I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$362,100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$298,884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$54,891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Lone Star Direct Insurance Agency 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$283,205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$128,235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$255,769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$222,752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$88,282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Agentruben.com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$154,283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$96,575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$15,072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$6,214,537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$1,680,570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2019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$5,613,556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$1,525,018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1868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$7,075,222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$2,215,415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2300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$5,699,454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$1,824,019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2183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$4,093,254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$1,599,609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1616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$12,655,103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$8,844,631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9057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(1)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Eagles Insurnace Agency Llc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66.5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+45%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132%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27 of 28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736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53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789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39.5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99%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115%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175%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125%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162%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127%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135%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150%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105%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5/25–5/25*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8038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544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6.8%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-12.6%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-50.4%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1,608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1,343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1,508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1,583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1,989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2,006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2,152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-7%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1,566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1,936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-19%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8,038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9,193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2,609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-566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2,407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+1,027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805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+289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-464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-497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-199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Lone Star Direct Insurance Agency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+195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Convoy Trucking Insurance Agency,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Mickey Scott Insurance Agencies Inc.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-222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Global Risk Office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28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$6,214,537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$1,680,570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$138,061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$-1,005,088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2,019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1,509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$5,613,556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$1,525,018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$138,964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$-961,674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1,868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1,398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$7,075,222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$2,215,415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$497,267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$-1,943,538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2,300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$5,699,454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$1,824,019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$381,006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$-1,180,193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2,183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1,693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$4,093,254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$1,599,609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$379,378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$-739,691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1,616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1,213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$28,696,024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$8,844,631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$1,534,676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$-5,830,184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9,986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7,424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1,049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Derrick Leroy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$516,318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$327,006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$22,421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$27,258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CO, ND, NM, TX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Derrick Leroy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1,136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$27,533,829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$3,298,701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$3,031,847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$3,440,934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Lone Star Direct Insurance Agency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$6,532,481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18.5%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$1,468,354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45.2%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$1,650,387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26.3%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$1,346,284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39.2%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$2,876,949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574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(51%)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414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(36%)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(13%)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25.2%  ·  Declined: 270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Christopher Salazar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Andres Piedrahita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Amy Vaja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Zafarjon Khonkeldiev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Lone Star Direct Insurance Age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Shanveer Singh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Convoy Trucking Insurance Agen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Juan Piedrahita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Jaxon Alley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Kevin Patrick Morrissy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Ivanoi Soto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Valeria Quintana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 Talib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Global Risk Office LLC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Kyle Duty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Connor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Ali Boyko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Hernandez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Brittany Sanders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Mickey Scott Insurance Agencie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Angie Del Toro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Colton Duty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Adiam G Hagos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Tigers Insurance Group LLC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RUBEN Saucedo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Agentruben.com 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Duncan Furrh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Greenlite Insurance Agency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Mark Fabyanchuk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Samuel Dunlap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Mickey Scott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Mickey Scott Insurance Agencie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18.9%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Jarron Brown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Yurisay Gomez Fuenmayor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Twins Insurance Group Llc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Vlad Ploshchinskiy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Gabriela Jimenez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Gabriela Jimenez Dba First Con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Abbott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SUSAN HEDARY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Rainbow Insurance Agency, Inc.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Jimmy Martinez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Legacy Truck Insurance Agency 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23.5%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7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$3,980,245  |  Subs 2609  |  Binds 200  |  HR 7.7%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7.7% (portfolio avg: 6.4%)  |  $3,980,245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$3,626,944  |  Subs 2407  |  Binds 150  |  HR 6.2%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$3,626,944 YTD GWP  |  150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$819,253  |  Subs 537  |  Binds 54  |  HR 10.1%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10.1% (portfolio avg: 6.4%)  |  $819,253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$671,649  |  Subs 805  |  Binds 35  |  HR 4.3%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$671,649 YTD GWP  |  35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$542,931  |  Subs 332  |  Binds 26  |  HR 7.8%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7.8% (portfolio avg: 6.4%)  |  $542,931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Mickey Scott Insurance Agencies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$61,340  |  Subs 119  |  Binds 9  |  HR 7.6%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2771% of new business ($52,603 vs $1,898)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$131,844  |  Subs 146  |  Binds 1  |  HR 0.7%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0.7% on 146 subs  |  Submissions dropped 61% MoM (59 -&gt; 23)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Rainbow Insurance Agency,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$4,789  |  Subs 17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17 submissions with 0 binds - zero conversion  |  8 quotes generated but 0 converted to binds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Tigers Insurance Group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$3,249  |  Subs 56  |  Binds 2  |  HR 3.6%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286% of new business ($9,281 vs $3,249)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$819,253  |  Subs 537  |  Binds 54  |  HR 10.1%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173% of new business ($589,596 vs $339,980)  |  New business dropped sharply MoM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0/6 appointed agencies have submitted (0%)  •  0/6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BTC Insurance - National Partner Referral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Leonard R Amell Ins Agency Inc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Marketers General Ins Agency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A&amp;e Insurance Service, Inc Dba Arrow Insurance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Crawford-Phillips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447141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Duplicate - Crawford-Phillips Truck Insurance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447141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60" y="44714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0372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(American Fleet Insurance, AMC Agents LLC, Connect Insurance Agency,) drive $8,426,442 (67%)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Legacy Truck Insuran (23.5%), Gabriela Jimenez Dba (23.1%), David Sandoz (15.4%)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9,057 total submissions across 27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with zero Jan–May 2026 activity: Eagles Insurnace 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submitting but 0 binds (30 subs): Rainbow Insurance Ag (17), Marketers General In (8)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Xgen Insurance Group (0.7%), Danaco Group (1.7%), Dream Assurance Llc (2.6%)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16 agencies with cancellations &gt;40% of new biz: AMC Agents LLC, American Fleet Insurance, Connect Insurance Agency,. $5,551,224 total cancellations - investigate retention.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67% of premium. Develop mid-tier: Protectgo Services LLC, Justin Wilson, InsurNorth Corp. Target 25-50% growth each.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American Fleet Insurance, AMC Agents LLC, Connect Insurance Agency,. Increase submission volume 20% through marketing support and referral incentives.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with 30+ subs and some binds but &lt;5% HR: Protectgo Services L (805s/35b), Dream Assurance Llc (462s/12b), Resolute Insurance G (324s/12b). Small HR improvements on large volume = significant premium lift.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4 agencies with 20+ subs but &lt;3% HR: Xgen Insurance Group (0.7%), Danaco Group (1.7%), Dream Assurance Llc (2.6%). Conduct submission quality training to lift conversion 2-3 points.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Last 25 Bound Submissions  |  579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261504220555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ALLUPICK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Vitaliy Kononenko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$86,137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23,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269179902704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 ZHVANIIA CORP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$32,802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254813724284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MWP TRANSPORT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$26,087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256252004783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LUIS EXPRESS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$3,442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268327941548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LEON EXPRESS LIMITED LIABILITY 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$24,582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260272034949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CAPONE LOGISTICS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$26,041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266413044162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VLADIMIR J FLEITES GONZALEZ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262126329742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MOSMOS TRANS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$6,246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255323864931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MONOPOLY VIBES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$146,354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269846115495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Gabriela Jimenez Dba First Contemp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EXPEDITE TRANSPORT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Gabriela Jimenez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$61,017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266926262057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T&amp;Z ON TIME CARRIERS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$4,193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250064119950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RAPID RUN COURIER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Andres Piedrahita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$18,575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265647811776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PURA VIDA EXPRESS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251160564655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SWEATS ON TIME TRUCKING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$25,865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256578675424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 A G SERVICES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Ivanoi Soto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$11,930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255642656281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NEW STAR TRANSPORT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Christopher Salazar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$28,281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258254363782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S&amp;J FIRST TRUCKING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Jarron Brown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$30,458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260528500240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TEGO EXPRESS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Vlad Ploshchinskiy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$12,374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269021140305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STRAIGHT UP TRANSPORTATION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Angie Del Toro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$15,011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269557742783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B &amp; G TRUCKING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$11,549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264228962228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Legacy Truck Insurance Agency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CINDY'S LOGISTICS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Jimmy Martinez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$30,761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268498532524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BANDGONWHEELZ TRUCKING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$14,954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251261372742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BURGA'S TRANSPORTATION INC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$24,160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266438618338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SOA SERVICES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$53,387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261404923119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PAUL AND SONS TRUCKING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Juan Piedrahita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$725,844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Active in-force policies expiring through Aug 23,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$2,696,892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255353926623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FLY TOP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250943768959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JESUS TRUCKING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256643932559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BREEZEWAY TRANSPORTATION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253985038140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 TOOKES TRUCKING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$9,917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253884549686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G&amp;G LOGISTIC SERVICES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258644307501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PALOMO'S TRANSPORT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$16,031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Lone Star Direct Insurance Age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257752255990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GREAT JOURNEY TRANS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$19,143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254540463164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TRANSPORTATION SERVICES A&amp;E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$13,205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253370953439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SLINGSHOT RENTAL LOS ANGELES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$40,661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254578233124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FINALLYA TRUCKING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256916722426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SILVERMEN MOTOR FREIGHT INC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$76,587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251917323089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MJCAR TRANSPORTATION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$5,118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258974634578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SAVANH EXPRESS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$2,280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227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Policies with cancellation_date on or before Aug 23,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$34,093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$34,093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Material Changes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256715245916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SHADY ROADWAYS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$9,530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264929084834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DHA LOGISTICS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262950018601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 &amp; C TRANSPORTATION INC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Legacy Truck Insurance Agen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8308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268009573341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60273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ANS TRANSPORTATION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94960" y="360273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360273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3877055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8308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260599004279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88920" y="391363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KMT TRUCKING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91363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523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095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66760" y="391363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$3,328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1832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868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8308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256715245916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88920" y="422452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SHADY ROADWAYS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94960" y="422452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523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095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66760" y="422452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41832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4498847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5760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868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8308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260599004279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88920" y="4535423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KMT TRUCKING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394960" y="4535423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523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9095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66760" y="4535423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1832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6868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78308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268009573341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788920" y="484631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ANS TRANSPORTATION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394960" y="484631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452360" y="484631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909560" y="484631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366760" y="484631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41832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65760" y="5120639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65760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868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78308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254723287412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788920" y="515721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MELEK TRUCKING7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94960" y="515721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452360" y="515721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909560" y="515721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366760" y="515721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41832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65760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68680" y="546811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78308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268224469483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788920" y="546811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BLUE BRONCO UNLIMITED LLC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394960" y="546811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452360" y="546811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909560" y="546811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366760" y="546811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41832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65760" y="5742431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65760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68680" y="577900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78308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268224469483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788920" y="577900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BLUE BRONCO UNLIMITED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394960" y="577900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452360" y="577900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909560" y="577900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66760" y="577900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$1,612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1832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5760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68680" y="608990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78308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254723287412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788920" y="6089903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MELEK TRUCKING7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394960" y="6089903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452360" y="608990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909560" y="608990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366760" y="6089903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$10,735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41832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365760" y="636422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365760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68680" y="640079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78308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264929084834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788920" y="640079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DHA LOGISTICS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394960" y="640079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452360" y="640079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909560" y="640079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66760" y="640079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41832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16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Ft. Worth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$3,980,245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$2,898,271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$549,605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$532,369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$-1,540,811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$10,036,378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$10,157,320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$343,862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$3,239,876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$654,416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$479,546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$87,375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$87,495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$-145,816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$866,892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$600,573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$201,239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$-394,900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$956,518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$828,068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$35,769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$92,681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$-564,226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$577,000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$416,184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$131,929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$28,887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$-267,659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$925,418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$573,900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$229,451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$122,067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$-168,210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$3,980,245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$2,898,271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$549,605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$532,369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$-1,540,811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2609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$654K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$867K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$957K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$577K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$925K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$3.9M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$4.0M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$3,980,245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$2,898,271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53% of new business ($1,540,811)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$2,898,271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$1,540,811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Abilene TX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$3,626,944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$2,660,825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$225,670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$740,449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$-1,749,094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$5,217,115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$6,974,030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$698,621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$1,954,973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$554,413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$489,355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$-199,443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$400,407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$311,034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$30,608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$58,765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$-146,893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$1,160,900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$685,269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$67,812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$407,819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$-821,485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$956,467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$693,891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$104,067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$158,509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$-313,944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$554,757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$481,277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$50,297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$-267,329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$3,626,944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$2,660,825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$225,670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$740,449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$-1,749,094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2407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2280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1380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$400K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$1.9M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$3.6M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$3,626,944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$2,660,825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66% of new business ($1,749,094)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$2,660,825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$1,749,094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Texas  |  City: Mansfield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$819,253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$339,980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$329,719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$-589,596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$5,597,887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$5,241,854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$336,456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$975,522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$282,948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$190,387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$92,562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$-219,799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$157,253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$40,120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$20,586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$96,547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$-178,319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$176,727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$58,911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$48,922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$68,894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$-122,061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$108,544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$50,562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$30,692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$27,290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$-47,369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$93,781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$49,355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$44,426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$-22,048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$819,253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$339,980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$149,555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$329,719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$-589,596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$283K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$819,253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$339,980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173% of new business ($589,596)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$339,980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$589,596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San Antonio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$671,649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$448,159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$167,835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$-360,447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$2,316,280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$2,039,486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$470,350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$654,552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$107,337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$32,679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$74,658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$-80,228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$110,798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$77,437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$10,672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$-18,292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$139,452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$67,038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$72,414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$-76,251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$182,176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$133,601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$11,666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$36,909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$-76,246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$131,887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$137,404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$21,300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$-26,818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$-109,429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$671,649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$448,159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$55,656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$167,835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$-360,447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805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$671,649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$448,159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80% of new business ($360,447)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$448,159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$360,447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DeSoto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$542,931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$394,723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$133,148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$-417,467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$1,960,019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$1,955,965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$353,335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$412,018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$202,050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$162,010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$40,039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$-134,262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$29,530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$-74,841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$109,820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$66,505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$43,315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$-48,466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$184,819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$146,270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$38,549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$-133,364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$16,712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$4,418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$15,060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$-2,765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$-26,535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$542,931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$394,723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$15,060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$133,148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$-417,467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$542,931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$394,723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106% of new business ($417,467)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$394,723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$417,467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Granbury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$488,061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$369,865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$-176,428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$1,276,105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$809,590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$195,727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$286,782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$50,095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$37,357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$12,738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$120,870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$67,578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$53,292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$-37,733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$50,381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$-45,122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$139,860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$128,778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$-35,880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$126,856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$112,786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$14,070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$-57,693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$488,061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$369,865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$118,197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$-176,428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$488,061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$369,865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48% of new business ($176,428)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64 to 28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$369,865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$176,428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Arkansas  |  City: Little Rock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$398,135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$383,908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$11,218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$-123,387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$1,269,492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$1,235,271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$239,962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$194,791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$193,202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$1,590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$-23,060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$10,668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$-9,917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$147,385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$144,999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$2,386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$-100,328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$54,658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$45,708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$8,950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$398,135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$383,908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$11,218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$3,009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$-123,387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$398,135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$383,908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63%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90 to 44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$383,908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$123,387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Convoy Trucking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MI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$362,100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$298,884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$8,325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$-175,495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$713,272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$858,291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$219,804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$236,218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$208,028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$28,190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$-119,101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$78,821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$70,406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$-6,915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$12,779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$12,779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$-49,479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$-18,830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$18,370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$-37,200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$53,111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$36,521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$362,100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$298,884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$54,891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$8,325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$-175,495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$-18,830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$362,100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$298,884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($175,495)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$298,884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$175,495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Lone Star Direct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$283,205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$128,235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$255,769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$-100,800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$1,268,463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$690,514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$577,148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$114,512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$-108,736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$-108,736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$4,445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$-4,176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$362,175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$105,425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$251,261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$5,488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$-15,025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$22,810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$-1,558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$283,205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$128,235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$255,769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$-100,800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$-19,201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$-108,736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$-438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$283,205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$128,235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$128,235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$255,769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$222,752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$88,282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$134,470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$-150,692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$705,558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$707,397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$202,729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$75,231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$39,911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$-17,478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$7,874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$-42,578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$75,886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$57,081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$68,936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$68,386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$-70,262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$14,646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$14,601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$-1,291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$222,752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$88,282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$134,470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$-150,692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$222,752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$88,282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171% of new business ($150,692)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$88,282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$150,692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Agentruben.com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San Antonio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$154,283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$96,575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$-41,647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$263,610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$296,119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$163,859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$46,625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$31,370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$15,072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$70,072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$65,205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$4,867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$-41,647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$22,277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$22,277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$154,283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$96,575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$15,072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$42,636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$-41,647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$154,283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$96,575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43% of new business ($41,647)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$96,575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$41,647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KS  |  City: Overland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$-95,387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$1,922,060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$1,063,313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$53,697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$182,033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$48,155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$37,317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$27,910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$-26,211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$-26,659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$-95,387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$997K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2.6% hit ratio on 462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70% of new business ($95,387)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(462 subs, only 12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$135,859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Legacy Truck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Pinehurst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$133,558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$133,008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$-78,116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$266,359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$244,665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$100,031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$-47,137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$82,701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$82,701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$-30,979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$133,558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$133,008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$-78,116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$133,558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$133,008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($78,116)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$133,008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$78,116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Northlake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$58,720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$131,844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$103,874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146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59 to 23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(146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$103,874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Gabriela Jimenez Dba First Contempo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$126,669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$126,034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$-66,131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$202,810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$290,262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$-2,775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$-13,797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$21,794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$75,677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$61,156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$14,521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$-28,753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$19,017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$-18,287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$13,045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$126,669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$126,034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$635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$-66,131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$-2,775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$126,669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$126,034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($66,131)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$126,034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$66,131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Greenlite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$79,758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$-29,997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$172,386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$116,887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$96,425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$79,758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$16,117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$-16,117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$-13,880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$104,880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$79,758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$24,572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$-29,997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$-1,567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$-1,328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$104,880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$79,758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$79,758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$29,997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Amarillo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$78,864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$159,943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$241,492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$94,781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$-11,066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$38,099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$38,079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$25,773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$-12,378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$14,066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$-14,066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$93,109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$78,864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$14,245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$-37,510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$-1,167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$93,109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$78,864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48% of new business ($37,510)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10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$78,864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$37,510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Global Risk Office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AR  |  City: Jonesboro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$257,496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$219,353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$116,096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$27,163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$10,518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$-7,935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$66,462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$24,063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$41,804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$85,691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$58,450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$3,178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$-10,518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$-7,935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$85,691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44% of new business ($10,518)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$24,063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$10,518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$83,081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$50,317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$65,416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$83,081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$83,081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$50,317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110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(110 subs, only 3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$50,317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Twins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 Central  |  State: NA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$64,070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$41,438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$-17,763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$64,070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$64,070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$64,034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$64,070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$-17,763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$-3,692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$64,034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$64,070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$64,070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Mickey Scott Insurance Agencies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$58,892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$-52,603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$441,561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$403,357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$148,804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$19,965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$-20,305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$-1,394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$-29,659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$-2,287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$61,340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$1,898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$58,892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$-52,603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$-445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$61,340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$1,898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2771% of new business ($52,603)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$1,898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$52,603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David Sandoz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Rusk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$59,679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$41,928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$-29,632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$218,212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$218,897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$63,031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$58,776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$41,928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$-29,632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$59,679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$41,928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$17,751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$-29,632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$59,679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$41,928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$-2,946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$234,735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$184,281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$100,584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$15,472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$-2,946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$-3,782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$15,472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$18,418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1.7% hit ratio on 59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(59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Rainbow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Fort Worth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$-14,877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$98,625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$-14,877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$-14,877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$-384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$4,789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up 2276% month-over-month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Tigers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$3,249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$3,249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$112,124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$-9,281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$2,699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$3,249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$3,249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$-9,281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$3,249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$3,249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286% of new business ($9,281)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$3,249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$9,281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Cobic Inc. Dba Cm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N/A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Marketers General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 Central  |  State: N/A  |  City: Norman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