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Alexis Berrysmith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31, 2026  |  22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Alexis Berrysmith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22 Total Agencies  |  22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$9,041,504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$6,089,001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$951,263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$2,001,240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$-4,318,895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4436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3948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$18,061,408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$19,929,672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$21,673,689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$3,278,490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$5,350,904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18.0%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$2,129,910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$1,281,813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$19,881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Roadways Commercial Insurance Servi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$1,076,686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$772,734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$33,536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13.8%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$832,903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$692,043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$29,398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$732,695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$278,513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$337,650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951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$729,111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$737,709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$49,093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$677,997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$522,868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$27,253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$344,599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$169,304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$25,796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Pacific Atlantic Insurance Services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$320,638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$228,837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$304,728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$183,956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$51,360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$268,053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$173,856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$113,951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$231,113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$152,374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$88,750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11.3%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Grant Line Insurance Agency, Inc.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$228,829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$164,646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$4,149,506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$992,165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$4,142,254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$1,185,913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$4,528,693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$1,372,342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$4,098,220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$1,636,669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1081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$2,550,858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$901,912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998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$9,041,504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$6,089,001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4436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266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6.0%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Alexis Berrysmith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Segoe UI"/>
              </a:defRPr>
            </a:pPr>
            <a:r>
              <a:t>61.1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+140%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44%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 of 22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0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Alexis Berrysmith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148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17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165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6.2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80%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5/25–5/31*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102%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Alexis Berrysmith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1971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129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6.5%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-35.1%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-73.8%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536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676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-99%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1,000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617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+62%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967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604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+60%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1,971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3,039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-35%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1,012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+840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951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+347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+371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-175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Network Truck Insurance Services, Inc.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-51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Roadways Commercial Insurance Services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13.8%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-17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-19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Grant Line Insurance Agency, Inc.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Pacific Atlantic Insurance Services In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+88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American Continental Insurance Service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11.3%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Berrysmith  |  22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$4,149,506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$992,165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$98,838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$-851,930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900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11.0%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$4,142,254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$1,185,913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$200,414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$-751,030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793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534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$4,528,693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$1,372,342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$525,662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$-1,055,763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1,052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688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$4,098,220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$1,636,669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$35,521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$-958,591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1,081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760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$2,550,858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$901,912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$90,827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$-701,581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998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665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$19,469,532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$6,089,001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$951,263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$-4,318,895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4,824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3,277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487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Alexis Berrysmith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$126,384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Network Truck Insurance Services, Inc.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Pacific Atlantic Insurance Services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$15,509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$14,583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$19,077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$61,451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ID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Alexis Berrysmith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$21,074,550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$1,674,908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$1,476,925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$3,437,021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26.3%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$4,442,617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28.4%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$2,513,250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Roadways Commercial Insurance Services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48.6%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$1,900,623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$1,547,695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Network Truck Insurance Services,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352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(48%)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262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(36%)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(16%)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21.7%  ·  Declined: 161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Alexis Berrysmith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4436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Raman Palta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951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Deepak Goswami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Angelica Puente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Insurance Services Ll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Parmjit Dhami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Alexander Rue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Manjit Singh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Roadways Commercial Insurance 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13.8%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Dmitri Omelco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Paul Metlenko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Mobile Services, Inc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Jasvir Kaur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Grant Line Insurance Agency, I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Jessie Ghangas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Pacific Atlantic Insurance Ser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Veronica Buruian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Baldev Singh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16.2%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Raman Kailey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American Continental Insurance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Sandy Gill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Michael Erbes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11.7%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Manmdeep Thiara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Nick Lobodiuk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Veniamin Omelko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Grigoriy Gasan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Sukhnek Bahia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West Reliance Insurance Broker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Josh Thomas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No Given Name Rahul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Tanya Golovina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KAVI Singh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Kavi.llc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20.6%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PABLO ROMAN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Karmjit Bahia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Key Insurance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Matthew Munoz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No Name Given Sandeep Ku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Brandon Fagliano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Brian Nicosia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Omar Morquecho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Monumental Insurance Services,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 Del Pozzo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Parmpaul Thandi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Soho Insurance Brokerage, Inc.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Andrei Omelco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Kristina Vasilchenko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Key Insurance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26.3%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2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$2,129,910  |  Subs 1012  |  Binds 64  |  HR 6.3%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6.3% (portfolio avg: 6.0%)  |  $2,129,910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$832,903  |  Subs 371  |  Binds 28  |  HR 7.5%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7.5% (portfolio avg: 6.0%)  |  $832,903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Roadways Commercial Insurance Services Inc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$1,076,686  |  Subs 138  |  Binds 19  |  HR 13.8%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13.8% (portfolio avg: 6.0%)  |  $1,076,686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$732,695  |  Subs 951  |  Binds 26  |  HR 2.7%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$732,695 YTD GWP  |  26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$677,997  |  Subs 431  |  Binds 29  |  HR 6.7%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6.7% (portfolio avg: 6.0%)  |  $677,997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Monumental Insurance Services,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$69,299  |  Subs 24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24 submissions with 0 binds - zero conversion  |  18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$187,500  |  Subs 334  |  Binds 6  |  HR 1.8%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1.8% on 334 subs  |  New business dropped sharply MoM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$51,411  |  Subs 62  |  Binds 3  |  HR 4.8%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238% of new business ($63,999 vs $26,866)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$344,599  |  Subs 58  |  Binds 3  |  HR 5.2%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157% of new business ($266,191 vs $169,304)  |  New business dropped sharply MoM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Pacific Atlantic Insurance Services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$320,638  |  Subs 96  |  Binds 8  |  HR 8.3%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152% of new business ($348,359 vs $228,837)  |  New business dropped sharply MoM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Alexis Berrysmith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0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0/0 appointed agencies have submitted (0%)  •  0/0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B7280"/>
                </a:solidFill>
                <a:latin typeface="Segoe UI"/>
              </a:defRPr>
            </a:pPr>
            <a:r>
              <a:t>No Activated Won appointments in this book year-to-date.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Berrysmith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(A.s.i.a Inc, Roadways Commercial Insur, Truckers Insurance Servic) drive $4,039,499 (45%)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Insurance Mobile Ser (18.8%), Kavi.llc (17.5%), Roadways Commercial  (13.8%)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4,436 total submissions across 22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submitting but 0 binds (24 subs): Monumental Insurance (24)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Amerigo Insurance Ag (1.8%), Stellar Management,  (2.7%)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14 agencies with cancellations &gt;40% of new biz: A.s.i.a Inc, Roadways Commercial Insur, Truckers Insurance Servic. $3,782,374 total cancellations - investigate retention.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A.s.i.a Inc, Roadways Commercial Insur, Truckers Insurance Servic. Increase submission volume 20% through marketing support and referral incentives.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 agencies with 20+ subs but &lt;3% HR: Amerigo Insurance Ag (1.8%), Stellar Management,  (2.7%). Conduct submission quality training to lift conversion 2-3 points.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5 agencies with 30+ subs and some binds but &lt;5% HR: Stellar Management,  (951s/26b), Amerigo Insurance Ag (334s/6b), Network Truck Insura (190s/8b). Small HR improvements on large volume = significant premium lift.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Protect Renewal Book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$951,263 in Q1 renewal premium. Proactively engage renewal agencies 60 days pre-expiration to maximize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Berrysmith  |  Last 25 Bound Submissions  |  266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251679096454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Kavi.llc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ALPHA 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KAVI Singh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$6,047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263497519412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SATBIR TRANSPORT INC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Raman Palta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$27,665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251274523375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SANGHA EXPRESS LINES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Parmjit Dhami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$21,614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262692578067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OM SHIVA CARRIER INC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255307470618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UNITED TRANSPORTATION SYSTEM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Paul Metlenko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$6,700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269894318433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Roadways Commercial Insurance Serv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G&amp;A HAULERS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Manjit Singh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$40,256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266081102216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BIG BEN ENTERPRISES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Nick Lobodiuk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$53,194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265532894843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TJ GOODS CARRIER INC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Raman Palta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$21,384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254714084915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FREIGHT FLOW LOGISTICS INC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Raman Palta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266435560373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NEW TRANS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Nick Lobodiuk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$19,571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267829879438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Grant Line Insurance Agency, Inc.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 SMART TRADE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Jasvir Kaur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$20,548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260795610663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Roadways Commercial Insurance Serv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DAKHA CARRIERS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Manjit Singh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$73,126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264048551080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SENMEE LOADZ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Michael Erbes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$20,683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263340390858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MEHROK AND COMPANY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$85,761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269600186080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Statewide Transportation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Paul Metlenko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$7,594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256492140667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CALPRIME LOGISTICS INC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KRISHNA DAND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$15,976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259454135454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ROYAL STAR LOGISTICS INC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Raman Palta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$190,394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268065250263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HMG LOGISTICS LTD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$20,495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255351899555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Key Insurance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AB TRUCKLINES INC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Kristina Vasilchenko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$17,179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260114960143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ROUTES TRUCKING INC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259907563344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WARRAICH CARRIER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Raman Palta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$32,725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269935153800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PRIME POWER INC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Parmjit Dhami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$234,322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251986217800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Key Insurance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BBJ TRUCKS INC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Kristina Vasilchenko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$81,068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262497242213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KGS TRUCKLINE INC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Alexander Rue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$17,768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256437447303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 N CARGO INC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Sandy Gill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$13,192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$1,048,238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Berrysmith  |  Active in-force policies expiring through Aug 29,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$1,399,098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259112955693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NIRMAL SINGH SANGHA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$20,892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Mobile Services, Inc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258944420209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XOREZMIS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$2,223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259275145407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GRD TRUCKLINE INC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Grant Line Insurance Agency, 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258718145941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 S T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252901755001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TESLA TRANSPORTATION INC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$14,805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258912692062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DASH TRANS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$18,064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Mobile Services, Inc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252976698841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Andrei Haholkin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9d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256274799556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ITS BAJWA INC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$17,276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258689072616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Dias Satov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12d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$10,885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252259430505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BAL FREIGHTS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12d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$51,925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257524540239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FVT INC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$1,377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Kavi.llc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258194489743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GURHAM FREIGHT SYSTEMS INC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16d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$20,600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255484104141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BLUE OX TRUCKING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19d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$8,138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77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Berrysmith  |  Policies with cancellation_date on or before Aug 29,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$112,724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$112,724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Material Changes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255784151503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GMH TRANSPORT INC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$20,256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251337425854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SIGNATURE 7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$91,952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251337425854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SIGNATURE 7 LLC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3 of 3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Roseville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$2,129,910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$1,281,813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$19,881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$828,215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$-1,314,528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$2,385,932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$3,959,547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$145,894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$1,320,364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$154,626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$108,564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$46,062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$-46,278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$214,475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$82,383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$132,092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$-248,423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$564,150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$288,349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$275,800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$-277,377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$836,115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$574,702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$19,881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$241,532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$-411,892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$360,544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$227,815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$132,729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$-330,558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$2,129,910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$1,281,813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$19,881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$828,215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$-1,314,528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1086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$214K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$564K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$836K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$2.1M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$2,129,910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$1,281,813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103% of new business ($1,314,528)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57%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$1,281,813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$1,314,528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Roadways Commercial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Sacramento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$1,076,686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$772,734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$270,415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$-504,288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$737,616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$1,825,890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$506,832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$347,766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$306,192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$169,361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$136,831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$-104,966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$353,038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$233,140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$33,536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$86,362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$-140,238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$120,349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$78,610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$41,739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$-61,497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$156,264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$121,313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$34,951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$-186,568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$140,843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$170,311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$-29,468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$-11,020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$1,076,686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$772,734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$33,536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$270,415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$-504,288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$-15,932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$-11,589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$1,076,686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$772,734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65% of new business ($504,288)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$772,734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$504,288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$832,903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$692,043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$111,462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$-375,250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$634,300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$1,467,203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$568,642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$231,418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$180,687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$50,732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$-131,712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$223,956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$192,570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$31,386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$-96,703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$170,535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$148,379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$22,156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$-39,508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$142,834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$120,883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$21,951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$-88,590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$64,160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$49,525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$29,398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$-14,763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$-18,738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$832,903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$692,043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$29,398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$111,462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$-375,250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$833K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$832,903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$692,043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54% of new business ($375,250)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$692,043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$375,250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WA  |  City: Seattle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$732,695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$278,513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$337,650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$116,532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$-246,191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$2,606,142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$2,169,035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$405,891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$593,375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$96,490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$65,566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$30,924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$-67,434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$53,528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$16,446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$18,765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$18,317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$-24,186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$437,395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$113,238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$318,885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$5,272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$-66,144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$66,054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$46,821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$19,232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$-57,681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$79,227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$36,441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$42,787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$-30,746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$732,695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$278,513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$337,650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$116,532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$-246,191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993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$733K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$732,695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$278,513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951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88% of new business ($246,191)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(951 subs, only 26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$278,513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Roseville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$729,111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$737,709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$-267,742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$526,779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$955,280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$542,001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$160,678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$67,641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$37,909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$10,232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$-2,172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$343,848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$387,828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$-43,980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$249,225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$220,246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$29,593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$-128,956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$-11,990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$5,092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$-17,082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$-135,964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$80,387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$86,635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$-6,248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$-650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$729,111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$737,709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$49,093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$-57,691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$-267,742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$344K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$249K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$-11,990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$729K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$729,111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$737,709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$737,709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$267,742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OR  |  City: Redmond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$677,997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$522,868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$27,253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$127,875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$-89,495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$1,633,938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$1,550,565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$398,274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$371,728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$85,643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$20,891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$-8,152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$48,913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$46,715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$2,198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$-10,822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$200,190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$136,953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$5,532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$57,705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$-36,388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$219,616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$218,540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$1,076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$-17,305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$123,635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$99,769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$2,970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$20,896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$-16,829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$677,997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$522,868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$27,253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$127,875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$-89,495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$-6,595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$677,997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$522,868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$522,868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Tracy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$344,599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$169,304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$25,796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$149,499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$-266,191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$250,880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$468,599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$63,685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$146,079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$146,079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$-131,437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$45,009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$5,851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$25,796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$18,567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$26,215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$-24,707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$134,944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$137,238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$-110,048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$344,599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$169,304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$25,796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$149,499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$-266,191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$345K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$344,599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$169,304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157% of new business ($266,191)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$169,304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$266,191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Pacific Atlantic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$320,638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$228,837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$91,801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$-348,359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$645,355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$965,992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$191,340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$171,877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$38,490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$38,490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$-191,824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$50,509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$50,509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$-144,445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$200,371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$213,327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$-12,957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$31,268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$15,758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$-12,090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$320,638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$228,837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$91,801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$-348,359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$320,638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$228,837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152% of new business ($348,359)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$228,837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$348,359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Granite Bay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$304,728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$183,956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$51,360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$69,412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$-111,502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$678,966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$734,604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$27,890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$201,249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$22,735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$22,784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$-6,274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$-3,510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$122,936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$56,022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$51,607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$-52,571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$47,211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$21,457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$-53,765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$29,862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$28,961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$-1,655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$81,984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$71,290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$10,819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$304,728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$183,956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$51,360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$69,412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$-111,502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$-7,915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$304,728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$183,956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61% of new business ($111,502)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$183,956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$111,502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Auburn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$268,053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$173,856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$113,951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$-19,754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$629,080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$546,175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$199,663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$59,912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$139,883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$139,054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$111,682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$107,009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$4,673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$6,942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$-28,889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$1,485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$1,485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$36,950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$34,802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$2,148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$268,053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$173,856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$113,951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$-19,754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$-21,947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$268,053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$173,856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$173,856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$113,951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WA  |  City: Longview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$231,113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$152,374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$88,750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$-10,011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$-50,581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$235,693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$381,389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$130,493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$182,524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$-14,593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$98,333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$88,750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$9,583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$-32,838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$38,586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$64,225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$-25,639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$89,279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$88,149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$1,130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$-3,150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$231,113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$152,374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$88,750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$-10,011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$-50,581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$231,113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$152,374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24 to 11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$152,374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$50,581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Grant Line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Tracy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$228,829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$164,646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$-96,476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$375,490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$523,219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$162,391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$138,127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$100,027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$38,100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$-21,312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$33,887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$20,548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$13,339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$21,428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$-6,031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$-18,246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$21,442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$22,644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$-21,702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$19,976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$19,976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$-35,216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$228,829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$164,646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$64,183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$-96,476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$228,829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$164,646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59% of new business ($96,476)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$164,646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$96,476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Network Truck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Roseville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$226,868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$116,554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$67,666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$42,648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$-130,983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$761,350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$465,679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$278,505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$63,137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$27,498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$20,027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$-41,247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$7,156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$7,156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$51,293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$51,322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$-24,398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$30,972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$30,577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$74,309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$47,639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$26,669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$-65,338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$226,868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$116,554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$67,666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$42,648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$-130,983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$523K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$226,868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$116,554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112% of new business ($130,983)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$116,554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$130,983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Yuba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$187,500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$185,109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$2,391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$-41,531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$1,464,780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$1,020,774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$450,043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$58,021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$-24,573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$8,040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$8,040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$-59,250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$-59,250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$-4,942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$235,158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$185,109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$50,049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$-6,410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$-8,304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$187,500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$185,109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$2,391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$-41,531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$-59,250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$235K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$-6,410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$632K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$187,500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$185,109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334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(334 subs, only 6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$185,109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Soho Insurance Brokerage,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Dublin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$184,023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$-86,414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$216,667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$326,151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$97,277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$82,699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$71,427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$11,272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$102,416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$102,416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$-86,414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$-1,261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$-1,261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$184,023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$71,427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$112,596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$-86,414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$-1,261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$184,023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$71,427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121% of new business ($86,414)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$71,427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$86,414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Key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WA  |  City: Kent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$132,722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$38,729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$-151,771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$132,722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$93,992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$226,633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$79,917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$93,992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$-14,075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$22,898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$22,898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$-15,081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$-102,949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$16,853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$16,853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$-33,741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$132,722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$93,992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$38,729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$-151,771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$132,722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$93,992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161% of new business ($151,771)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$93,992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$151,771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West Reliance Insurance Brokerage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$118,995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$119,805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$568,283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$149,966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$42,390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$42,390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$43,261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$38,961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$32,968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$38,455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$-5,487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$118,995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$119,805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$-7,575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$-120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$118,995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$119,805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98%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$119,805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Kavi.llc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Stockton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$118,213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$43,407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$-87,172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$2,606,761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$1,369,750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$88,899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$276,002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$43,276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$17,776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$25,499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$-55,318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$70,824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$57,030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$-31,854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$7,013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$7,013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$118,213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$74,806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$43,407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$-87,172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$-2,838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$1.4M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$118,213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$74,806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 to 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$74,806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Monumental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Concord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$16,481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$171,781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$130,309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$69,299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$52,818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$16,481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$69,299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$52,818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$16,481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$69,299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$52,818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$52,818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WA  |  City: Puyallup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$51,411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$26,866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$-63,999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$514,370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$421,138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$26,866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$26,866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$6,531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$-19,350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$18,050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$18,050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$-37,245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$51,411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$26,866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$24,545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$-63,999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$51,411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$26,866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238% of new business ($63,999)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$26,866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$63,999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American Continental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Tracy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$-4,202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$-61,279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$417,245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$339,086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$114,240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$-14,850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$-46,429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$11,438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$15,640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$48,613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$37,175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$15,640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$-4,202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$-61,279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$48,613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$37,175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165% of new business ($61,279)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19 to 9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$37,175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$61,279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Grewal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West  |  State: N/A  |  City: Pacific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$-25,142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$26,600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$26,600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$-25,142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$-25,142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$26,600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$26,600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95% of new business ($25,142)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$26,600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$25,142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