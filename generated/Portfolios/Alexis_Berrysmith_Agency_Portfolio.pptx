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Segoe UI"/>
              </a:defRPr>
            </a:pPr>
            <a:r>
              <a:t>COVER WHALE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Alexis Berrysmith - Agency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Segoe UI"/>
              </a:defRPr>
            </a:pPr>
            <a:r>
              <a:t>Jan–May 2026  |  Generated May 28, 2026  |  22 Agencies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Alexis Berrysmith -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22 Total Agencies  |  22 Active  |  0 Inactive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(YTD)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$8,976,111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$6,043,018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$951,263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$1,981,830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$-4,218,258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4359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Binds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6.2%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Binds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3883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Subs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$18,061,408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$19,864,279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$21,673,689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Annual Goal (40%)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41%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$3,707,225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$5,499,929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Bound Prem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9672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18.4%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Retention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TOP AGENCIES BY YTD GWP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 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Renewals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08152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79" y="3081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$2,129,360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81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$1,281,263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081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$19,881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081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549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81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7355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2826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Roadways Commercial Insurance Servi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79" y="32826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$1,076,686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826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$772,734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2826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$33,536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2826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14.7%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4838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Truckers Insurance Services Llc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79" y="3483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$832,903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483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$692,043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4838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$29,398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4838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34838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8.0%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75888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Alex Rue Insurance Agency, Inc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79" y="36850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$711,343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3685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$719,941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6850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$49,093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3685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36850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79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$705,030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$250,848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3886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$337,650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3886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934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38862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078224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087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79" y="40873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$677,997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087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$522,868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4087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$27,253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40873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12280" y="40873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2885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MST INSURANCE SERVICES INC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79" y="42885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$344,599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$169,304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42885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$25,796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0" y="4288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80" y="42885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480560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44897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Pacific Atlantic Insurance Services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79" y="44897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$320,638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4489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$228,837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4632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0" y="44897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2280" y="44897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46908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Insurance Mobile Services, Inc.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79" y="46908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$304,728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46908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$183,956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46908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$51,360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0" y="4690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12280" y="469087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19.8%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882896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79" y="48920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$268,053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4892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$173,856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463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$113,951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12280" y="48920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50932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Walker Insurance Agency, Inc.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6079" y="50932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$231,113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1920" y="5093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$152,374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50932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$88,750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0" y="5093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1792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12280" y="50932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11.3%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28523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60" y="52943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Network Truck Insurance Services, I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79" y="52943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$226,868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$116,554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0" y="5294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$67,666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52943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12280" y="5294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1520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MONTHLY SUMMARY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$4,311,882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$992,165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900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11.2%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7532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32520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$4,160,299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09760" y="3337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$1,185,913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128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793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4420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12.1%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7532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32520" y="359359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$4,496,545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09760" y="35935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$1,372,342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4128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1052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4420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106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0140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10.1%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7532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384962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$4,098,770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09760" y="38496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$1,636,669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1081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4420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115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20140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10.6%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7532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32520" y="41056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$2,405,143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509760" y="4105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$855,929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4128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917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20140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275320" y="4325112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7532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732520" y="436168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$8,976,111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509760" y="4361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$6,043,018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4128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4359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271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20140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OKR Scoreboard — Alexis Berrysmith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BDM OKRs  |  Q2 measure (paced where applicable)  |  Matches BD Rep Scoreboard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960120"/>
            <a:ext cx="3200400" cy="1371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0332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7706"/>
                </a:solidFill>
                <a:latin typeface="Segoe UI"/>
              </a:defRPr>
            </a:pPr>
            <a:r>
              <a:t>61.1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910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Segoe UI"/>
              </a:defRPr>
            </a:pPr>
            <a:r>
              <a:t>COMPOSITE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65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Segoe UI"/>
              </a:defRPr>
            </a:pPr>
            <a:r>
              <a:t>Green ≥ 70  |  Amber 45-69  |  Red &lt;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Subs YoY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73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≥+100%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+142%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9144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587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Activity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535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 100% (40/wk)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23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44%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20440"/>
            <a:ext cx="91440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679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Portfolio Active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233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 of 22 agencies  |  Goal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03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0600"/>
            <a:ext cx="8138160" cy="1188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800600"/>
            <a:ext cx="91440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148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New Producing Agencies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5138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Q2 Activated Won  |  Goal ≥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983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0 of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OKR 1: Q2 paced subs YoY — current Q2-YTD subs ÷ days-elapsed × 91 vs prior full Q2 (Apr–Jun 2025)  |  OKR 2: Q2 avg weekly calls + meetings vs 40/wk goal (outbound calls + meetings only, matches scoreboard)  |  OKR 3: % of HubSpot book with ≥1 submission in 2026  |  OKR 4: Q2 Activated-Won NNA deals with `Appointed - ` prefix, owned by this BDM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BD Activity  —  Alexis Berrysmith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 |  Calls + Meetings  |  Weekly goal: 40 activities  |  Colored arrow = month-over-month trend vs prior complete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129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16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145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6.2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16%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 (40/wk)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1–11  (Jan–Mar)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1/5–1/11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1/12–1/18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1/19–1/25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1/26–2/1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2/2–2/8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2/9–2/15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2/16–2/22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2/23–3/1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3/2–3/8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7160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6888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3/9–3/15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928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4328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30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24528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1768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" y="459028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37160" y="459028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6888" y="46085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3/16–3/22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928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4328" y="460857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930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24528" y="460857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01768" y="460857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12–21  (Mar–May)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3/23–3/29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3/30–4/5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4/6–4/12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4/13–4/19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4/20–4/26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4/27–5/3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5/4–5/10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80%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5/11–5/17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112%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5/18–5/24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108%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99632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199632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09360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5/25–5/28*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9552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86800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5554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287000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52%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064240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HubSpot CRM  |  Calls + meetings only (emails excluded)  |  * = current/partial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Submission Growth  —  Alexis Berrysmith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vs 2025  |  Green = growth  |  Red = decline  |  Hit ratio = binds /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1891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Submissions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128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Binds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6.8% ▼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-37.8%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Subs YOY vs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-74.2%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 YOY vs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MONTHLY BREAKDOWN  —  2026 vs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Binds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2025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676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-99%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+62%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885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+47%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717036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7627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1,891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762756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3,039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-38%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AGENCIES BY SUBMISSION VOLUME  —  YTD Ranked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YTD Subs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23560" y="216712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33288" y="21854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7928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993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1854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9568" y="218541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91088" y="21854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+821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24414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67928" y="24414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934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24414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9568" y="24414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1088" y="2441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+330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267919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33288" y="2697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67928" y="26974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421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26974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59568" y="26974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2697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+60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29535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Truckers Insurance Services Llc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7928" y="295351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36608" y="29535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9568" y="29535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8.0%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91088" y="295351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+363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60" y="319125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33288" y="32095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67928" y="32095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36608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59568" y="3209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91088" y="32095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-183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33288" y="34655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Network Truck Insurance Services, Inc.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67928" y="34655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36608" y="34655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59568" y="34655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91088" y="346557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-52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3703320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33288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Alex Rue Insurance Agency, Inc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67928" y="37216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6608" y="3721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59568" y="372160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91088" y="3721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+45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33288" y="3977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Roadways Commercial Insurance Services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97764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36608" y="39776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39776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14.7%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91088" y="39776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-19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4215384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33288" y="42336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2336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36608" y="42336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59568" y="42336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91088" y="42336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33288" y="4489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Insurance Mobile Services, Inc.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67928" y="44897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36608" y="448970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59568" y="448970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19.8%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91088" y="44897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-19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23560" y="472744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33288" y="4745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Grant Line Insurance Agency, Inc.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67928" y="47457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36608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59568" y="47457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5.2%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91088" y="474573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+54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33288" y="5001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Pacific Atlantic Insurance Services In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67928" y="500176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36608" y="50017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59568" y="50017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91088" y="500176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+88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23560" y="523951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733288" y="52578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American Continental Insurance Service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67928" y="525780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36608" y="52578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59568" y="525780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91088" y="525780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33288" y="5513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Walker Insurance Agency, Inc.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67928" y="551383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36608" y="55138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59568" y="551383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11.3%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991088" y="551383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+26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23560" y="575157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33288" y="57698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J &amp; S Insurance Agency Inc.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67928" y="57698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36608" y="576986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59568" y="576986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991088" y="5769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733288" y="60258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MST INSURANCE SERVICES INC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67928" y="60258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436608" y="60258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259568" y="60258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91088" y="602589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Totals match Sales Scoreboard: Q1 → Q1 owner, Q2+ → current owner, 2025 baseline → current owner  |  Hit ratio = binds / submissions  |  Right-panel agency table shows current portfolio  |  Green ≥ 8%  Red &lt; 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Alexis Berrysmith  |  22 Total Agencies  |  Jan–May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424160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430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430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143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9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799" y="11430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99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$4,311,882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99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$992,165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996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$98,838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$-851,930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900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631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14996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11.2%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773936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828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$4,160,299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8288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$1,185,913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18288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$200,414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$-751,030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793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535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8288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12.1%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57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1579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$4,496,545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$1,372,342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57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$525,662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$-1,055,763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1,052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688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9" y="21579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10.1%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32303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487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$4,098,770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24871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$1,636,669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48716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$35,521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2487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$-953,383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5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1,081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09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761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3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799" y="24871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10.6%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816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281635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$2,405,143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28163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$855,929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81635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$90,827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79" y="281635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$-606,152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5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917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09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601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3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799" y="2816351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090671"/>
            <a:ext cx="10424160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16382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316382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$19,472,639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316382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$6,043,018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316382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$951,263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79" y="31638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$-4,218,258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5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4,743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09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3,216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3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487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799" y="316382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10.3%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61187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Green = up vs prior month  |  Red = down vs prior month or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DSG In My Portfolio — Alexis Berrysmith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Dirt, Sand &amp; Gravel program performance across this bdm's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DSG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BOUND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$126,384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GROSS WRITTEN PREM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4.2%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DSG ACTIVITY BY AGENCY (top 8 by submissions)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Declined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70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Network Truck Insurance Services, Inc.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Pacific Atlantic Insurance Services Inc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$15,509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59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0273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Truckers Insurance Services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027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$14,583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1363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9136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87951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245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Alex Rue Insurance Agency, Inc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$19,077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3542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53542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09743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84631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MST INSURANCE SERVICES INC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8463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$61,451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15721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15721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9436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States with DSG bound business in this book: CA, 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Fleet In My Portfolio — Alexis Berrysmith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Fleet business (4+ power units) across this bdm's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$21,074,550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GWP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UNITS / SUB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6766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BY AGENCY (top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4368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$1,674,908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$1,476,925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59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027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$3,437,021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$4,442,617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1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Alex Rue Insurance Agency, Inc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$2,513,250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3542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Roadways Commercial Insurance Services Inc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$1,900,623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9743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463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MST INSURANCE SERVICES INC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$1,547,695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1572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Network Truck Insurance Services, Inc.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0" y="2286000"/>
            <a:ext cx="42062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99248" y="2322576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SIZE MIX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4-5 units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343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(48%)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6-10 units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257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3035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(36%)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11-25 units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3401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(16%)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26-50 units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20" y="3767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51+ units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4133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413308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Bind rate on fleet: 22.2%  ·  Declined: 154  ·  Source: cw_rep.transportation_submissions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Alexis Berrysmith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Individual agents ranked by YTD submissions  |  Agent = broker_contact on submission  |  Trend =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4359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271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6.2%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Portfolio 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56%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AGENTS BY SUBMISSIONS  —  Ranked 1–18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Raman Palta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Shubham Kamra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Deepak Goswami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Angelica Puente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1368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Truckers Insurance Services 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Parmjit Dhami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1368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016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Alexander Rue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1368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Alex Rue Insurance Agency, Inc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888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Manjit Singh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1368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Roadways Commercial Insurance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14.7%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13248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Dmitri Omelco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452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3248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8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Paul Metlenko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1368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Insurance Mobile Services, Inc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3016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2452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888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19.8%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13248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8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Jasvir Kaur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1368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Grant Line Insurance Agency, 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016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1888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13248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Jessie Ghangas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1368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Pacific Atlantic Insurance Ser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3016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452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1888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13248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6888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Veronica Buruian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1368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2452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1888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3248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6888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Baldev Singh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01368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3016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1888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16.2%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13248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888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Raman Kailey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01368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American Continental Insurance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3016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452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1888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13248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160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Sandy Gill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01368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 &amp; S Insurance Agency Inc.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3016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452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1888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3248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6888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Michael Erbes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01368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Walker Insurance Agency, Inc.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3016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452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1888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11.7%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3248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6888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Manmdeep Thiara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01368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MST INSURANCE SERVICES INC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3016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452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1888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13248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6888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Nick Lobodiuk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01368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3016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2452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1888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14.8%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13248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45352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55080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CONTINUED  —  Ranked 19–36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55080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09560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3836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3272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2708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52144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91072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45352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Veniamin Omelko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9560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3836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3272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2708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21440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55080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Grigoriy Gasan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09560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3836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3272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08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21440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45352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55080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Sukhnek Bahia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09560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West Reliance Insurance Broker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73836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2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2708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21440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55080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Josh Thomas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909560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Network Truck Insurance Servic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73836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3272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92708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521440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45352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55080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No Given Name Rahul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09560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3836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33272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2708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521440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55080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Tanya Golovina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909560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3836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33272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2708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22.9%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21440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245352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55080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KAVI Singh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09560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Kavi.llc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3836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33272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2708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20.6%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521440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55080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PABLO ROMAN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909560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73836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33272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2708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8.8%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521440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245352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355080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Karmjit Bahia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909560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Key Insurance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73836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33272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2708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521440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355080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No Name Given Sandeep Ku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09560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3836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33272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92708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521440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45352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355080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Matthew Munoz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909560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3836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33272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92708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521440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355080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Brandon Fagliano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09560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Network Truck Insurance Servic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73836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33272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2708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521440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245352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55080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Brian Nicosia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909560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Network Truck Insurance Servic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73836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33272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2708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521440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55080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Omar Morquecho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909560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Monumental Insurance Services,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73836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33272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2708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521440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45352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55080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Chris Del Pozzo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909560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Network Truck Insurance Servic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73836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33272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092708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521440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355080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Andrei Omelco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909560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3836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33272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92708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13.0%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521440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245352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55080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Parmpaul Thandi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09560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Soho Insurance Brokerage, Inc.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73836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33272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92708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521440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355080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KRISHNA DAND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909560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73836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33272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2708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521440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Agent = broker_contact_user_id on submission record  |  Hit ratio = binds / subs  |  MoM = month-over-month  |  2 subs had no agent mapped (broker_contact_user_id not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Performers vs Underperformers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Standouts and agencies needing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EXCEEDING — Top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914400"/>
            <a:ext cx="548640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— Bottom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$2,129,360  |  Subs 993  |  Binds 64  |  HR 6.4%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6.4% (portfolio avg: 6.2%)  |  $2,129,360 YTD GWP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Truckers Insurance Services Llc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$832,903  |  Subs 363  |  Binds 29  |  HR 8.0%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8.0% (portfolio avg: 6.2%)  |  $832,903 YTD GWP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Roadways Commercial Insurance Services Inc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$1,076,686  |  Subs 136  |  Binds 20  |  HR 14.7%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14.7% (portfolio avg: 6.2%)  |  $1,076,686 YTD GWP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$677,997  |  Subs 421  |  Binds 31  |  HR 7.4%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7.4% (portfolio avg: 6.2%)  |  $677,997 YTD GWP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949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$705,030  |  Subs 934  |  Binds 26  |  HR 2.8%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$705,030 YTD GWP  |  26 binds in Q1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13716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Monumental Insurance Services,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$69,299  |  Subs 24  |  Binds 0  |  HR 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24 submissions with 0 binds - zero conversion  |  18 quotes generated but 0 converted to binds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37744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$188,005  |  Subs 326  |  Binds 6  |  HR 1.8%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1.8% on 326 subs  |  New business dropped sharply MoM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38328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J &amp; S Insurance Agency Inc.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$51,411  |  Subs 61  |  Binds 3  |  HR 4.9%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238% of new business ($63,999 vs $26,866)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3891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Pacific Atlantic Insurance Services Inc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$320,638  |  Subs 96  |  Binds 8  |  HR 8.3%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152% of new business ($348,359 vs $228,837)  |  New business dropped sharply MoM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539496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American Continental Insurance Services 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$48,613  |  Subs 70  |  Binds 3  |  HR 4.3%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Cancellations are 165% of new business ($61,279 vs $37,175)  |  Submissions dropped 58% MoM (19 -&gt; 8)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Agencies I Appointed — Alexis Berrysmith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OKR 4 progress  |  Q2 goal: 4 new producing agencies  |  Source: HubSpot Net New Agency / Activated Won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2626"/>
                </a:solidFill>
                <a:latin typeface="Segoe UI"/>
              </a:defRPr>
            </a:pPr>
            <a:r>
              <a:t>0 of 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Q2 OKR 4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YTD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SUBS POST-APPT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Segoe UI"/>
              </a:defRPr>
            </a:pPr>
            <a:r>
              <a:t>Activation: 0/0 appointed agencies have submitted (0%)  •  0/0 have bound (0%)  •  Total bound: 0  •  Total GWP: $0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768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APPOINTED AGENCIES (newest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Appointed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06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Bind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Segoe UI"/>
              </a:defRPr>
            </a:pPr>
            <a:r>
              <a:t>No Activated Won appointments in this book year-to-date.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OKR 4 source: HubSpot Net New Agency Prospect Pipeline · Activated Won stage · only 'Appointed - ' prefix deals count (matches BD Rep Scoreboard). BDMs scored on count vs goal of 4/quarter.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Strategic Assessment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Alexis Berrysmith Portfolio  |  Jan–May 2026  |  Strengths, gaps, and ranked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Top 3 (A.s.i.a Inc, Roadways Commercial Insur, Truckers Insurance Servic) drive $4,038,949 (45%) of portfolio YTD GWP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Strong hit ratios: Insurance Mobile Ser (19.8%), Kavi.llc (17.5%), Roadways Commercial  (14.7%)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 agencies converting submissions to bound business in Jan–May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4,359 total submissions across 22 active agencies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- Areas for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 agencies submitting but 0 binds (24 subs): Monumental Insurance (24)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Low hit ratios need coaching: Amerigo Insurance Ag (1.8%), Stellar Management,  (2.8%)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TOP STRATEGIC PRIORITIES — Ranked by Estimated 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2900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10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Reduce Cancellation Rates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14 agencies with cancellations &gt;40% of new biz: A.s.i.a Inc, Roadways Commercial Insur, Truckers Insurance Servic. $3,681,737 total cancellations - investigate retention.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Scale Top Performers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79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Double down on high-converting agencies: A.s.i.a Inc, Roadways Commercial Insur, Truckers Insurance Servic. Increase submission volume 20% through marketing support and referral incentives.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70916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90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Improve Low Hit Ratio Agencies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2 agencies with 20+ subs but &lt;3% HR: Amerigo Insurance Ag (1.8%), Stellar Management,  (2.8%). Conduct submission quality training to lift conversion 2-3 points.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492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30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Develop High-Volume Growth Candidates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5 agencies with 30+ subs and some binds but &lt;5% HR: Stellar Management,  (934s/26b), Amerigo Insurance Ag (326s/6b), Network Truck Insura (189s/8b). Small HR improvements on large volume = significant premium lift.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Protect Renewal 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$951,263 in Q1 renewal premium. Proactively engage renewal agencies 60 days pre-expiration to maximize retention.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Recently Bound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Alexis Berrysmith  |  Last 25 Bound Submissions  |  271 Total Bound in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0058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 (Account)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05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59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207008"/>
            <a:ext cx="111556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269894318433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280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Roadways Commercial Insurance Serv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2801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G&amp;A HAULERS INC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Manjit Singh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$40,256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46304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266081102216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4813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4813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BIG BEN ENTERPRISES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Nick Lobodiuk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$53,194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59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27,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682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6824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263438591073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168249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Roadways Commercial Insurance Serv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68249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NK &amp; SON'S TRUCKING INC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6824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Manjit Singh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$57,129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59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86537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836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8836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265532894843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188366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18836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TJ GOODS CARRIER INC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8836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Raman Palta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$21,384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59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0848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0848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254714084915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208483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0848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FREIGHT FLOW LOGISTICS INC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084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Raman Palta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$19,873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59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26771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286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266435560373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2860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NEW TRANS LLC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Nick Lobodiuk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$19,571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59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22,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4871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267829879438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48716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Grant Line Insurance Agency, Inc.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2487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BE SMART TRADE INC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24871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Jasvir Kaur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$20,548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59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22,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7004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26883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6883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260795610663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268833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Roadways Commercial Insurance Serv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268833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DAKHA CARRIERS INC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268833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Manjit Singh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$73,126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59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28895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8895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255307470618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28895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 Mobile Services, Inc.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28895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UNITED TRANSPORTATION SYSTEM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8895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Paul Metlenko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$6,700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59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07238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090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090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264048551080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0" y="30906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Walker Insurance Agency, Inc.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600" y="30906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SENMEE LOADZ LLC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0906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Michael Erbes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$20,683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38559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291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263340390858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32918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3291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MEHROK AND COMPANY INC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Shubham Kamra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12680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$85,761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338559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347472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3493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3493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269600186080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 Mobile Services, Inc.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00600" y="34930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Statewide Transportation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34930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Paul Metlenko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12680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$7,594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38559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36941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256492140667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36941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36941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CALPRIME LOGISTICS INC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6941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KRISHNA DAND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$15,976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59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87705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389534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259454135454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38953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00600" y="38953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ROYAL STAR LOGISTICS INC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89534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Raman Palta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12680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$190,394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59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40965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4096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268065250263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28800" y="40965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00600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HMG LOGISTICS LTD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40965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Shubham Kamra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$20,495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38559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" y="4297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265574398893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0" y="42976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0600" y="42976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BMS TRUCKING INC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Deepak Goswami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12680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$19,284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338559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255351899555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0" y="4498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Key Insurance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00600" y="4498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AB TRUCKLINES INC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35240" y="44988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Kristina Vasilchenko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12680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$17,179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338559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" y="468172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47000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440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260114960143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28800" y="47000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00600" y="47000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ALL ROUTES TRUCKING INC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635240" y="470001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Shubham Kamra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12680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38559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49011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49011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259907563344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28800" y="490118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00600" y="49011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WARRAICH CARRIER INC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35240" y="49011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Raman Palta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12680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$32,725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338559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08406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8640" y="51023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51023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269935153800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28800" y="510235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00600" y="5102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PRIME POWER INC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3524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Parmjit Dhami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12680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$234,322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38559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251986217800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53035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Key Insurance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0600" y="5303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BBJ TRUCKS INC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5240" y="5303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Kristina Vasilchenko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12680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$81,068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338559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18, 2026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7200" y="548640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" y="55046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5504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256437447303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28800" y="550468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 &amp; S Insurance Agency Inc.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00600" y="55046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 N CARGO INC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35240" y="55046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Sandy Gill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012680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$13,192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338559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8640" y="570585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4400" y="5705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262744285579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828800" y="570585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00600" y="57058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ROADRIDER TRANS INC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635240" y="570585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Shubham Kamra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012680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$38,740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338559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14, 2026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200" y="588873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48640" y="59070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5907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264763529347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828800" y="590702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800600" y="59070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KABLAN LLC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635240" y="59070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Dmitri Omelco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012680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338559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14, 2026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48640" y="6108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14400" y="6108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266619538571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828800" y="610819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00600" y="61081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DSR ROADKING INC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635240" y="6108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Shubham Kamra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12680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$17,708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338559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13, 2026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48640" y="6345936"/>
            <a:ext cx="1115568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Total (Last 25 Submissions)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1248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$1,108,005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Renewal Watch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Alexis Berrysmith  |  Active in-force policies expiring through Aug 26,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$1,418,678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EXPIRE ≤30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31-60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61-90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POLICIES EXPIRING (sorted by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Exp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5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Kavi.llc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70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256955531582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ROAD HUNTER TRUCKERS INC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700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5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252037311719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9809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JETBLUE LOGISTICS INC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98094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$18,800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5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5526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259112955693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NIRMAL SINGH SANGHA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8d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2918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5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60273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259275145407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60273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GRD TRUCKLINE INC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8d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360273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5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77055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 Mobile Services, Inc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9136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258944420209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913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XOREZMIS INC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8d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9136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NTL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91363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5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42245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252901755001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422452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TESLA TRANSPORTATION INC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9d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42245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422452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$14,805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5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98847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Grant Line Insurance Agency, 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5354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258718145941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45354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 S T LLC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9d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8200" y="45354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453542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$13,794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5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8463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258912692062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8463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DASH TRANS LLC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846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8463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$18,064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8135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WA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20639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 Mobile Services, Inc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515721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252976698841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51572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Andrei Haholkin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12d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58200" y="5157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55480" y="515721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8135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46811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255784151503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GMH TRANSPORT INC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0" y="5468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5527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13d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58200" y="54681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55480" y="5468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$20,903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8135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742431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57790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43200" y="57790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256274799556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1920" y="57790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ITS BAJWA INC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57790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7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14d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58200" y="57790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57790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$17,276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8135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608990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43200" y="6089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258689072616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60899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Dias Satov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49440" y="608990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5527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15d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58200" y="60899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55480" y="608990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$10,885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8135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5760" y="636422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5760" y="64007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43200" y="64007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252259430505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31920" y="64007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BAL FREIGHTS INC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49440" y="640079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7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15d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58200" y="64007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640079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$51,925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8135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13 of 76 upcoming renewals  |  Source: dw_reader.policy_premium  |  Active in-force only  |  Sorted by expiration 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Pending Cancellations — Save List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Alexis Berrysmith  |  Policies with cancellation_date on or before Aug 26, 2026  |  Sorted by urgency — call these agencies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PENDING CANCEL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$36,035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DAYS (URGENT)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C2626"/>
                </a:solidFill>
                <a:latin typeface="Segoe UI"/>
              </a:defRPr>
            </a:pPr>
            <a:r>
              <a:t>$36,035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D28D9"/>
                </a:solidFill>
                <a:latin typeface="Segoe UI"/>
              </a:defRPr>
            </a:pPr>
            <a:r>
              <a:t>Non Payment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PENDING CANCELS (sorted by cancel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Cancel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591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591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LOB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33472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269802019939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26700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DADSON TRANSPORT INC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67004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2670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67004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256832388951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298094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ROYALS TRANS INC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298094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Key Insurance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9809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29809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98094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$1,915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Segoe UI"/>
              </a:defRPr>
            </a:pPr>
            <a:r>
              <a:t>Insured Broker Request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55263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308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266816028821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3291839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GSP XPRESS INC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3291839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Grant Line Insurance Agency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32918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32918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3291839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266816028821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3602735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GSP XPRESS INC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60" y="3602735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Grant Line Insurance Agency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360273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60" y="360273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602735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3877055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8308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266816028821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3913631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GSP XPRESS INC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94960" y="3913631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Grant Line Insurance Agency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2360" y="391363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9560" y="391363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3913631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$2,035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8308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256832388951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88920" y="4224527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ROYALS TRANS INC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94960" y="4224527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Key Insurance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52360" y="42245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09560" y="422452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66760" y="4224527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$9,475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1832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Segoe UI"/>
              </a:defRPr>
            </a:pPr>
            <a:r>
              <a:t>Insured Broker Request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498847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8308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269802019939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88920" y="4535423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DADSON TRANSPORT INC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94960" y="4535423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52360" y="453542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453542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66760" y="4535423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$4,780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1832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78308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259492100429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88920" y="4846319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KRISHNA TRANZ INC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94960" y="4846319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Roadways Commercial Insuran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52360" y="48463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909560" y="48463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66760" y="4846319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$15,897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41832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Non Payment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760" y="5120639"/>
            <a:ext cx="1143000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5760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868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8308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256832388951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88920" y="5157215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ROYALS TRANS INC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94960" y="5157215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Key Insurance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52360" y="515721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09560" y="515721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66760" y="5157215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$743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1832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Segoe UI"/>
              </a:defRPr>
            </a:pPr>
            <a:r>
              <a:t>Insured Broker Request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9 of 9 pending cancels  |  Source: dw_reader.policy_premium  |  Non-payment = green (most savable), Insured-requested = red, Days ≤14 = red  |  Action: contact agency, confirm reinstatement plan, escalate non-payment cases for billing 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A.s.i.a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CA  |  City: Roseville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$2,129,360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$1,281,263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$19,881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$828,215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$-1,314,528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$2,385,932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$3,958,997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74%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$145,894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$1,339,098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$154,626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$108,564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$46,062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$-46,278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$214,475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$82,383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$132,092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$-248,423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$564,150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$288,349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$275,800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$-277,377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$836,115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$574,702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$19,881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$241,532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$-411,892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$359,994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$227,265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$132,729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$-330,558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$2,129,360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$1,281,263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$19,881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$828,215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$-1,314,528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9.9%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993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905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1067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$155K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$214K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$564K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$836K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$360K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$556K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$2.1M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$2,129,360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$1,281,263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103% of new business ($1,314,528)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57%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$1,281,263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$1,314,528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Roadways Commercial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CA  |  City: Sacramento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$1,076,686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$772,734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$33,536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$270,415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$-504,288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$737,616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$1,825,890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122%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$506,832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$404,895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$306,192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$169,361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$136,831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$-104,966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$353,038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$233,140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$33,536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$86,362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$-140,238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$120,349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$78,610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$41,739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$-61,497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$156,264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$121,313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$34,951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$-186,568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$140,843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$170,311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$-29,468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$-11,020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$1,076,686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$772,734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$33,536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$270,415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$-504,288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36.4%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$-15,932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$156K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$141K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$-11,589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$1.1M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$1,076,686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$772,734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65% of new business ($504,288)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$772,734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$504,288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Truckers Insurance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$832,903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$692,043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$29,398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$111,462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$-375,250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$634,300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$1,467,203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109%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$611,332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$231,418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$180,687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$50,732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$-131,712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$223,956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$192,570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$31,386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$-96,703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$170,535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$148,379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$22,156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$-39,508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$142,834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$120,883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$21,951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$-88,590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$64,160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$49,525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$29,398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$-14,763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$-18,738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$832,903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$692,043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$29,398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$111,462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$-375,250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356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396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$833K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$832,903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$692,043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54% of new business ($375,250)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55%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$692,043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$375,250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Alex Rue Insurance Agency,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CA  |  City: Roseville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$711,343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$719,941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$49,093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$-57,691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$-267,742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$526,779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$937,512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113%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$573,614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$142,910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$67,641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$37,909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$10,232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$-2,172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$343,848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$387,828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$-43,980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$249,225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$220,246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$29,593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$-128,956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$-11,990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$5,092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$-17,082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$-135,964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$62,619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$68,867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$-6,248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$711,343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$719,941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$49,093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$-57,691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$-267,742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15.6%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$344K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$249K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$-11,990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$301K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$711K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$711,343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$719,941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$719,941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$267,742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Stellar Management,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WA  |  City: Seattle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$705,030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$250,848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$337,650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$116,532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$-245,545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$2,606,142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$2,141,371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$508,536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$565,710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$96,490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$65,566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$30,924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$-67,434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$53,528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$16,446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$18,765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$18,317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$-24,186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$437,395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$113,238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$318,885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$5,272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$-66,144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$66,054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$46,821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$19,232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$-57,681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$51,563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$8,776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$42,787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$-30,100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$705,030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$250,848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$337,650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$116,532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$-245,545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934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822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604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975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$437K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$1.2M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$705K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$705,030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$250,848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2.8% hit ratio on 934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98% of new business ($245,545)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(934 subs, only 26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$250,848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Aic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OR  |  City: Redmond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$677,997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$522,868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$27,253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$127,875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$-89,495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$1,633,938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$1,550,565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$512,941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$372,278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$85,643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$20,891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$18,752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$-8,152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$48,913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$46,715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$2,198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$-10,822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$200,190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$136,953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$5,532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$57,705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$-36,388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$219,616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$218,540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$1,076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$-17,305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$123,635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$99,769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$2,970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$20,896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$-16,829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$677,997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$522,868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$27,253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$127,875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$-89,495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421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356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361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459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$-6,595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$200K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$422K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$220K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$124K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$761K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$678K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$677,997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$522,868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$522,868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MST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Tracy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$344,599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$169,304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$25,796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$149,499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$-186,648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$250,880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$468,599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114%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$174,900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$63,685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$146,079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$146,079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$-131,437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$45,009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$5,851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$25,796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$13,362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$26,215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$-7,648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$-24,707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$134,944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$137,238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$-2,294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$-30,504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$344,599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$169,304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$25,796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$149,499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$-186,648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$146K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$135K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$345K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$344,599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$169,304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110% of new business ($186,648)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$169,304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$186,648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Pacific Atlantic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$320,638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$228,837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$91,801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$-348,359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$645,355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$965,992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$191,340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$171,877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$38,490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$38,490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$-191,824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$50,509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$50,509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$-144,445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$200,371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$213,327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$-12,957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$31,268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$15,509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$15,758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$-12,090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$320,638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$228,837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$91,801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$-348,359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$321K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$320,638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$228,837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152% of new business ($348,359)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84%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$228,837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$348,359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Insurance Mobile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Granite Bay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$304,728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$183,956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$51,360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$69,412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$-111,502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$678,966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$734,604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19.8%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$27,890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$232,991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$22,735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$6,226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$22,784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$-6,274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$-3,510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$122,936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$56,022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$15,307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$51,607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$-52,571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$47,211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$21,457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$2,450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$23,304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$-53,765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$29,862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$28,961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$-1,655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$81,984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$71,290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$10,819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$304,728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$183,956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$51,360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$69,412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$-111,502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$123K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$-7,915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$305K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$304,728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$183,956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61% of new business ($111,502)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$183,956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$111,502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Berrier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Auburn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$268,053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$173,856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$113,951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$-19,754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$629,080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$546,175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$203,142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$59,912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$139,883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$139,054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$111,682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$107,009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$4,673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$-21,947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$6,942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$-28,889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$1,485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$1,485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$36,950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$34,802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$2,148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$268,053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$173,856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$113,951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$-19,754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$-21,947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$351K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$268,053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$173,856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$173,856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Strong $113,951 renewal book. Use this as proof of value: "Your retention shows we're delivering - let's find more accounts like these in your pipeline."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Walker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WA  |  City: Longview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$231,113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$152,374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$88,750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$-10,011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$-50,581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$235,693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$381,389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82%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$131,924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$182,524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$-14,593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$4,928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$4,928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$98,333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$88,750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$9,583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$-32,838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$38,586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$64,225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$-25,639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$89,279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$88,149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$1,130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$-3,150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$231,113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$152,374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$88,750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$-10,011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$-50,581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36.4%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$231,113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$152,374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24 to 11 MoM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$152,374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$50,581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Network Truck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Roseville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$226,868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$116,554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$67,666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$42,648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$-130,983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$761,350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$465,679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$278,505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$63,137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$27,498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$15,612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$-41,247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$7,156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$7,156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$51,293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$51,322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$-24,398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$30,972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$30,577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$395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$74,309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$47,639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$26,669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$-65,338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$226,868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$116,554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$67,666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$42,648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$-130,983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241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198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$523K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$226,868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$116,554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112% of new business ($130,983)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$116,554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$130,983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Grant Line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Tracy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$208,853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$164,646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$44,206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$-76,029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$375,490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$503,243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$162,391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$138,127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$100,027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$-21,312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$33,887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$20,548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$13,339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$15,397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$21,428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$-6,031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$-18,246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$21,442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$22,644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$-1,202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$-16,494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$-19,976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$208,853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$164,646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$44,206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$-76,029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$208,853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$164,646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46% of new business ($76,029)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$164,646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$76,029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Amerigo Insurance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Yuba 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$188,005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$185,109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$2,896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$-41,531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$1,464,780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$1,021,279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$450,043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$60,385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$9,961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$9,961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$-24,573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$8,040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$8,040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$-3,712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$-59,250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$-59,250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$-4,942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$235,158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$185,109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$50,049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$-5,905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$-5,905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$-8,304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$188,005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$185,109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$2,896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$-41,531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509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345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$8K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$-59,250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$235K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$-5,905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$632K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$188K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$188,005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$185,109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1.8% hit ratio on 326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103%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(326 subs, only 6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$185,109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Soho Insurance Brokerage,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Dublin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$184,023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$71,427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$112,596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$-86,414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$216,667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$326,151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71%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$97,277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$82,699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$71,427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$11,272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$102,416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$102,416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$-86,414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$-1,261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$-1,261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$184,023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$71,427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$112,596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$-86,414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$-1,261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$184K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$184,023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$71,427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121% of new business ($86,414)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$71,427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$86,414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Key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WA  |  City: Kent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$132,722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$93,992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$38,729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$-151,771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$132,722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$93,992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$226,633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$79,917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$93,992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$-14,075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$22,898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$22,898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$-15,081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$13,104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$13,104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$-102,949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$16,853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$16,853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$-33,741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$132,722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$93,992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$38,729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$-151,771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36.4%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$-51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$132,722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$93,992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161% of new business ($151,771)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$93,992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$151,771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West Reliance Insurance Brokerage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$118,995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$119,805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$568,283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$149,966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$74,965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$42,390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$42,390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$43,261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$38,961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$4,300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$32,968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$38,455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$-5,487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$118,995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$119,805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$-7,575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$-120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$496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$537K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$118,995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$119,805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98%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$119,805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Kavi.llc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1  |  Region: Pacific Northwest  |  State: CA  |  City: Stockton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$118,275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$74,806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$43,468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$-87,172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$2,606,761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$1,369,811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$88,899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$317,251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$43,276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$17,776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$25,499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$-55,318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$-2,838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$-2,838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$70,824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$57,030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$13,794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$-31,854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$7,013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$7,013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$118,275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$74,806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$43,468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$-87,172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$-2,838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$545K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$1.4M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$118,275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$74,806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90%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Their $74,806 in renewals shows they trust our product. Ask: "What's holding back new submissions?" They may need updated appetite info or a refresher on our quoting process.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Monumental Insurance Services,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Concord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$69,299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$52,818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$16,481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$171,781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$130,309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$69,299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$52,818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$16,481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$69,299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$52,818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$16,481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$69,299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$52,818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24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$52,818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 &amp; S Insurance Agency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WA  |  City: Puyallup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$51,411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$26,866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$24,545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$-63,999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$514,370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$421,138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$91,748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$-7,404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$26,866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$26,866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$6,531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$6,531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$-19,350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$18,050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$18,050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$-37,245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$51,411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$26,866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$24,545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$-63,999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$-37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$145K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$51,411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$26,866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238% of new business ($63,999)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$26,866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$63,999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American Continental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Pacific Northwest  |  State: CA  |  City: Tracy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$48,613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$37,175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$15,640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$-4,202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$-61,279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$417,245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$339,086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$114,240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$-14,850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$-46,429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$11,438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$15,640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$-4,202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$37,175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$37,175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$48,613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$37,175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$15,640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$-4,202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$-61,279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$48,613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$37,175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165% of new business ($61,279)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19 to 8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$37,175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$61,279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Grewal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2  |  Region: West  |  State: N/A  |  City: Pacific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$26,600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$26,600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$-25,142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$26,600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$26,600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$26,600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$26,600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$-25,142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$26,600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$26,600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$-25,142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$26,600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$26,600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95% of new business ($25,142)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$26,600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$25,142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