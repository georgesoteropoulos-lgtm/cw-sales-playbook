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$-4,437,682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$18,588,146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$3,413,462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$5,311,941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$4,263,105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$4,069,941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$4,092,079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$2,402,374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$9,041,504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4439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4439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266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6.0%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4,439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3,705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22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$4,263,105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$4,069,941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$4,092,079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$-958,591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$2,402,374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$901,912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$-701,581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$-118,787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$19,356,192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$6,089,001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$-4,437,682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4,827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$21,074,550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$3,437,021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$4,442,617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21.7%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$2,129,910  |  Subs 1013  |  Binds 64  |  HR 6.3%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6.3% (portfolio avg: 6.0%)  |  $2,129,910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371  |  Binds 27  |  HR 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7.3% (portfolio avg: 6.0%)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$1,076,686  |  Subs 138  |  Binds 19  |  HR 13.8%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13.8% (portfolio avg: 6.0%)  |  $1,076,686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$732,695  |  Subs 951  |  Binds 26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$732,695 YTD GWP  |  26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$677,997  |  Subs 431  |  Binds 29  |  HR 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6.0%)  |  $677,997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$187,500  |  Subs 334  |  Binds 6  |  HR 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334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$132,722  |  Subs 52  |  Binds 6  |  HR 11.5%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161% of new business ($151,771 vs $93,992)  |  Submissions dropped 92% MoM (12 -&gt; 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62  |  Binds 3  |  HR 4.8%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$344,599  |  Subs 58  |  Binds 3  |  HR 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($266,191 vs $169,304)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$4,039,499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Kavi.llc (20.0%), Insurance Mobile Ser (18.6%), Roadways Commercial  (13.8%)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4,439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A.s.i.a Inc, Roadways Commercial Insur, Alex Rue Insurance Agency. $4,168,903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(951s/26b), Amerigo Insurance Ag (334s/6b), Network Truck Insura (190s/8b).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50%+ MoM drops: A.s.i.a Inc (259-&gt;1), American Continental (19-&gt;9), Insurance Mobile Ser (26-&gt;1).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Last 25 Bound Submissions  |  266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251679096454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263497519412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SATBIR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251274523375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SANGHA EXPRESS LINES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262692578067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 SHIVA CARRIER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269894318433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G&amp;A HAULERS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266081102216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BEN ENTERPRISES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$53,194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265532894843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TJ GOODS CARRIER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254714084915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FLOW LOGISTICS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266435560373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TRANS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$19,571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262497242213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KGS TRUCKLINE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$17,768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$1,048,238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$1,357,998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252259430505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 FREIGHTS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$51,925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258689072616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Dias Satov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257524540239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FVT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258194489743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GURHAM FREIGHT SYSTEMS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$37,636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255484104141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OX TRUCKING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$45,252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Berrysmith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$30,909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$30,909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263295422626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TRUCKLINE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263295422626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TRUCKLINE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$3,824,231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$1,320,364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$360,544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$227,815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$-330,558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$2,129,910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$1,281,813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$828,215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$-1,314,528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$2,129,910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$1,281,813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103% of new business ($1,314,528)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$1,281,813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$1,314,528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$1,825,708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$140,843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$170,311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$1,076,686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$772,734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$270,415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$-504,288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$-11,407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$1,076,686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$772,734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($504,288)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$772,734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$504,288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$1,443,726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$-246,191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$1,855,447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$508,536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$531,985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$79,227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$-30,746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$732,695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$278,513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$-246,191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$732,695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$278,513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951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($246,191)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(951 subs, only 26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$278,513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$-386,530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$954,990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$80,387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$-118,787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$729,111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$737,709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$-386,530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$729,111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$737,709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($386,530)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$737,709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$386,530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$1,511,941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$371,728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$123,635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$99,769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$677,997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$522,868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$127,875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$677,997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$522,868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$522,868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$-266,191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$-266,191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($266,191)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$266,191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26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$349,644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$231,113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$231,113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11 MoM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$509,130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$64,183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$-96,476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$228,829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($96,476)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$187,500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$187,500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103%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6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$-151,771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($151,771)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$151,771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$-17,297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$1,134,241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1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