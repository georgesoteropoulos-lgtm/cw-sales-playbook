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$9,041,504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$6,089,001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$2,001,240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$-4,238,705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$19,929,672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$3,380,757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$5,364,468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$2,129,910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$1,281,813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$1,076,686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$732,695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$729,111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$737,709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$677,997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$231,113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$4,342,809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$4,155,431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$4,571,382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$4,053,810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$2,550,858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$901,912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$9,041,504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$6,089,001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4430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1965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6.5%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1,965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+835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+371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$4,342,809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$4,155,431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$4,571,382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$4,053,810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$-958,591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$2,550,858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$901,912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$-621,392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$19,674,290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$6,089,001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$-4,238,705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4,818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3,274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$21,074,550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$3,437,021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$4,442,617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21.8%  ·  Declined: 160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$2,129,910  |  Subs 1007  |  Binds 64  |  HR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6.4% (portfolio avg: 6.0%)  |  $2,129,910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371  |  Binds 27  |  HR 7.3%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7.3% (portfolio avg: 6.0%)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$732,695  |  Subs 951  |  Binds 27  |  HR 2.8%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$732,695 YTD GWP  |  27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$1,076,686  |  Subs 138  |  Binds 19  |  HR 13.8%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13.8% (portfolio avg: 6.0%)  |  $1,076,686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$677,997  |  Subs 431  |  Binds 29  |  HR 6.7%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6.0%)  |  $677,997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$187,500  |  Subs 333  |  Binds 6  |  HR 1.8%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333 subs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62  |  Binds 3  |  HR 4.8%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96  |  Binds 8  |  HR 8.3%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New business dropped sharply MoM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71  |  Binds 3  |  HR 4.2%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53% MoM (19 -&gt; 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$4,039,499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(18.8%), Kavi.llc (17.5%), Roadways Commercial  (13.8%)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4,430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(1.8%), Stellar Management, 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A.s.i.a Inc, Roadways Commercial Insur, Truckers Insurance Servic. $3,702,184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(1.8%), Stellar Management,  (2.8%).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(951s/27b), Amerigo Insurance Ag (333s/6b), Network Truck Insura (190s/8b).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$951,263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Last 25 Bound Submissions  |  266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251679096454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263497519412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SATBIR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251274523375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SANGHA EXPRESS LINES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262692578067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OM SHIVA CARRIER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269894318433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G&amp;A HAULERS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266081102216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BEN ENTERPRISES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$53,194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265532894843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TJ GOODS CARRIER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254714084915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FLOW LOGISTICS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266435560373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TRANS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$19,571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267829879438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 SMART TRADE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262497242213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KGS TRUCKLINE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$17,768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$1,048,238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$1,251,820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252976698841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Haholkin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255784151503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GMH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256274799556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ITS BAJWA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$17,276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252259430505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 FREIGHTS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$51,925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258689072616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Dias Satov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257524540239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FVT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258194489743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GURHAM FREIGHT SYSTEMS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$2,197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Payment,Insure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266816028821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GSP XPRESS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Payment,Insured Broker Reque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266816028821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GSP XPRESS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Payment,Insured Broker Reque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266816028821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GSP XPRESS INC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Payment,Insured Broker Reque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$2,129,910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$828,215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$-1,314,528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$3,959,547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$1,320,364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$360,544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$227,815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$-330,558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$2,129,910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$1,281,813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$828,215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$-1,314,528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$2,129,910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$1,281,813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103% of new business ($1,314,528)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$1,281,813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$1,314,528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$1,076,686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$-504,288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$1,825,890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$140,843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$170,311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$270,415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$-504,288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$1,076,686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65% of new business ($504,288)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$772,734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$504,288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$566,922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$732,695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$2,169,035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$508,536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$592,535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$79,227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$732,695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$278,513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$732,695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951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(951 subs, only 27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$278,513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$729,111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$737,709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$955,280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$542,001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$80,387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$729,111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$737,709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$729,111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$737,709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$737,709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$677,997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$1,550,565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$371,728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$123,635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$99,769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$677,997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$677,997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$522,868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$201,249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$89,279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11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$-21,702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$-96,476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($96,476)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$96,476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$187,500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$1,020,774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$187,500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$187,500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(333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$-151,771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$-151,771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($151,771)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$151,771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$276,002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