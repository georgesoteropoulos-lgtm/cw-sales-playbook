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Alexis Berrysmith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29, 2026  |  22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Alexis Berrysmith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22 Total Agencies  |  22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$8,994,429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$6,061,336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$1,981,830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$-4,218,258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$18,061,408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$19,882,597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$21,673,689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$3,413,763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$5,337,790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$2,129,910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$1,281,813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$1,076,686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$772,734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$729,111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$737,709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$705,030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$677,997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$522,868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Pacific Atlantic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$231,113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Network Truck Insurance Services, I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$4,286,758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$4,083,385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$4,456,829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$4,114,667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1081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$2,335,281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$874,247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$8,994,429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$6,061,336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4396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+143%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 of 22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133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150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6.2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5/25–5/29*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1930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127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6.6%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1,930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3,039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-36%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+828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Roadways Commercial Insurance Services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Pacific Atlantic Insurance Services In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Continental Insurance Service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 |  22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$4,286,758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$98,838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$-851,930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$4,083,385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$200,414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$-751,030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$4,456,829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$-1,055,763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1,052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$4,114,667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$35,521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$-953,383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$2,335,281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$874,247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$90,827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$-606,152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956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$19,276,920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$6,061,336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$-4,218,258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4,782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3,242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Alexis Berrysmith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$126,384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Alexis Berrysmith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$21,074,550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$1,674,908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$1,476,925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$3,437,021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$4,442,617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$2,513,250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48.6%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$1,900,623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$1,547,695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(48%)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21.9%  ·  Declined: 158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Insurance Services 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Roadways Commercial Insurance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Jessie Ghangas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Pacific Atlantic Insurance Ser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Veronica Buruian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Kailey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Continental Insurance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Manmdeep Thiara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Veniamin Omelko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Grigoriy Gasan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Sukhnek Bahia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West Reliance Insurance Broker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Thomas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Given Name Rahul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Tanya Golovina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KAVI Singh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PABLO ROMAN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Karmjit Bahia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Sandeep Ku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Matthew Munoz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Brandon Fagliano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Brian Nicosia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Omar Morquecho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Monumental Insurance Services,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 Del Pozzo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Andrei Omelco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$2,129,910  |  Subs 1000  |  Binds 65  |  HR 6.5%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6.5% (portfolio avg: 6.1%)  |  $2,129,910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$832,903  |  Subs 367  |  Binds 27  |  HR 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7.4% (portfolio avg: 6.1%)  |  $832,903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$1,076,686  |  Subs 137  |  Binds 19  |  HR 13.9%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13.9% (portfolio avg: 6.1%)  |  $1,076,686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$705,030  |  Subs 942  |  Binds 26  |  HR 2.8%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$705,030 YTD GWP  |  26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$677,997  |  Subs 428  |  Binds 29  |  HR 6.8%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6.8% (portfolio avg: 6.1%)  |  $677,997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$69,299  |  Subs 24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24 submissions with 0 binds - zero conversion  |  18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$188,005  |  Subs 328  |  Binds 6  |  HR 1.8%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1.8% on 328 subs  |  New business dropped sharply MoM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$51,411  |  Subs 62  |  Binds 3  |  HR 4.8%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238% of new business ($63,999 vs $26,866)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$320,638  |  Subs 96  |  Binds 7  |  HR 7.3%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152% of new business ($348,359 vs $228,837)  |  New business dropped sharply MoM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Continental Insurance Services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$48,613  |  Subs 71  |  Binds 3  |  HR 4.2%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165% of new business ($61,279 vs $37,175)  |  Submissions dropped 53% MoM (19 -&gt; 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(A.s.i.a Inc, Roadways Commercial Insur, Truckers Insurance Servic) drive $4,039,499 (45%)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Kavi.llc (20.0%), Insurance Mobile Ser (18.8%), Roadways Commercial  (13.9%)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4,396 total submissions across 22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(24 subs): Monumental Insurance (24)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Amerigo Insurance Ag (1.8%), Stellar Management,  (2.8%)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cancellations &gt;40% of new biz: A.s.i.a Inc, Roadways Commercial Insur, Truckers Insurance Servic. $3,681,737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A.s.i.a Inc, Roadways Commercial Insur, Truckers Insurance Servic. Increase submission volume 20% through marketing support and referral incentives.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Amerigo Insurance Ag (1.8%), Stellar Management,  (2.8%). Conduct submission quality training to lift conversion 2-3 points.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30+ subs and some binds but &lt;5% HR: Stellar Management,  (942s/26b), Amerigo Insurance Ag (328s/6b), Network Truck Insura (189s/8b).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$951,263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 |  Last 25 Bound Submissions  |  266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251679096454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ALPHA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KAVI Singh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262692578067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OM SHIVA CARRIER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255307470618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TRANSPORTATION 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269894318433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G&amp;A HAULERS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266081102216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BIG BEN ENTERPRISES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$53,194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265532894843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TJ GOODS CARRIER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254714084915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FLOW LOGISTICS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266435560373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TRANS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$19,571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267829879438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 SMART TRADE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260795610663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DAKHA CARRIERS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$73,126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264048551080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SENMEE LOADZ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$20,683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263340390858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MEHROK AND COMPANY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$85,761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269600186080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Transportation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256492140667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CALPRIME LOGISTICS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$15,976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259454135454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ROYAL STAR LOGISTICS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$190,394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268065250263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HMG LOGISTICS LTD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255351899555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 TRUCKLINES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$17,179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260114960143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ROUTES TRUCKING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259907563344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WARRAICH CARRIER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$32,725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269935153800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 POWER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$234,322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251986217800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BBJ TRUCKS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$81,068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262497242213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KGS TRUCKLINE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$17,768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256437447303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N CARGO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$13,192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262744285579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ROADRIDER TRANS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$38,740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264763529347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KABLAN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$1,038,451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 |  Active in-force policies expiring through Aug 27,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$1,402,289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259112955693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NIRMAL SINGH SANGHA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$82,850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258944420209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XOREZMIS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259275145407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GRD TRUCKLINE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258718145941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 S T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252901755001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TESLA TRANSPORTATION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$14,805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258912692062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DASH TRANS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252976698841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Andrei Haholkin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255784151503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GMH TRANSPORT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256274799556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ITS BAJWA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$17,276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258689072616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Dias Satov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$10,885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252259430505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BAL FREIGHTS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$51,925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257524540239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FVT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$7,672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258194489743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GURHAM FREIGHT SYSTEMS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$37,636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75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 |  Policies with cancellation_date on or before Aug 27,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$2,129,910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$1,281,813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$828,215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$-1,314,528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$2,385,932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$3,959,547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$145,894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$1,342,401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$154,626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$214,475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$132,092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$-248,423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$564,150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$288,349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$275,800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$-277,377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$836,115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$574,702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$241,532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$-411,892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$360,544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$227,815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$132,729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$-330,558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$2,129,910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$1,281,813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$828,215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$-1,314,528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$2,129,910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$1,281,813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103% of new business ($1,314,528)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$1,281,813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$1,314,528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$1,076,686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$772,734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$270,415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$-504,288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$1,825,890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$347,766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$306,192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$169,361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$136,831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$-104,966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$353,038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$-140,238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$120,349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$78,610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$-61,497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$156,264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$-186,568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$140,843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$170,311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$-29,468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$-11,020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$1,076,686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$772,734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$270,415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$-504,288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$-15,932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$-11,589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$1,076,686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$772,734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65% of new business ($504,288)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$772,734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$504,288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$634,300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$231,418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$180,687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$50,732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$223,956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$192,570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$-96,703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$170,535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$148,379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$-39,508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$120,883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$64,160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($375,250)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$692,043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$375,250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$729,111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$737,709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$526,779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$955,280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$573,614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$343,848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$387,828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$-43,980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$249,225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$220,246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$-128,956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$-135,964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$80,387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$86,635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$729,111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$737,709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$729,111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$737,709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$737,709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$267,742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WA  |  City: Seattle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$705,030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$116,532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$2,141,371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$508,536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$565,710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$65,566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$-67,434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$437,395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$113,238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$318,885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$-66,144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$66,054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$42,787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$705,030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$116,532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$705,030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942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98% of new business ($245,545)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(942 subs, only 26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$250,848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OR  |  City: Redmond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$677,997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$522,868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$1,633,938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$1,550,565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$398,274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$354,261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$85,643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$-8,152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$48,913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$200,190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$136,953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$219,616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$218,540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$123,635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$99,769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$677,997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$522,868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$-6,595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$677,997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$522,868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$522,868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$-131,437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$134,944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$137,238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$-30,504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110% of new business ($186,648)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$169,304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$186,648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$645,355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$156,863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$-191,824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$200,371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$213,327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$31,268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$15,758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$-12,090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152% of new business ($348,359)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$228,837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$348,359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Granite Bay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$678,966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$201,249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$122,936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$51,607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$-52,571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$47,211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$81,984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$10,819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($111,502)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$183,956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$111,502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$629,080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$546,175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$139,883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$139,054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$111,682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$173,856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$113,951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Longview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$-10,011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$235,693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$381,389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$98,333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$64,225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$-25,639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$89,279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$88,149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$231,113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$-10,011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$-50,581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$231,113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24 to 11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$152,374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$50,581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$465,679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$278,505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$-41,247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$51,293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$-24,398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$30,577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$47,639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$-65,338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112% of new business ($130,983)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$116,554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$130,983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$208,853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$-76,029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$503,243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$138,127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$33,887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$-16,494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$-19,976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$208,853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$44,206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$-76,029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$208,853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($76,029)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$164,646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$76,029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Yuba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$188,005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$1,464,780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$1,021,279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$-24,573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$-4,942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$235,158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$188,005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$-5,905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$185,109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328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(328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$185,109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Dublin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$326,151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$184,023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121% of new business ($86,414)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$71,427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$86,414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Kent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$-151,771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$226,633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$-102,949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$-33,741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$-151,771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$132,722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$93,992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161% of new business ($151,771)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$93,992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$151,771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Reliance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$568,283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$-7,575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$119,805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Stockton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$1,369,811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$323,501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$-55,318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$-31,854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$74,806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$74,806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$52,818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Puyallup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$514,370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$421,138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$51,411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238% of new business ($63,999)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$63,999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Continental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$339,086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$-46,429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$37,175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165% of new business ($61,279)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$37,175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$61,279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Grewal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West  |  State: N/A  |  City: Pacific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95% of new business ($25,142)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$26,600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$25,142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