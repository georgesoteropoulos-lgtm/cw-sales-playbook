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23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23 Total Agencies  |  13 Active  |  10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$1,366,574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$621,207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$410,804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(10)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dba American Transportation I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- TCE Insurance Services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Frank H Furman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DBA National Risk Managem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21040" y="58521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 LLC Varcas Insurance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321040" y="60350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Acrisure, Llc Dba Gch Insurance Group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62179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Hni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64008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65836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321040" y="676656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55.3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+81%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23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519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4.5%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23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$298,510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$2,400,070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$411,472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$7,044,460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$7,044,460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Cross Insurance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LaPenna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(24%)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22.1%  ·  Declined: 54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1800%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$159,513  |  Subs 197  |  Binds 10  |  HR 5.1%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5.1% (portfolio avg: 4.5%)  |  $159,513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4.5%)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4.5%)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20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20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$359,987 (88%)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485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with zero Jan–May 2026 activity: Acrisure dba America, Acrisure LLC - TCE I, Acrisure LLC dba Fra...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(39 subs): Howden Us Specialty  (20),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Acrisure Llc, Dba So (2.9%)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4.5%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(43%) have zero Q1 activity: Acrisure dba America, Acrisure LLC - TCE I, Acrisure LLC dba Fra, Acrisure LLC DBA Nat....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 agencies with 20+ subs but &lt;3% HR: Acrisure Llc, Dba So (2.9%).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88%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$174,911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$57,282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260559925697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A71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$39,705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$853,400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$73,403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$2,628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$90,922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$139,096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$159,513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$214,915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$-55,402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$159,513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$214,915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170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