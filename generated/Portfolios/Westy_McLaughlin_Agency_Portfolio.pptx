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  <a:latin typeface="Segoe UI"/>
              </a:defRPr>
            </a:pPr>
            <a:r>
              <a:t>COVER WHALE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Westy McLaughlin - Agency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B5FD"/>
                </a:solidFill>
                <a:latin typeface="Segoe UI"/>
              </a:defRPr>
            </a:pPr>
            <a:r>
              <a:t>Jan–May 2026  |  Generated May 29, 2026  |  23 Agencies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Westy McLaughlin - Portfolio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23 Total Agencies  |  13 Active  |  10 Inactive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Agencies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08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(YTD)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$410,804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66944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$411,472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76872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$59,183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$-36,570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$-214,104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Binds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016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66944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76872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Binds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369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Subs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Binds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$1,522,189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08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$1,366,574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6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$1,826,626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Annual Goal (40%)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6944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22%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$232,193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$621,207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Bound Prem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9672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21.7%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Retention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14600"/>
            <a:ext cx="786384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532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TOP AGENCIES BY YTD GWP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6207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286207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 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6207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Renewals 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8620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26664"/>
            <a:ext cx="7498079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08152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Acrisure, Llc Dba Mf Block Insuranc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79" y="3081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$159,513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081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$214,915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081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3081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081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5.1%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27355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28269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Acrisure Llc Dba Clg Insurance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79" y="328269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$106,410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28269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$106,410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328269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328269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2826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4838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Assuredpartners Of Nj Llc Dba Encom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79" y="34838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$94,065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34838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$49,469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34838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$21,646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348386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348386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16.0%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675888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368503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Acrisure Llc, Dba South Atlantic 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79" y="36850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$30,145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36850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36850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$14,849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36850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36850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38862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Usi Insurance Services, Llc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79" y="38862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$22,687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1920" y="38862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38862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$22,687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0" y="38862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12280" y="38862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078224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40873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Acrisure Llc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79" y="408736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0873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46320" y="40873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0" y="40873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12280" y="40873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428853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Acrisure Llc Dba A To Z Insurance 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26079" y="428853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31920" y="42885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0" y="428853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0" y="42885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12280" y="428853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480560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44897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Acrisure LLC dba Rig Stop Insurance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26079" y="448970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44897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46320" y="448970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69280" y="44897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792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12280" y="448970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469087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Acrisure, LLC dba Forerunner Insura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26079" y="469087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31920" y="46908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46320" y="46908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9280" y="46908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1792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12280" y="469087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520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4882896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48920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Howden Us Specialty Llc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26079" y="48920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4892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463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0" y="48920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1792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12280" y="48920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1520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760" y="509320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Patriot Growth Insurance Services, 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926079" y="509320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31920" y="50932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46320" y="50932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0" y="509320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1792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12280" y="509320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5760" y="528523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65760" y="52943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RRL Insurance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926079" y="529437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31920" y="52943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$40,679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46320" y="5294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0" y="529437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1792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12280" y="5294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31520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229600" y="2514600"/>
            <a:ext cx="3749039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321040" y="25328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MONTHLY SUMMARY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7532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2862072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509760" y="286207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241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74420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20140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275320" y="3026664"/>
            <a:ext cx="3566160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7532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732520" y="30815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$607,374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509760" y="3081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24128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74420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20140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15.2%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27532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732520" y="33375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$615,294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509760" y="33375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$107,786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24128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74420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0140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7532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32520" y="359359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$319,505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09760" y="35935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$125,288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24128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74420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20140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27532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32520" y="3849624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$559,387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509760" y="384962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$39,303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24128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115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74420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20140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7.0%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27532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732520" y="410565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$298,510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509760" y="41056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$139,096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24128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122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74420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20140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275320" y="4325112"/>
            <a:ext cx="356616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27532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732520" y="436168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$410,804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509760" y="4361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$411,472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24128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484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4420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20140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229600" y="4773168"/>
            <a:ext cx="3749039" cy="29260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321040" y="47914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Segoe UI"/>
              </a:defRPr>
            </a:pPr>
            <a:r>
              <a:t>INACTIVE AGENCIES (10)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321040" y="512064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Acrisure dba American Transportation I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321040" y="530352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Acrisure LLC - TCE Insurance Services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321040" y="548640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Acrisure LLC dba Frank H Furman Inc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321040" y="566928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Acrisure LLC DBA National Risk Managem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321040" y="585216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Acrisure LLC Varcas Insurance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321040" y="603504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Acrisure, Llc Dba Gch Insurance Group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321040" y="621792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Hni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321040" y="640080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Robertson Ryan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8321040" y="658368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Rsi Insurance Brokers (Gain)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321040" y="676656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Service Insurance Agency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OKR Scoreboard — Westy McLaughlin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BDM OKRs  |  Q2 measure (paced where applicable)  |  Matches BD Rep Scoreboard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960120"/>
            <a:ext cx="3200400" cy="1371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033271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97706"/>
                </a:solidFill>
                <a:latin typeface="Segoe UI"/>
              </a:defRPr>
            </a:pPr>
            <a:r>
              <a:t>55.8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910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  <a:latin typeface="Segoe UI"/>
              </a:defRPr>
            </a:pPr>
            <a:r>
              <a:t>COMPOSITE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65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Segoe UI"/>
              </a:defRPr>
            </a:pPr>
            <a:r>
              <a:t>Green ≥ 70  |  Amber 45-69  |  Red &lt;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07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Subs YoY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73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≥+100%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97706"/>
                </a:solidFill>
                <a:latin typeface="Segoe UI"/>
              </a:defRPr>
            </a:pPr>
            <a:r>
              <a:t>+83%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028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240280"/>
            <a:ext cx="9144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587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Activity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9535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 100% (40/wk)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23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97706"/>
                </a:solidFill>
                <a:latin typeface="Segoe UI"/>
              </a:defRPr>
            </a:pPr>
            <a:r>
              <a:t>88%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2044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520440"/>
            <a:ext cx="91440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8679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Portfolio Active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233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12 of 23 agencies  |  Goal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703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C2626"/>
                </a:solidFill>
                <a:latin typeface="Segoe UI"/>
              </a:defRPr>
            </a:pPr>
            <a:r>
              <a:t>52%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0060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800600"/>
            <a:ext cx="91440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148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New Producing Agencies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5138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Q2 Activated Won  |  Goal ≥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983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C2626"/>
                </a:solidFill>
                <a:latin typeface="Segoe UI"/>
              </a:defRPr>
            </a:pPr>
            <a:r>
              <a:t>0 of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OKR 1: Q2 paced subs YoY — current Q2-YTD subs ÷ days-elapsed × 91 vs prior full Q2 (Apr–Jun 2025)  |  OKR 2: Q2 avg weekly calls + meetings vs 40/wk goal (outbound calls + meetings only, matches scoreboard)  |  OKR 3: % of HubSpot book with ≥1 submission in 2026  |  OKR 4: Q2 Activated-Won NNA deals with `Appointed - ` prefix, owned by this BDM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BD Activity  —  Westy McLaughlin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 |  Calls + Meetings  |  Weekly goal: 40 activities  |  Colored arrow = month-over-month trend vs prior complete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514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40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Meetings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554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26.4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/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66%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 (40/wk)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1–11  (Jan–Mar)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1/5–1/11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1/12–1/18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4328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1/19–1/25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28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4328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0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4528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1768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2894076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7160" y="2894076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1/26–2/1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928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24328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30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82%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1768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" y="3136392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37160" y="3136392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2/2–2/8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928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4328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75%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1768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337870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7160" y="337870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888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2/9–2/15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928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24328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930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528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48%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01768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7160" y="362102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7160" y="362102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6888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2/16–2/22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928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4328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30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24528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57%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1768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" y="386334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" y="386334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6888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2/23–3/1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928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24328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930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118%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01768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410565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7160" y="410565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3/2–3/8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928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4328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930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24528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45%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01768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7160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7160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6888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3/9–3/15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928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24328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930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24528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57%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01768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" y="459028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37160" y="459028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6888" y="460857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3/16–3/22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928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24328" y="460857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930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24528" y="460857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01768" y="460857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99632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09360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12–21  (Mar–May)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60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86800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287000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064240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45352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199632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199632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09360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3/23–3/29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552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6800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554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87000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55%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064240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99632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199632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09360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3/30–4/5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6800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87000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50%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064240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99632" y="265176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199632" y="265176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09360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4/6–4/12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552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86800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5554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287000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115%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064240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199632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199632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309360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4/13–4/19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9552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0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554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287000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72%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064240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199632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199632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09360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4/20–4/26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9552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686800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554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287000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70%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064240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99632" y="3378708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99632" y="3378708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09360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4/27–5/3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552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86800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554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87000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98%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064240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199632" y="362102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199632" y="362102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09360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5/4–5/10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9552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686800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5554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287000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62%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064240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199632" y="386334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199632" y="386334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309360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5/11–5/17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9552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686800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5554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287000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112%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1064240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199632" y="4105656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199632" y="4105656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309360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5/18–5/24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9552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686800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5554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287000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88%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064240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199632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199632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309360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5/25–5/29*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9552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686800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5554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287000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68%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064240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HubSpot CRM  |  Calls + meetings only (emails excluded)  |  * = current/partial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Submission Growth  —  Westy McLaughlin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vs 2025  |  Green = growth  |  Red = decline  |  Hit ratio = binds / submissions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484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Submissions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22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Binds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4.5%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+13.1%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Subs YOY vs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-58.5%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 YOY vs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21208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MONTHLY BREAKDOWN  —  2026 vs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Subs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Binds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193852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2025 Subs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0566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57984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20370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220370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+23%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51917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9656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251917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788920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83464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9656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4056" y="283464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31501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9656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34056" y="31501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+22%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419856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46557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9656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4056" y="34655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+16%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3717036"/>
            <a:ext cx="5120640" cy="9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76275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484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9656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34056" y="3762756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428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0248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+13%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1600200"/>
            <a:ext cx="64008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33288" y="16367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AGENCIES BY SUBMISSION VOLUME  —  YTD Ranked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33288" y="19385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79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YTD Subs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36608" y="1938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5956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91088" y="193852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2112264"/>
            <a:ext cx="59710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23560" y="216712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33288" y="21854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Acrisure, Llc Dba Mf Block Insurance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67928" y="218541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197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36608" y="218541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59568" y="218541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5.1%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91088" y="218541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+121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33288" y="24414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Acrisure Llc, Dba South Atlantic Insur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67928" y="244144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169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36608" y="244144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59568" y="24414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91088" y="244144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23560" y="267919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33288" y="269748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Acrisure Llc Dba Clg Insurance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67928" y="269748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36608" y="269748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59568" y="269748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269748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33288" y="295351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Assuredpartners Of Nj Llc Dba Encompas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67928" y="295351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36608" y="29535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59568" y="29535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16.0%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91088" y="295351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-49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23560" y="319125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33288" y="320954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Howden Us Specialty Llc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67928" y="320954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36608" y="32095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59568" y="3209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91088" y="320954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33288" y="34655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Usi Insurance Services, Llc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67928" y="346557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36608" y="346557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59568" y="346557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91088" y="346557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-22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23560" y="3703320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33288" y="37216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Acrisure Llc Dba A To Z Insurance Grou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67928" y="372160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36608" y="37216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259568" y="372160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91088" y="372160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33288" y="39776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Patriot Growth Insurance Services, Llc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67928" y="397764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36608" y="39776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59568" y="397764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91088" y="39776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+9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23560" y="4215384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33288" y="423367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Acrisure, LLC dba Forerunner Insurance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67928" y="42336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36608" y="423367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59568" y="423367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91088" y="423367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33288" y="448970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Acrisure Llc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67928" y="448970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36608" y="448970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59568" y="448970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991088" y="448970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23560" y="472744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733288" y="47457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Acrisure LLC dba Rig Stop Insurance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67928" y="474573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36608" y="47457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59568" y="47457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91088" y="474573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-23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33288" y="50017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Risk Strategies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67928" y="500176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436608" y="50017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59568" y="50017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991088" y="500176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Totals match Sales Scoreboard: Q1 → Q1 owner, Q2+ → current owner, 2025 baseline → current owner  |  Hit ratio = binds / submissions  |  Right-panel agency table shows current portfolio  |  Green ≥ 8%  Red &lt; 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Westy McLaughlin  |  23 Total Agencies  |  Jan–May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0424160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1430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1430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430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1143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Cancel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5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9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3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799" y="11430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99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4996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$607,374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499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49961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14996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$-111,893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9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799" y="149961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15.2%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773936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828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18288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$615,294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18288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$107,786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18288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$21,646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1828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$-31,099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5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09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3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799" y="18288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157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21579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$319,505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21579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$125,288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157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$22,687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79" y="21579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$-10,977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5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09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3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799" y="215798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432303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2487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2487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$559,387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24871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$39,303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48716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$14,849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79" y="24871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$-44,044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5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09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3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799" y="24871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7.0%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2816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281635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$298,510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281635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$139,096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2816351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79" y="281635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$-16,091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5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09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81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3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799" y="2816351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090671"/>
            <a:ext cx="10424160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316382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316382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$2,400,070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37560" y="316382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$411,472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3163823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$59,183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97879" y="316382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$-214,104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865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521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09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345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153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29799" y="3163823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3611879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Green = up vs prior month  |  Red = down vs prior month or negative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DSG In My Portfolio — Westy McLaughlin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Dirt, Sand &amp; Gravel program performance across this bdm's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DSG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BOUND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GROSS WRITTEN PREM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3385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DSG ACTIVITY BY AGENCY (top 8 by submissions)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Declined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670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44368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809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Acrisure, LLC DBA MF Block Insurance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9809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9183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Patriot Growth Insurance Services,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2918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66159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0273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Acrisure LLC, DBA South Atlantic Insurance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0273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1363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USI Insurance Services, LLC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9136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87951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2452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AssuredPartners of NJ LLC dba Encompass Risk Solutions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9436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States with DSG bound business in this book: no bound activity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Fleet In My Portfolio — Westy McLaughlin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Fleet business (4+ power units) across this bdm's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$7,044,460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GWP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UNITS / SUB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69494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6766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BY AGENCY (top 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44368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809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Acrisure LLC DBA RRL Insurance Agency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$7,044,460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Acrisure LLC, DBA South Atlantic Insurance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66159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0273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USI Insurance Services, LLC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136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Patriot Growth Insurance Services, LLC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87951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245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AssuredPartners of NJ LLC dba Encompass 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53542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Howden US Specialty LLC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20" y="2286000"/>
            <a:ext cx="42062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99248" y="2322576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SIZE MIX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4-5 units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04120" y="26700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(27%)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6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6-10 units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3035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04120" y="30358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(24%)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0960" y="3401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11-25 units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9828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04120" y="34015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(47%)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3767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26-50 units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98280" y="3767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04120" y="3767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(2%)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51+ units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98280" y="41330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04120" y="413308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(1%)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1264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Bind rate on fleet: 22.1%  ·  Declined: 54  ·  Source: cw_rep.transportation_submissions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Agency Producers — Westy McLaughlin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Individual agents ranked by YTD submissions  |  Agent = broker_contact on submission  |  Trend = MoM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484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Subs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9464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Binds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4.5%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Portfolio Hit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2631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9215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39%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5 Agent 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AGENTS BY SUBMISSIONS  —  Ranked 1–18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Dennis Dacosta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1368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 Llc, Dba South Atlant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Virginija Akelaityte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8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Acrisure, Llc Dba Mf Block 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15.2%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Aleksander Turko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1368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Acrisure, Llc Dba Mf Block 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016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Claudyne Morgan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01368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 Llc, Dba South Atlant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13248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Tatiana Castro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1368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 Llc, Dba South Atlant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016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888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3248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Lorenne Maloney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1368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 Llc, Dba South Atlant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016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452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888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3248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6888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Tina Hines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1368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Acrisure, Llc Dba Mf Block Ins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3016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2452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888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13248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Philip W Love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1368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Acrisure, Llc Dba Mf Block Ins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3016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2452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1888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13248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6888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Rod Alvarez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01368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Acrisure, Llc Dba Mf Block Ins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3016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2452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1888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13248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6888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Andrew Corbin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01368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 Llc, Dba South Atlant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3016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1888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13248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7160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Norma Rodriguez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01368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Assuredpartners Of Nj Llc Dba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3016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2452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1888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6.7%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13248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6888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Jeffrey Jackson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01368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Acrisure, Llc Dba Mf Block Ins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3016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2452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1888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13248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7160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46888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Courtney Kolenda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01368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Howden Us Specialty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3016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2452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1888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13248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46888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Phillip David Greer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01368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Acrisure, Llc Dba Mf Block Ins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3016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2452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1888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13248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37160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6888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Christopher Earl Powers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01368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Acrisure, Llc Dba Mf Block Ins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3016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2452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1888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13248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6888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Randy Adams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01368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Acrisure, Llc Dba Mf Block Ins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3016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2452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1888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13248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7160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46888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Robert Guerra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01368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Acrisure, Llc Dba Mf Block Ins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3016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2452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1888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13248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46888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Kayla St Clair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01368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 Llc Dba Clg Insurance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3016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22452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1888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13248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245352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355080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CONTINUED  —  Ranked 19–36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55080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909560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3836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3272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2708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521440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291072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245352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80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Rick Tamez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909560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 Llc Dba A To Z Insura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3836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33272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92708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521440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55080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Yana Salerno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909560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 Llc Dba Clg Insurance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73836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3272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92708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521440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245352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355080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Kim Harris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909560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Patriot Growth Insurance Servi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73836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33272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2708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521440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355080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Russell Stough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909560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Acrisure, Llc Dba Mf Block Ins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73836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33272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92708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521440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245352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55080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Zubin Nuggud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09560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Acrisure, Llc Dba Mf Block Ins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73836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33272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92708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521440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55080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Kelly Magruder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909560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Howden Us Specialty Llc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73836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33272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92708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521440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245352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355080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Thomas Quinn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909560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Assuredpartners Of Nj Llc Dba 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73836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33272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92708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521440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355080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Rosalba Sessa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909560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Acrisure, Llc Dba Mf Block Ins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73836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33272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92708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521440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245352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355080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Morgan Woodcock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909560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 Llc Dba Clg Insurance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73836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33272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92708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521440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355080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Jordan Shapiro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909560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Acrisure, LLC dba Forerunner I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73836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33272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92708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521440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245352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355080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Jeff Teufel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909560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Assuredpartners Of Nj Llc Dba 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73836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033272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92708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1521440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355080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Margaret Holt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909560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Acrisure, Llc Dba Mf Block Ins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73836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33272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92708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521440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245352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355080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Rick Matos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909560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Acrisure, Llc Dba Mf Block Ins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73836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33272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92708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1521440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355080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Dane Baar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909560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Acrisure LLC dba Rig Stop Insu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973836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033272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92708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1521440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245352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355080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Donna Jones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909560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Usi Insurance Services, Llc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73836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033272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092708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521440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355080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Judy Fernandez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909560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Usi Insurance Services, Llc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73836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033272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92708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1521440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245352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355080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Josh Bailey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09560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Usi Insurance Services, Llc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73836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033272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092708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1521440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355080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Dominick Vetica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909560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Usi Insurance Services, Llc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73836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33272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92708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1521440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74320" y="6510528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Agent = broker_contact_user_id on submission record  |  Hit ratio = binds / subs  |  MoM = month-over-month  |  1 subs had no agent mapped (broker_contact_user_id not set)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Top Performers vs Underperformers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Standouts and agencies needing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EXCEEDING — Top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6792" y="914400"/>
            <a:ext cx="548640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— Bottom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Howden Us Specialty Llc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$0  |  Subs 20  |  Binds 0  |  HR 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Submission volume up 1800% MoM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7744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Acrisure, Llc Dba Mf Block Insurance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$159,513  |  Subs 197  |  Binds 10  |  HR 5.1%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5.1% (portfolio avg: 4.5%)  |  $159,513 YTD GWP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8328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Usi Insurance Services, Llc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$22,687  |  Subs 13  |  Binds 1  |  HR 7.7%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7.7% (portfolio avg: 4.5%)  |  Submission volume up 300% MoM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8912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Assuredpartners Of Nj Llc Dba Encompass 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$94,065  |  Subs 25  |  Binds 4  |  HR 16.0%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16.0% (portfolio avg: 4.5%)  |  4 binds in Q1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9496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Acrisure, LLC dba Forerunner Insurance Gro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$0  |  Subs 4  |  Binds 0  |  HR 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Submission volume up 200% MoM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2512" y="137160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Howden Us Specialty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$0  |  Subs 20  |  Binds 0  |  HR 0.0%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20 submissions with 0 binds - zero conversion  |  15 quotes generated but 0 converted to binds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237744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RRL Insurance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$0  |  Subs 0  |  Binds 0  |  HR -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Cancellations are 279% of new business ($113,460 vs $40,679)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338328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Acrisure Llc Dba A To Z Insurance Group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$0  |  Subs 10  |  Binds 0  |  HR 0.0%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10 submissions with 0 binds - zero conversion  |  7 quotes generated but 0 converted to binds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438912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Patriot Growth Insurance Services, Llc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$0  |  Subs 9  |  Binds 0  |  HR 0.0%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9 submissions with 0 binds - zero conversion  |  6 quotes generated but 0 converted to binds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2512" y="539496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Acrisure Llc Dba Clg Insurance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$106,410  |  Subs 32  |  Binds 1  |  HR 3.1%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Submissions dropped 62% MoM (8 -&gt; 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Agencies I Appointed — Westy McLaughlin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OKR 4 progress  |  Q2 goal: 4 new producing agencies  |  Source: HubSpot Net New Agency / Activated Won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2626"/>
                </a:solidFill>
                <a:latin typeface="Segoe UI"/>
              </a:defRPr>
            </a:pPr>
            <a:r>
              <a:t>0 of 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Q2 OKR 4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YTD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SUB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BIND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SUBS POST-APPT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Segoe UI"/>
              </a:defRPr>
            </a:pPr>
            <a:r>
              <a:t>Activation: 0/0 appointed agencies have submitted (0%)  •  0/0 have bound (0%)  •  Total bound: 0  •  Total GWP: $0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2768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APPOINTED AGENCIES (newest first)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06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Appointed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6060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Sub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Bind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Segoe UI"/>
              </a:defRPr>
            </a:pPr>
            <a:r>
              <a:t>No Activated Won appointments in this book year-to-date.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OKR 4 source: HubSpot Net New Agency Prospect Pipeline · Activated Won stage · only 'Appointed - ' prefix deals count (matches BD Rep Scoreboard). BDMs scored on count vs goal of 4/quarter.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Strategic Assessment &amp;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Westy McLaughlin Portfolio  |  Jan–May 2026  |  Strengths, gaps, and ranked action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Top 3 (Acrisure, Llc Dba Mf Bloc, Acrisure Llc Dba Clg Insu, Assuredpartners Of Nj Llc) drive $359,987 (88%) of portfolio YTD GWP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Strong hit ratios: Risk Strategies (100.0%), Assuredpartners Of N (16.0%), Usi Insurance Servic (7.7%)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 agencies converting submissions to bound business in Jan–May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04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484 total submissions across 12 active agencies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- Areas for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 agencies with zero Jan–May 2026 activity: Acrisure dba America, Acrisure LLC - TCE I, Acrisure LLC dba Fra...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 agencies submitting but 0 binds (39 subs): Howden Us Specialty  (20), Acrisure Llc Dba A T (10)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Low hit ratios need coaching: Acrisure Llc, Dba So (3.0%)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304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04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Overall portfolio hit ratio 4.5% — below 5-8% target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971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TOP STRATEGIC PRIORITIES — Ranked by Estimated Impact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2900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4107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Reactivate Dormant Agencies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10 agencies (43%) have zero Q1 activity: Acrisure dba America, Acrisure LLC - TCE I, Acrisure LLC dba Fra, Acrisure LLC DBA Nat.... Schedule outreach.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06908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050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Improve Low Hit Ratio Agencies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79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 agencies with 20+ subs but &lt;3% HR: Acrisure Llc, Dba So (3.0%). Conduct submission quality training to lift conversion 2-3 points.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70916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6908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Reduce Cancellation Rates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919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2 agencies with cancellations &gt;40% of new biz: RRL Insurance, Assuredpartners Of Nj Llc. $141,170 total cancellations - investigate retention.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34924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330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Close Quote-to-Bind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559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3 agencies have 28 quotes but 0 binds: Howden Us Specialty Llc (15q), Acrisure Llc Dba A To Z I (7q), Patriot Growth Insurance  (6q). Follow up on pricing, coverage, response time gaps.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98932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710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Diversify Revenue 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1996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Top 3 agencies drive 88% of premium. Develop mid-tier: Acrisure Llc, Dba South A, Usi Insurance Services, L. Target 25-50% growth each.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Recently Bound Submissions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Westy McLaughlin  |  Last 22 Bound Submissions  |  22 Total Bound in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058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0058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 (Account)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0058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59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207008"/>
            <a:ext cx="111556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2801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259612868766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280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Acrisure, Llc Dba Mf Block Insuran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2801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SIKORA TRANSPORT INC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Philip W Love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$174,911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59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27,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46304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4813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481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265111802195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14813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Acrisure, Llc Dba Mf Block Insuran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4813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Perez Martinez Transport LLC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4813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Virginija Akelaityte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59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16824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6824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261014968292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168249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Acrisure, Llc Dba Mf Block Insuran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168249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KLM GROUP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6824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Virginija Akelaityte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$57,282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59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186537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88366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8836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260559925697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188366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Acrisure, Llc Dba Mf Block Insuran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188366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A71 FREIGHT LLC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88366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Virginija Akelaityte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$39,705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59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12,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20848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0848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251972182612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208483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 Llc, Dba South Atlantic 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20848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TONBE TRUCKER TRANSPORTATION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0848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Dennis Dacosta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$26,062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59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12,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226771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2286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259886674546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228600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Acrisure, Llc Dba Mf Block Insuran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22860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K &amp; H TRANS INC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Tina Hines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$24,905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59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23,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24871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259696380485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248716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 Llc, Dba South Atlantic 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0600" y="24871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SAFARI VENTURES LLC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248716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Dennis Dacosta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$30,317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59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17, 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67004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26883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26883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258148016082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0" y="268833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Assuredpartners Of Nj Llc Dba Enco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268833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JP &amp; SONS TRUCKING INC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268833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Jeff Teufel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12680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$20,721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38559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14,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288950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28895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267790955195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0" y="288950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Acrisure, Llc Dba Mf Block Insuran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288950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M3 HAULAGE EXPRESS COMPANY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28895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Zubin Nuggud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12680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$22,612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38559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10, 2026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07238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30906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3090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258693546423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8800" y="309067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Acrisure, Llc Dba Mf Block Insuran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600" y="309067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UGET LLC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30906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Philip W Love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12680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$46,859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38559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09,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3291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" y="3291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261912201128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0" y="329184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Assuredpartners Of Nj Llc Dba Enco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0600" y="3291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Y &amp; Z EXPRESS SHIPPING CORP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35240" y="3291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Norma Rodriguez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12680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$45,019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338559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Mar 04, 2026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347472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34930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" y="34930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259502427166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28800" y="349300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Acrisure, Llc Dba Mf Block Insuran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00600" y="34930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RED TRANSPORTATION INC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35240" y="34930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Virginija Akelaityte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12680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$15,154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338559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Mar 03, 2026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36941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3694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255439882052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28800" y="369417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 Llc, Dba South Atlantic 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369417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MULTI WORKS LLC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369417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Dennis Dacosta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12680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$26,590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38559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Feb 13, 2026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387705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" y="389534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3895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268257461961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28800" y="389534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 Llc Dba Clg Insurance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00600" y="389534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GARDEN GROUP NJ INC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389534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Morgan Woodcock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12680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$106,410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59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Feb 10, 2026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40965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4400" y="4096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250104355721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28800" y="409651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Assuredpartners Of Nj Llc Dba Enco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00600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JP &amp; SONS TRUCKING INC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35240" y="409651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Thomas Quinn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12680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$58,549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38559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Feb 05, 2026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427939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8640" y="4297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4297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256718774225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28800" y="429768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Usi Insurance Services, Llc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00600" y="42976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BASE CARRIERS TRANSPORT LLC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297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Donna Jones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12680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$18,771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338559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Jan 28, 2026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44988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260945865018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28800" y="449884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Acrisure, Llc Dba Mf Block Insuran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00600" y="4498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BARKAN BOYS SOLUTIONS LLC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635240" y="44988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Virginija Akelaityte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12680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$1,500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338559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Jan 23, 2026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57200" y="468172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48640" y="47000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14400" y="47000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255671711389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28800" y="470001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 Llc, Dba South Atlantic I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800600" y="47000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TAMARIS DIAMOND CONSULTANTS LLC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635240" y="470001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Dennis Dacosta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12680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$18,813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338559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Jan 22, 2026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490118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4400" y="49011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247691496666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828800" y="490118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Assuredpartners Of Nj Llc Dba Enco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800600" y="490118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CASTLE &amp; BROTHERS LOGISTICS LIMI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35240" y="490118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Michelle Guinta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12680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$53,038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338559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Jan 15, 2026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508406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8640" y="51023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51023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256417764971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28800" y="510235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Acrisure, Llc Dba Mf Block Insuran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800600" y="51023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PRINCE CARRIERS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635240" y="5102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Aleksander Turko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012680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$28,794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338559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Jan 09, 2026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8640" y="5303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1440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250407727021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28800" y="53035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Risk Strategies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00600" y="5303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ALL ENERGY TRANSPORTATION LLC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35240" y="5303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Brian Van Amburgh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012680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$22,213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338559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Jan 06, 2026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57200" y="548640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48640" y="55046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55046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265119919390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828800" y="550468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 Llc, Dba South Atlantic I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800600" y="55046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TAYLOR HAULING LLC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635240" y="55046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Claudyne Morgan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012680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$14,624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338559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Jan 03, 2026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548640" y="5742432"/>
            <a:ext cx="1115568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548640" y="5797296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Total (Last 22 Submissions)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412480" y="5797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$853,400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Renewal Watch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Westy McLaughlin  |  Active in-force policies expiring through Aug 27,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$123,309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EXPIRE ≤30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31-60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61-90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POLICIES EXPIRING (sorted by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591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Exp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59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3591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5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33472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 Llc, Dba South Atlant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6700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259696380485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6700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SAFARI VENTURES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670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670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700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5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980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Assuredpartners Of Nj Llc Dba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9809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252552496459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29809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NIGHT RYDER TRANSPORT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980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8d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980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98094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$12,450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5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5526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 Llc, Dba South Atlant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2918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251972182612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32918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TONBE TRUCKER TRANSPORTATION LLC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291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25d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2918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29183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$19,060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5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6027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Acrisure, Llc Dba Mf Block Ins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360273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259612868766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60273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SIKORA TRANSPORT INC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60273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26d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0273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360273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$10,260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5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IL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77055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913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RRL Insurance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391363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255394033204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3913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H&amp;H TRUCKING LLC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39136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46d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391363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391363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$46,688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5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4224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RRL Insurance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422452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256553296530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422452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INSPIRA LOGISTICS LLC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4224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2026-08-02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Segoe UI"/>
              </a:defRPr>
            </a:pPr>
            <a:r>
              <a:t>65d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42245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55480" y="422452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$16,141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5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498847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53542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RRL Insurance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453542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255878451432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0" y="453542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ARAL TRANS INC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453542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2026-08-07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Segoe UI"/>
              </a:defRPr>
            </a:pPr>
            <a:r>
              <a:t>70d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58200" y="453542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55480" y="453542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8135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48463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Usi Insurance Services, Llc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48463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256196603216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8463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NWI TRANSPORT INC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49440" y="48463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2026-08-10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7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Segoe UI"/>
              </a:defRPr>
            </a:pPr>
            <a:r>
              <a:t>73d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58200" y="48463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55480" y="48463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8135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IN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120639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515721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 Llc, Dba South Atlant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0" y="515721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255614246497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31920" y="515721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WINDSON RENTAL LLC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49440" y="515721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2026-08-14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Segoe UI"/>
              </a:defRPr>
            </a:pPr>
            <a:r>
              <a:t>77d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58200" y="51572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55480" y="515721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$12,919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8135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IN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54681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Acrisure Llc, Dba South Atlant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46811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255773613569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54681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BEAST MODE BOX TRUCK TRANSPORTATION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49440" y="546811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2026-08-21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5527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Segoe UI"/>
              </a:defRPr>
            </a:pPr>
            <a:r>
              <a:t>84d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58200" y="546811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55480" y="546811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$1,962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8135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10 of 10 upcoming renewals  |  Source: dw_reader.policy_premium  |  Active in-force only  |  Sorted by expiration 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Pending Cancellations — Save List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Westy McLaughlin  |  Policies with cancellation_date on or before Aug 27, 2026  |  Sorted by urgency — call these agencies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PENDING CANCEL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5966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DAYS (URGENT)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 PREMIUM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REASON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PENDING CANCELS (sorted by cancel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Cancel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35915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3591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LOB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91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Segoe UI"/>
              </a:defRPr>
            </a:pPr>
            <a:r>
              <a:t>No pending cancellations in the next 90 days for this book. 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0 of 0 pending cancels  |  Source: dw_reader.policy_premium  |  Non-payment = green (most savable), Insured-requested = red, Days ≤14 = red  |  Action: contact agency, confirm reinstatement plan, escalate non-payment cases for billing fix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Acrisure, Llc Dba Mf Block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AR  |  City: Paragould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$159,513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$214,915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$-55,402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$-37,385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$159,513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$232,193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$180,080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$75,819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$75,819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$-7,229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$-7,229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$-24,412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$90,922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$139,096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$-48,173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$-12,973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$159,513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$214,915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$-55,402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$-37,385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222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$76K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$-7,229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$91K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$160K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$159,513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$214,915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$214,915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Acrisure Llc Dba Clg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NY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$106,410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$106,410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$47,735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$106,410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186%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$106,410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$106,410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$106,410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$106,410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$106,410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$106K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$367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$106,410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$106,410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8 to 3 MoM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$106,410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Assuredpartners Of Nj Llc Dba Encompass Risk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NJ  |  City: Cranford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$94,065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$49,469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$21,646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$22,950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$-27,710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$290,400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$153,973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$177,327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$-1,632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$-1,632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$21,680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$21,646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$55,320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$49,469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$5,851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$-5,851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$18,696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$18,696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$-18,740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$-3,118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$94,065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$49,469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$21,646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$22,950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$-27,710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$-1,632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$230K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$94,065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$49,469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56% of new business ($27,710)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$49,469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$27,710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Acrisure Llc, Dba South Atlantic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Southeast  |  State: FL  |  City: Coral Springs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$30,145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$14,849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$15,296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$-14,920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$395,340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$329,842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$116,406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$14,862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$14,862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$-14,920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$14,828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$14,849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$455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$455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$30,145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$14,849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$15,296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$-14,920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6.9%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$455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$30,145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$14,849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3.0% hit ratio on 169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97%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(169 subs, only 5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Usi Insurance Services,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Southeast  |  State: FL  |  City: Tampa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$22,687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$22,687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$354,617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$223,875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$18,771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$22,687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$22,687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$22,687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$22,687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$84K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$153K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$22,687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$22,687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Acrisure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MI  |  City: Grand Rapids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$-892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$2,276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$2,276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$-892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$-892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2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Acrisure Llc Dba A To Z Insurance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South Central  |  State: TX  |  City: Corpus Christi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10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10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7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Acrisure LLC dba Rig Stop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Corpus Christi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$-9,218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$56,763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$59,110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$-9,218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$-9,218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$-1,480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$-9,260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$-4,502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$-1,138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$-2,347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2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Acrisure, LLC dba Forerunner Insurance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Southeast  |  State: FL  |  City: Longwood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4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Howden Us Specialty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West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 submissions - highly active agency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20 submissions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 submissions with zero binds - zero conversion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20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15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Patriot Growth Insurance Services,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N/A  |  Region: East  |  State: California  |  City: Sacramento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9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6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RRL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Southeast  |  State: FL  |  City: Melbourne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$40,679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$-17,398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$-113,460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$7,715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$7,715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$-96,973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$4,058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$1,376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$2,682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$-11,361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$-29,688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$-29,688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$-5,126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$41,196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$39,303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$1,894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$23,280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$40,679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$-17,398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$-113,460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200" y="4764024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5800" y="476402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$40,679 in new business production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309360" y="4489704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00800" y="450799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400800" y="4764024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629400" y="4764024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279% of new business ($113,460)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400800" y="496519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629400" y="496519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submissions tracked - verify data or encourage new business pipeline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65760" y="5266944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57200" y="527608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7200" y="552297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77240" y="5522976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$40,679 in new business. Ask what made those deals work and how you can help replicate that success with similar accounts in their pipeline.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7200" y="576072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77240" y="5760720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Schedule a re-introduction call. Lead with: "I wanted to share what's changed in our appetite and pricing since we last connected" - give them a reason to start submitting again.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Risk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NY  |  City: Boston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$-2,015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$-2,015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$-10,520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$375,057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$331,575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-0%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$22,213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$-2,015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$-10,520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$-2,015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$-2,015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$-10,520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$-2,015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$-527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$-2,015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bind(s) - converting submissions to business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Negative written premium ($-2,015) - cancellations exceed production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