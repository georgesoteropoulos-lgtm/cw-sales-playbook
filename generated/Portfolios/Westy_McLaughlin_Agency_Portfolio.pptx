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Westy McLaughlin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27, 2026  |  23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Westy McLaughlin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23 Total Agencies  |  13 Active  |  10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$371,048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$371,767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$59,183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$-36,621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$-214,104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$1,522,189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$1,326,817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$1,826,626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$271,862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$581,095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$119,756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$175,209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$94,065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$30,145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A To Z Insurance 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Acrisure, LLC dba Forerunner Insura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Patriot Growth Insurance Services, 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$40,679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-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$607,374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$615,294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$107,786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$319,505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$125,288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$558,981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$298,474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$99,390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$371,048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$371,767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472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(10)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Acrisure dba American Transportation I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Acrisure LLC - TCE Insurance Services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Acrisure LLC dba Frank H Furman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321040" y="566928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Acrisure LLC DBA National Risk Managem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8321040" y="585216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Acrisure LLC Varcas Insurance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321040" y="60350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Acrisure, Llc Dba Gch Insurance Group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8321040" y="62179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Hni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8321040" y="64008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Robertson Ryan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8321040" y="658368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Rsi Insurance Brokers (Gain)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8321040" y="676656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Service Insurance Agency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54.8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+79%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88%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 of 23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490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530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26.4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55%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115%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72%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5/25–5/27*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472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4.4%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+10.3%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-60.4%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428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+10%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+118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Llc, Dba South Atlantic Insur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Assuredpartners Of Nj Llc Dba Encompas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-49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A To Z Insurance Grou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Acrisure, LLC dba Forerunner Insurance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23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$607,374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$-111,893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$615,294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$107,786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$-31,099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$319,505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$125,288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$-10,977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$558,981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$-44,044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$298,474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$99,390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$-16,091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$2,399,626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$371,767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$59,183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$-214,104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508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337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Westy McLaughlin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LLC, DBA South Atlantic Insurance Services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Risk Solutions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no bound activity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Westy McLaughlin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$6,869,549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 DBA RRL Insurance 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$6,869,549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LLC, DBA South Atlantic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(28%)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(23%)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(47%)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(2%)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22.0%  ·  Declined: 52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Aleksander Turko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Claudyne Morgan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Lorenne Maloney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Tatiana Castro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Tina Hines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Philip W Love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Corbin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Norma Rodriguez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Rod Alvarez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Jeffrey Jackson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Courtney Kolenda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Phillip David Greer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Earl Powers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Adams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Robert Guerra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Kayla St Clair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Rick Tamez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A To Z Insura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Yana Salerno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 Harris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Patriot Growth Insurance Servi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Russell Stough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Zubin Nuggud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Thomas Quinn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Rosalba Sessa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Morgan Woodcock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Jordan Shapiro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Forerunner I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Kelly Magruder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 Teufel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Margaret Holt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Rick Matos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Dane Baar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Rig Stop Insu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Donna Jones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Judy Fernandez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Bailey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Dominick Vetica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1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18  |  Binds 0  |  HR 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1600% MoM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$119,756  |  Subs 194  |  Binds 9  |  HR 4.6%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4.6% (portfolio avg: 4.4%)  |  $119,756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$22,687  |  Subs 13  |  Binds 1  |  HR 7.7%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7.7% (portfolio avg: 4.4%)  |  Submission volume up 300% MoM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$94,065  |  Subs 25  |  Binds 4  |  HR 16.0%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16.0% (portfolio avg: 4.4%)  |  4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Acrisure, LLC dba Forerunner Insurance Gro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  |  Binds 0  |  HR 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200% MoM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18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18 submissions with 0 binds - zero conversion  |  15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0  |  Binds 0  |  HR -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279% of new business ($113,460 vs $40,679)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 Llc Dba A To Z Insurance Group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10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10 submissions with 0 binds - zero conversion  |  7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9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9 submissions with 0 binds - zero conversion  |  6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$106,410  |  Subs 32  |  Binds 1  |  HR 3.1%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Submissions dropped 62% MoM (8 -&gt; 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(Acrisure, Llc Dba Mf Bloc, Acrisure Llc Dba Clg Insu, Assuredpartners Of Nj Llc) drive $320,231 (86%)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Risk Strategies (100.0%), Assuredpartners Of N (16.0%), Usi Insurance Servic (7.7%)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472 total submissions across 12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 agencies with zero Jan–May 2026 activity: Acrisure dba America, Acrisure LLC - TCE I, Acrisure LLC dba Fra...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submitting but 0 binds (37 subs): Howden Us Specialty  (18), Acrisure Llc Dba A T (10)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4.4% — below 5-8%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Concentration risk: top 3 agencies = 86% of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Reactivate Dormant Agencies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(43%) have zero Q1 activity: Acrisure dba America, Acrisure LLC - TCE I, Acrisure LLC dba Fra, Acrisure LLC DBA Nat.... Schedule outreach.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with 30+ subs and some binds but &lt;5% HR: Acrisure, Llc Dba Mf (194s/9b), Acrisure Llc, Dba So (162s/5b), Acrisure Llc Dba Clg (32s/1b). Small HR improvements on large volume = significant premium lift.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cancellations &gt;40% of new biz: RRL Insurance, Assuredpartners Of Nj Llc. $141,170 total cancellations - investigate retention.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have 28 quotes but 0 binds: Howden Us Specialty Llc (15q), Acrisure Llc Dba A To Z I (7q), Patriot Growth Insurance  (6q). Follow up on pricing, coverage, response time gaps.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86% of premium. Develop mid-tier: Acrisure Llc, Dba South A, Usi Insurance Services, L. Target 25-50% growth each.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Last 21 Bound Submissions  |  21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265111802195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Perez Martinez Transport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259612868766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SIKORA TRANSPORT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Philip W Love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$174,221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261014968292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KLM GROUP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$97,640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251972182612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TONBE TRUCKER TRANSPORTATION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259886674546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 &amp; H TRANS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Tina Hines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$24,905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23,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258148016082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JP &amp; SONS TRUCKING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Jeff Teufel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$20,721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14,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267790955195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M3 HAULAGE EXPRESS COMPANY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Zubin Nuggud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10,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258693546423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UGET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Philip W Love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$46,859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09,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259696380485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SAFARI VENTURES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$29,910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07,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261912201128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 &amp; Z EXPRESS SHIPPING CORP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Norma Rodriguez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$45,019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04,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259502427166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RED TRANSPORTATION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$15,154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03,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255439882052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MULTI WORKS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$26,590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13,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268257461961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GARDEN GROUP NJ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Morgan Woodcock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10,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250104355721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JP &amp; SONS TRUCKING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Thomas Quinn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$58,549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05,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256718774225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BASE CARRIERS TRANSPORT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Donna Jones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$18,771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28,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260945865018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BARKAN BOYS SOLUTIONS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$1,500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23,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255671711389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TAMARIS DIAMOND CONSULTANTS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22,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247691496666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CASTLE &amp; BROTHERS LOGISTICS LIMI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Michelle Guinta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$53,038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15,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256417764971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PRINCE CARRIERS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Aleksander Turko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$28,794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09,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250407727021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ENERGY TRANSPORTATION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Brian Van Amburgh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$22,213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06,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265119919390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TAYLOR HAULING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Claudyne Morgan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$14,624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03,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40" y="5541264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96128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21 Submissions)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412480" y="559612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$852,956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Active in-force policies expiring through Aug 25,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$269,380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259696380485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SAFARI VENTURES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$26,345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252552496459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NIGHT RYDER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$12,450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251972182612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TONBE TRUCKER TRANSPORTATION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$2,717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259612868766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SIKORA TRANSPORT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$134,482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255394033204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H&amp;H TRUCKING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48d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$46,688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256553296530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INSPIRA LOGISTICS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67d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$16,141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255878451432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ARAL TRANS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72d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$2,071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256196603216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NWI TRANSPORT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75d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255614246497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WINDSON RENTAL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79d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$12,919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255773613569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BEAST MODE BOX TRUCK TRANSPORTATION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2026-08-21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86d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$14,917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10 of 10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Policies with cancellation_date on or before Aug 25,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AR  |  City: Paragould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$119,756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$175,209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$119,756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$271,862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$140,374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$-24,412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$51,166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$99,390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$-48,224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$-12,973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$119,756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$175,209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$-55,453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$-37,385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$119,756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$175,209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$175,209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186%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3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$106,410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Assuredpartners Of Nj Llc Dba Encompass Risk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Cranford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$94,065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$49,469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$-27,710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$290,400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$153,973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$5,851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$-5,851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$-3,118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$94,065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$22,950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$-27,710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$94,065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$49,469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56% of new business ($27,710)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$49,469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$27,710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Llc, Dba South Atlantic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Coral Springs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$14,849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$395,340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$329,842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$116,000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$15,296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$14,849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97%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Tampa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$354,617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$18,771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MI  |  City: Grand Rapids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A To Z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TX  |  City: Corpus Christi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Corpus Christi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$-1,480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$-9,260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$-4,502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$-1,138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$-2,347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Acrisure, LLC dba Forerunner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Longwood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East  |  State: California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Melbourne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$-113,460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$-96,973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$-11,361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$-29,688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$-5,126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$41,196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$40,679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$-17,398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$-113,460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57200" y="4764024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85800" y="476402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$40,679 in new business production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309360" y="4489704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400800" y="4507992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400800" y="4764024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629400" y="4764024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279% of new business ($113,460)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400800" y="4965192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629400" y="4965192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submissions tracked - verify data or encourage new business pipeline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365760" y="5266944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57200" y="5276088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5522976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77240" y="5522976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$40,679 in new business. Ask what made those deals work and how you can help replicate that success with similar accounts in their pipeline.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57200" y="5760720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77240" y="5760720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Schedule a re-introduction call. Lead with: "I wanted to share what's changed in our appetite and pricing since we last connected" - give them a reason to start submitting again.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Boston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$331,575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$22,213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$-527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($-2,015)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