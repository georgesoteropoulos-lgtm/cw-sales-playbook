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Westy McLaughlin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20, 2026  |  16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Westy McLaughlin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16 Total Agencies  |  13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$412,617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$-214,104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$1,522,189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$1,368,387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$1,826,626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$619,340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$161,326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$174,659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A To Z Insurance 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Forerunner Insura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Patriot Growth Insurance Services, 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-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$559,387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$26,612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$98,840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$412,617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$371,217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Robertson Ryan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Rsi Insurance Brokers (Gain)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Service Insurance Agency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57.8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+68%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 of 16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478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517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25.9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72%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5/18–5/20*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435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4.8%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+1.6%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-60.4%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Llc, Dba South Atlantic Insur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Assuredpartners Of Nj Llc Dba Encompas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A To Z Insurance Grou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Forerunner Insurance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16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$-111,893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$-31,099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$-10,977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$559,387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$-44,044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$26,612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$98,840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$-16,091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$2,128,172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$371,217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$-214,104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 DBA RRL Insurance Agency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no bound activity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$6,269,628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 DBA RRL Insurance 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$6,269,628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(28%)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(22%)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(48%)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(2%)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20.6%  ·  Declined: 49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Lorenne Maloney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Tatiana Castro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Corbin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Jeffrey Jackson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 Alvarez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Phillip David Greer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Adams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Robert Guerra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Kayla St Clair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Earl Powers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Yana Salerno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Tamez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A To Z Insura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 Harris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Growth Insurance Servi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Stough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Rosalba Sessa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Shapiro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Forerunner I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Magruder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Margaret Holt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Matos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Dane Baar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Rig Stop Insu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Judy Fernandez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Bailey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Sebastian Bruce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Nicholle Jacobson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$161,326  |  Subs 186  |  Binds 8  |  HR 4.3%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$161,326 YTD GWP  |  8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$94,065  |  Subs 25  |  Binds 4  |  HR 16.0%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16.0% (portfolio avg: 4.8%)  |  4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$22,687  |  Subs 11  |  Binds 1  |  HR 9.1%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9.1% (portfolio avg: 4.8%)  |  Submission volume up 100% MoM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$30,145  |  Subs 150  |  Binds 6  |  HR 4.0%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6 binds in Q1  |  150 submissions - highly active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Forerunner Insurance Gro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  |  Binds 0  |  HR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200% MoM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0  |  Binds 0  |  HR -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279% of new business ($113,460 vs $40,679)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 submissions with 0 binds - zero conversion  |  6 quotes generated but 0 converted to binds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 submissions with 0 binds - zero conversion  |  6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$30,145  |  Subs 150  |  Binds 6  |  HR 4.0%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Submissions dropped 65% MoM (46 -&gt; 16)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$106,410  |  Subs 32  |  Binds 1  |  HR 3.1%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Submissions dropped 62% MoM (8 -&gt; 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(Acrisure, Llc Dba Mf Bloc, Acrisure Llc Dba Clg Insu, Assuredpartners Of Nj Llc) drive $361,801 (88%)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Risk Strategies (100.0%), Assuredpartners Of N (16.0%), Usi Insurance Servic (9.1%)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435 total submissions across 12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Robertson Ryan, Rsi Insurance Broker, Service Insurance 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(18 subs): Acrisure Llc Dba A T (9), Patriot Growth Insur (9)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4.8% — below 5-8%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Concentration risk: top 3 agencies = 88% of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with 30+ subs and some binds but &lt;5% HR: Acrisure, Llc Dba Mf (186s/8b), Acrisure Llc, Dba So (150s/6b), Acrisure Llc Dba Clg (32s/1b). Small HR improvements on large volume = significant premium lift.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Reactivate Dormant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(19%) have zero Q1 activity: Robertson Ryan, Rsi Insurance Broker, Service Insurance Ag. Schedule outreach.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cancellations &gt;40% of new biz: RRL Insurance, Assuredpartners Of Nj Llc. $141,170 total cancellations - investigate retention.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88% of premium. Develop mid-tier: Acrisure Llc, Dba South A, Usi Insurance Services, L. Target 25-50% growth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have 12 quotes but 0 binds: Acrisure Llc Dba A To Z I (6q), Patriot Growth Insurance  (6q). Follow up on pricing, coverage, response time gaps.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Last 21 Bound Submissions  |  21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265111802195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Perez Martinez Transport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259886674546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 &amp; H TRANS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$24,905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$30,317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17,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258148016082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$20,721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14,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267790955195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M3 HAULAGE EXPRESS COMPANY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258693546423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UGET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261393195086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ROYAL ROADS GROUP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Jeffrey Jackson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$14,890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261912201128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Z EXPRESS SHIPPING CORP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04,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259502427166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RED TRANSPORTATION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$15,154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03,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255439882052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MULTI WORKS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$26,590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13,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268257461961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GARDEN GROUP NJ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10,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250104355721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$58,549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05,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255551735335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MUHIDIN TRANSPORT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$22,949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05,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256718774225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BASE CARRIERS TRANSPORT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$18,771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260945865018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BARKAN BOYS SOLUTIONS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23,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255671711389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TAMARIS DIAMOND CONSULTANTS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22,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247691496666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CASTLE &amp; BROTHERS LOGISTICS LIMI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Michelle Guinta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$53,038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15,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256417764971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PRINCE CARRIERS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$28,794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250407727021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ENERGY TRANSPORTATION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Brian Van Amburgh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$22,213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06,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265119919390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TAYLOR HAULING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$14,624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03,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40" y="5541264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96128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21 Submissions)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412480" y="55961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$619,340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Active in-force policies expiring through Aug 18,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$254,706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$26,345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252552496459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NIGHT RYDER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34d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$2,717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259612868766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SIKORA TRANSPORT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$134,725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255394033204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H&amp;H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55d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256553296530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INSPIRA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74d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$16,141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255878451432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ARAL TRANS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79d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256196603216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NWI TRANSPORT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82d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255614246497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WINDSON RENTAL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86d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$12,919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9 of 9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Policies with cancellation_date on or before Aug 18,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AR  |  City: Paragould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$174,659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$-13,333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$155,265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$-24,412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$92,735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$98,840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$-12,973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$161,326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$174,659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$-13,333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$161,326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$174,659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$174,659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3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$106,410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Cranford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$290,400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($27,710)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$49,469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$27,710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Coral Springs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$395,340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46 to 16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Tampa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$354,617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MI  |  City: Grand Rapids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$-1,480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$-9,260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$-4,502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Forerunner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Longwood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California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Melbourne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$-96,973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$-11,361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$41,196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72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5800" y="47640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 in new business production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309360" y="4489704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4008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008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629400" y="4764024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279% of new business ($113,460)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00800" y="4965192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629400" y="496519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submissions tracked - verify data or encourage new business pipeline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65760" y="5266944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57200" y="5276088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5522976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77240" y="5522976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$40,679 in new business. Ask what made those deals work and how you can help replicate that success with similar accounts in their pipeline.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" y="576072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77240" y="5760720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Schedule a re-introduction call. Lead with: "I wanted to share what's changed in our appetite and pricing since we last connected" - give them a reason to start submitting again.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$331,575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($-2,015)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