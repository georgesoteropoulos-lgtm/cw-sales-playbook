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18, 2026  |  15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15 Total Agencies  |  12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$418,659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$-201,131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$1,374,429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$97,640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$679,719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$174,659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$123,702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$98,840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$418,659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$371,217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56.4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 of 15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73%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457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492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25.9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5/18–5/18*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424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-0.9%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15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$123,702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$98,840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$2,225,262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$371,217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$-201,131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$5,975,777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$5,975,777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(26%)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(23%)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20.8%  ·  Declined: 48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Sebastian Bruce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Tiffany McPhoy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$167,368  |  Subs 183  |  Binds 8  |  HR 4.4%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$167,368 YTD GWP  |  8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24  |  Binds 4  |  HR 16.7%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16.7% (portfolio avg: 5.0%)  |  4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11  |  Binds 1  |  HR 9.1%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9.1% (portfolio avg: 5.0%)  |  Submission volume up 100%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$30,145  |  Subs 148  |  Binds 6  |  HR 4.1%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6 binds in Q1  |  148 submissions - highly active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Forerunner Insurance Gro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200%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31  |  Binds 1  |  HR 3.2%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75% MoM (8 -&gt;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$30,145  |  Subs 148  |  Binds 6  |  HR 4.1%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70% MoM (46 -&gt; 14)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$367,843 (88%)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(16.7%), Usi Insurance Servic (9.1%)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424 total submissions across 11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Robertson Ryan, Rsi Insurance Broker, Service Insurance 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(18 subs): Acrisure Llc Dba A T (9), Patriot Growth Insur (9)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5.0%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88%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30+ subs and some binds but &lt;5% HR: Acrisure, Llc Dba Mf (183s/8b), Acrisure Llc, Dba So (148s/6b), Acrisure Llc Dba Clg (31s/1b). Small HR improvements on large volume = significant premium lift.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(20%) have zero Q1 activity: Robertson Ryan, Rsi Insurance Broker, Service Insurance Ag. Schedule outreach.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88% of premium. Develop mid-tier: Acrisure Llc, Dba South A, Usi Insurance Services, L.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have 12 quotes but 0 binds: Acrisure Llc Dba A To Z I (6q), Patriot Growth Insurance  (6q).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21 Bound Submissions  |  21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$30,317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268822629313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DUGAN TRANSPORTATION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255551735335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MUHIDIN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40" y="5541264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96128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21 Submissions)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412480" y="55961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$777,359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16,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$331,671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$134,725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$136,634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81d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88d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9 of 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16,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$13,380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$13,380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258406237175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WILLIES TRUCKING EXPRESS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258406237175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WILLIES TRUCKING EXPRESS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258406237175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WILLIES TRUCKING EXPRESS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$174,659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$215,643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$98,777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$98,840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$167,368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$174,659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$167,368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$174,659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$174,659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46 to 14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