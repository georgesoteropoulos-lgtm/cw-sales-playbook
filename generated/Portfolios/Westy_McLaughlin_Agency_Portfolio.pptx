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15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15 Total Agencies  |  12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$412,617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$1,368,387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$618,790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$161,326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$412,617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 of 15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464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501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426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4.7%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-0.5%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$2,127,622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$6,269,628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$6,269,628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21.2%  ·  Declined: 48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Sebastian Bruce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Nicholle Jacobson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Tiffany McPhoy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$161,326  |  Subs 183  |  Binds 7  |  HR 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$161,326 YTD GWP  |  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4.7%)  |  4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11  |  Binds 1  |  HR 9.1%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9.1% (portfolio avg: 4.7%)  |  Submission volume up 100%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148  |  Binds 6  |  HR 4.1%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148 submissions - highly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148  |  Binds 6  |  HR 4.1%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70% MoM (46 -&gt; 14)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$361,801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426 total submissions across 11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(18 subs): Acrisure Llc Dba A T (9), Patriot Growth Insur (9)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4.7%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88%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(183s/7b), Acrisure Llc, Dba So (148s/6b), Acrisure Llc Dba Clg (32s/1b). Small HR improvements on large volume = significant premium lift.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(20%) have zero Q1 activity: Robertson Ryan, Rsi Insurance Broker, Service Insurance Ag. Schedule outreach.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have 12 quotes but 0 binds: Acrisure Llc Dba A To Z I (6q), Patriot Growth Insurance  (6q).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20 Bound Submissions  |  20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261393195086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ROADS GROUP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48640" y="534009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48640" y="539496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20 Submissions)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0" y="5394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$618,790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$213,953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$134,725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261393195086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ROYAL ROADS GROUP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261393195086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ROYAL ROADS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$-13,333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$174,659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46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