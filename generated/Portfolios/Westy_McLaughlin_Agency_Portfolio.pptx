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Westy McLaughlin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31, 2026  |  23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Westy McLaughlin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23 Total Agencies  |  13 Active  |  10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$410,804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$411,472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$59,183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$-36,570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$-214,104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$1,522,189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$1,366,574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$1,826,626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$232,193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$620,800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$159,513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$214,915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$94,065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$49,469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$21,646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$30,145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$14,849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 Dba A To Z Insurance G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 dba Rig Stop Insurance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Acrisure, LLC dba Forerunner Insura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Patriot Growth Insurance Services, 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$40,679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-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$607,374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$615,294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$107,786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$319,505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$125,288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$558,981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$39,303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$298,510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$139,096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$410,804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$411,472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485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(10)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Acrisure dba American Transportation I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321040" y="53035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Acrisure LLC - TCE Insurance Services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321040" y="548640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Acrisure LLC dba Frank H Furman Inc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8321040" y="566928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Acrisure LLC DBA National Risk Managem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8321040" y="585216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Acrisure LLC Varcas Insurance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321040" y="60350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Acrisure, Llc Dba Gch Insurance Group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8321040" y="62179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Hni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8321040" y="640080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Robertson Ryan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8321040" y="658368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Rsi Insurance Brokers (Gain)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8321040" y="676656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Service Insurance Agency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97706"/>
                </a:solidFill>
                <a:latin typeface="Segoe UI"/>
              </a:defRPr>
            </a:pPr>
            <a:r>
              <a:t>54.5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+78%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88%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 of 23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52%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0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519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40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559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26.4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66%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42%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75%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48%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57%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118%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45%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57%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45%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55%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115%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72%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70%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88%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5/25–5/31*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80%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485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22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4.5%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+13.3%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-59.3%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+23%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+22%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+17%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428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+13%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Acrisure, Llc Dba Mf Block Insurance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+121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Llc, Dba South Atlantic Insur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-18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Assuredpartners Of Nj Llc Dba Encompas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-49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-22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 Dba A To Z Insurance Grou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+9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Acrisure, LLC dba Forerunner Insurance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 dba Rig Stop Insurance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Risk Strategies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 |  23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$607,374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$-111,893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$615,294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$107,786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$21,646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$-31,099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$319,505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$125,288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$-10,977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$558,981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$39,303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$14,849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$-44,044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$298,510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$139,096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$-16,091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$2,399,663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$411,472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$59,183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$-214,104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522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346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Westy McLaughlin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Acrisure, LLC DBA MF Block Insurance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Acrisure LLC, DBA South Atlantic Insurance Services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AssuredPartners of NJ LLC dba Encompass Risk Solutions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no bound activity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Westy McLaughlin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$7,044,460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Acrisure LLC DBA RRL Insurance 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$7,044,460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Acrisure LLC, DBA Cross Insurance Services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AssuredPartners of NJ LLC dba Encompass Ri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(27%)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(24%)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(47%)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(2%)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(1%)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22.1%  ·  Declined: 54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39%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Aleksander Turko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Claudyne Morgan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Tatiana Castro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Lorenne Maloney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Tina Hines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Philip W Love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Rod Alvarez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Andrew Corbin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Norma Rodriguez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Assuredpartners Of Nj Llc Dba 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Jeffrey Jackson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Courtney Kolenda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Phillip David Greer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Christopher Earl Powers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Randy Adams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Robert Guerra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Kayla St Clair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Rick Tamez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A To Z Insura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Yana Salerno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Kim Harris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Patriot Growth Insurance Servi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Russell Stough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Zubin Nuggud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Kelly Magruder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Thomas Quinn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Assuredpartners Of Nj Llc Dba 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Rosalba Sessa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Morgan Woodcock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Jordan Shapiro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Forerunner I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Jeff Teufel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Assuredpartners Of Nj Llc Dba 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Margaret Holt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Rick Matos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Dane Baar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Rig Stop Insu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Donna Jones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Judy Fernandez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Josh Bailey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Dominick Vetica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1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20  |  Binds 0  |  HR 0.0%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Submission volume up 1800% MoM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Acrisure, Llc Dba Mf Block Insurance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$159,513  |  Subs 197  |  Binds 10  |  HR 5.1%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5.1% (portfolio avg: 4.5%)  |  $159,513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$22,687  |  Subs 13  |  Binds 1  |  HR 7.7%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7.7% (portfolio avg: 4.5%)  |  Submission volume up 300% MoM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Assuredpartners Of Nj Llc Dba Encompass Ri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$94,065  |  Subs 25  |  Binds 4  |  HR 16.0%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16.0% (portfolio avg: 4.5%)  |  4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Acrisure, LLC dba Forerunner Insurance Gro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4  |  Binds 0  |  HR 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Submission volume up 200% MoM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20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20 submissions with 0 binds - zero conversion  |  15 quotes generated but 0 converted to binds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0  |  Binds 0  |  HR -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279% of new business ($113,460 vs $40,679)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Acrisure Llc Dba A To Z Insurance Group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10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10 submissions with 0 binds - zero conversion  |  7 quotes generated but 0 converted to binds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9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9 submissions with 0 binds - zero conversion  |  6 quotes generated but 0 converted to binds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$106,410  |  Subs 32  |  Binds 1  |  HR 3.1%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Submissions dropped 62% MoM (8 -&gt; 3)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0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0/0 appointed agencies have submitted (0%)  •  0/0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B7280"/>
                </a:solidFill>
                <a:latin typeface="Segoe UI"/>
              </a:defRPr>
            </a:pPr>
            <a:r>
              <a:t>No Activated Won appointments in this book year-to-date.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(Acrisure, Llc Dba Mf Bloc, Acrisure Llc Dba Clg Insu, Assuredpartners Of Nj Llc) drive $359,987 (88%)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Risk Strategies (100.0%), Assuredpartners Of N (16.0%), Usi Insurance Servic (7.7%)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485 total submissions across 12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 agencies with zero Jan–May 2026 activity: Acrisure dba America, Acrisure LLC - TCE I, Acrisure LLC dba Fra...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 agencies submitting but 0 binds (39 subs): Howden Us Specialty  (20), Acrisure Llc Dba A T (10)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Acrisure Llc, Dba So (2.9%)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4.5%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Reactivate Dormant Agencies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10 agencies (43%) have zero Q1 activity: Acrisure dba America, Acrisure LLC - TCE I, Acrisure LLC dba Fra, Acrisure LLC DBA Nat.... Schedule outreach.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 agencies with 20+ subs but &lt;3% HR: Acrisure Llc, Dba So (2.9%). Conduct submission quality training to lift conversion 2-3 points.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 agencies with cancellations &gt;40% of new biz: RRL Insurance, Assuredpartners Of Nj Llc. $141,170 total cancellations - investigate retention.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3 agencies have 28 quotes but 0 binds: Howden Us Specialty Llc (15q), Acrisure Llc Dba A To Z I (7q), Patriot Growth Insurance  (6q). Follow up on pricing, coverage, response time gaps.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88% of premium. Develop mid-tier: Acrisure Llc, Dba South A, Usi Insurance Services, L. Target 25-50% growth each.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 |  Last 22 Bound Submissions  |  22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259612868766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SIKORA TRANSPORT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Philip W Love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$174,911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265111802195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Perez Martinez Transport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261014968292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KLM GROUP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$57,282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260559925697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A71 FREIGHT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$39,705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251972182612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TONBE TRUCKER TRANSPORTATION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$26,062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259886674546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 &amp; H TRANS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Tina Hines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$24,905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23,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258148016082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JP &amp; SONS TRUCKING INC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Jeff Teufel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14,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267790955195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M3 HAULAGE EXPRESS COMPANY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Zubin Nuggud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$22,612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10,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258693546423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UGET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Philip W Love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$46,859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09,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259696380485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SAFARI VENTURES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$29,910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07,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261912201128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 &amp; Z EXPRESS SHIPPING CORP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Norma Rodriguez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$45,019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 04,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259502427166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RED TRANSPORTATION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$15,154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 03,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255439882052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MULTI WORKS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$26,590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Feb 13,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268257461961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GARDEN GROUP NJ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Morgan Woodcock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Feb 10,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250104355721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JP &amp; SONS TRUCKING INC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Thomas Quinn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$58,549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Feb 05,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256718774225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BASE CARRIERS TRANSPORT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Donna Jones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$18,771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28,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260945865018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BARKAN BOYS SOLUTIONS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$1,500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23,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255671711389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TAMARIS DIAMOND CONSULTANTS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$18,813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22,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247691496666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CASTLE &amp; BROTHERS LOGISTICS LIMI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Michelle Guinta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$53,038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15,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256417764971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PRINCE CARRIERS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Aleksander Turko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$28,794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09,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250407727021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Risk Strategies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ENERGY TRANSPORTATION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Brian Van Amburgh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$22,213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06,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265119919390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TAYLOR HAULING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Claudyne Morgan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$14,624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03, 2026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548640" y="5742432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548640" y="5797296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22 Submissions)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412480" y="579729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$852,993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 |  Active in-force policies expiring through Aug 29,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$101,205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259696380485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SAFARI VENTURES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$26,345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AZ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252552496459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NIGHT RYDER TRANSPORT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$12,450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251972182612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TONBE TRUCKER TRANSPORTATION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23d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$19,060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259612868766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SIKORA TRANSPORT INC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24d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$10,260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255394033204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H&amp;H TRUCKING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2026-07-14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44d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256553296530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INSPIRA LOGISTICS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63d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$16,141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255878451432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ARAL TRANS INC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2026-08-07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68d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256196603216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NWI TRANSPORT INC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2026-08-10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71d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255614246497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WINDSON RENTAL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75d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$12,919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255773613569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BEAST MODE BOX TRUCK TRANSPORTATION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2026-08-21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82d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$1,962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10 of 10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 |  Policies with cancellation_date on or before Aug 29,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Acrisure, Llc Dba Mf Block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AR  |  City: Paragould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$159,513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$214,915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$-55,402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$159,513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$232,193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$180,080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$75,819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$75,819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$-7,229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$-7,229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$-24,412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$90,922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$139,096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$-48,173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$-12,973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$159,513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$214,915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$-55,402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$-37,385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$-7,229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$159,513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$214,915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$214,915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186%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$106,410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$106,410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 to 3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$106,410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Assuredpartners Of Nj Llc Dba Encompass Risk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Cranford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$94,065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$49,469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$22,950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$-27,710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$290,400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$153,973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$177,327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$21,680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$21,646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$55,320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$49,469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$5,851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$-5,851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$18,696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$18,696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$-18,740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$-3,118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$94,065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$49,469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$21,646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$22,950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$-27,710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$-1,632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$94,065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$49,469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56% of new business ($27,710)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$49,469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$27,710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Llc, Dba South Atlantic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Coral Springs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$30,145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$14,849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$-14,920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$395,340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$329,842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$116,000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$14,862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$14,862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$-14,920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$14,828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$14,849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$30,145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$14,849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$15,296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$-14,920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$455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$30,145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$14,849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2.9% hit ratio on 170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97%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(170 subs, only 5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Tampa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$22,687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$22,687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$354,617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$223,875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$18,771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$22,687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$22,687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MI  |  City: Grand Rapids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$-892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$-892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 Dba A To Z Insurance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 Central  |  State: TX  |  City: Corpus Christi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10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 dba Rig Stop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Corpus Christi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$56,763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$-9,218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$-1,480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$-9,260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$-4,502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$-1,138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$-2,347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Acrisure, LLC dba Forerunner Insurance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Longwood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20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East  |  State: California  |  City: Sacramento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9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Melbourne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$40,679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$-113,460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$7,715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$7,715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$-96,973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$4,058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$1,376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$2,682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$-11,361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$-29,688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$-5,126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$41,196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$39,303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$1,894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$23,280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$40,679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$-17,398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$-113,460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57200" y="4764024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85800" y="4764024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$40,679 in new business production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309360" y="4489704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400800" y="4507992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400800" y="4764024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629400" y="4764024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279% of new business ($113,460)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400800" y="4965192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629400" y="4965192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submissions tracked - verify data or encourage new business pipeline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365760" y="5266944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457200" y="5276088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57200" y="5522976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77240" y="5522976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$40,679 in new business. Ask what made those deals work and how you can help replicate that success with similar accounts in their pipeline.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57200" y="5760720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777240" y="5760720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Schedule a re-introduction call. Lead with: "I wanted to share what's changed in our appetite and pricing since we last connected" - give them a reason to start submitting again.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Risk Strategies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Boston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$375,057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$331,575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$22,213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$-10,520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$-10,520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$-527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($-2,015)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