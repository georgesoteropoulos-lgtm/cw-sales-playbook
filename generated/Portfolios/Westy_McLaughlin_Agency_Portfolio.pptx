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Westy McLaughlin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Jan–Jun 2026  |  Generated June 01, 2026  |  23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Westy McLaughlin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23 Total Agencies  |  13 Active  |  10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$410,804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$411,472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$-36,570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$-214,104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$1,522,189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$1,067,615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$1,826,626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$232,193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$621,207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$159,513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$214,915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A To Z Insurance 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Forerunner Insura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Patriot Growth Insurance Services, 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-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$298,510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$139,096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$410,804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$411,472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(10)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dba American Transportation I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- TCE Insurance Services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dba Frank H Furman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DBA National Risk Managem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Varcas Insurance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Acrisure, Llc Dba Gch Insurance Group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321040" y="62179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Hni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8321040" y="64008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Robertson Ryan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321040" y="65836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Rsi Insurance Brokers (Gain)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321040" y="67665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Service Insurance 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C2626"/>
                </a:solidFill>
                <a:latin typeface="Segoe UI"/>
              </a:defRPr>
            </a:pPr>
            <a:r>
              <a:t>40.3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+22%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 of 23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519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41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560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26.6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12–22  (Mar–Jun)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6199632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199632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09360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6/1–6/1*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552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686800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5554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287000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064240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485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4.5%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+17%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78104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19656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34056" y="378104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55848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0248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2880" y="4032504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4078224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3816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19656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34056" y="4078224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512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0248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Llc, Dba South Atlantic Insur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Assuredpartners Of Nj Llc Dba Encompas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A To Z Insurance Grou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Forerunner Insurance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23 Total Agencies  |  Jan–Jun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$-111,893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$-31,099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$-44,044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$298,510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$139,096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$2,400,070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$411,472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$-214,104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no bound activity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$7,044,460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$7,044,460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(27%)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(24%)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22.1%  ·  Declined: 54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Tatiana Castro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Lorenne Maloney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 Alvarez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Corbin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Jeffrey Jackson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Courtney Kolenda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Phillip David Greer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Earl Powers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Adams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Robert Guerra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Kayla St Clair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Tamez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A To Z Insura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Yana Salerno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 Harris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Growth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Stough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Magruder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Rosalba Sessa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Shapiro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Forerunner I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Margaret Holt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Matos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Dane Baar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Rig Stop Insu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Judy Fernandez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Bailey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Dominick Vetica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20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1800%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$159,513  |  Subs 197  |  Binds 10  |  HR 5.1%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5.1% (portfolio avg: 4.5%)  |  $159,513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$22,687  |  Subs 13  |  Binds 1  |  HR 7.7%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7.7% (portfolio avg: 4.5%)  |  Submission volume up 300%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$94,065  |  Subs 25  |  Binds 4  |  HR 16.0%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16.0% (portfolio avg: 4.5%)  |  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Forerunner Insurance Gro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200%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20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20 submissions with 0 binds - zero conversion  |  15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0  |  Binds 0  |  HR -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279% of new business ($113,460 vs $40,679)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10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10 submissions with 0 binds - zero conversion  |  7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$106,410  |  Subs 32  |  Binds 1  |  HR 3.1%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62% MoM (8 -&gt;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Portfolio  |  Jan–Jun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(Acrisure, Llc Dba Mf Bloc, Acrisure Llc Dba Clg Insu, Assuredpartners Of Nj Llc) drive $359,987 (88%)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Risk Strategies (100.0%), Assuredpartners Of N (16.0%), Usi Insurance Servic (7.7%)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converting submissions to bound business in Jan–Jun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485 total submissions across 12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with zero Jan–Jun 2026 activity: Acrisure dba America, Acrisure LLC - TCE I, Acrisure LLC dba Fra...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(39 subs): Howden Us Specialty  (20), Acrisure Llc Dba A T (10)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Acrisure Llc, Dba So (2.9%)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4.5%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Reactivate Dormant Agencies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(43%) have zero Q1 activity: Acrisure dba America, Acrisure LLC - TCE I, Acrisure LLC dba Fra, Acrisure LLC DBA Nat.... Schedule outreach.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 agencies with 20+ subs but &lt;3% HR: Acrisure Llc, Dba So (2.9%).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cancellations &gt;40% of new biz: RRL Insurance, Assuredpartners Of Nj Llc. $141,170 total cancellations - investigate retention.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have 28 quotes but 0 binds: Howden Us Specialty Llc (15q), Acrisure Llc Dba A To Z I (7q), Patriot Growth Insurance  (6q).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88% of premium. Develop mid-tier: Acrisure Llc, Dba South A, Usi Insurance Services, L.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Last 22 Bound Submissions  |  22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$174,911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265111802195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Perez Martinez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261014968292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KLM GROUP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$57,282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260559925697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A71 FREIGHT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$39,705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259886674546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&amp; H TRANS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$24,905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$30,317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258148016082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$20,721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14,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267790955195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M3 HAULAGE EXPRESS COMPANY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258693546423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UGET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$46,859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261912201128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Z EXPRESS SHIPPING CORP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259502427166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RED TRANSPORTATION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255439882052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MULTI WORKS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268257461961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GARDEN GROUP NJ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250104355721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$58,549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256718774225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BASE CARRIERS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$18,771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260945865018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BARKAN BOYS SOLUTIONS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23,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255671711389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TAMARIS DIAMOND CONSULTANTS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247691496666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CASTLE &amp; BROTHERS LOGISTICS LIMI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Michelle Guinta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15,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256417764971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PRINCE CARRIERS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250407727021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ENERGY TRANSPORTATION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Van Amburgh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06,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265119919390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TAYLOR HAULING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$14,624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03, 2026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48640" y="5742432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548640" y="5797296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22 Submissions)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412480" y="57972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$853,400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Active in-force policies expiring through Aug 30,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$229,533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252552496459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NIGHT RYDER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$134,533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255394033204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H&amp;H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256553296530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INSPIRA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255878451432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ARAL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67d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256196603216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NWI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255614246497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WINDSON RENTAL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255773613569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BEAST MODE BOX TRUCK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81d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10 of 10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Policies with cancellation_date on or before Aug 30,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AR  |  City: Paragould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$214,915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$180,080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$-24,412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$90,922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$139,096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$-48,173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$159,513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$214,915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$-55,402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$159,513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$214,915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$214,915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$367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$106,410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Cranford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($27,710)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$49,469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$27,710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Coral Springs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$271,988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170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(170 subs, only 5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Tampa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$354,617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MI  |  City: Grand Rapids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$-1,480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$-9,260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$-4,502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$-1,138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$-8,410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$-10,757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Forerunner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Longwood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- highly active agency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20 submissions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California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Melbourne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$-96,973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$-11,361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$41,196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57200" y="505663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85800" y="505663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 in new business production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309360" y="4782312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400800" y="4800599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400800" y="505663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629400" y="505663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279% of new business ($113,460)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400800" y="5257799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629400" y="5257799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submissions tracked - verify data or encourage new business pipeline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65760" y="5559551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57200" y="5568695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57200" y="5815583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77240" y="5815583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$40,679 in new business. Ask what made those deals work and how you can help replicate that success with similar accounts in their pipeline.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6053327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77240" y="6053327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Schedule a re-introduction call. Lead with: "I wanted to share what's changed in our appetite and pricing since we last connected" - give them a reason to start submitting again.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$-527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($-2,015) - cancellations exceed production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