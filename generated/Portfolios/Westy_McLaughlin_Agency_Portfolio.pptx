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$1,326,907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$604,043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464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$2,583,949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$6,685,454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$6,685,454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21.8%  ·  Declined: 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1600%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$119,846  |  Subs 193  |  Binds 10  |  HR 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5.2% (portfolio avg: 5.0%)  |  $119,846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5.0%)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5.0%)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155  |  Binds 6  |  HR 3.9%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155 submissions - highly active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$320,321 (86%)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464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(37 subs): Howden Us Specialty  (18),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5.0%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86%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30+ subs and some binds but &lt;5% HR: Acrisure Llc, Dba So (155s/6b), Acrisure Llc Dba Clg (32s/1b). Small HR improvements on large volume = significant premium lift.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86%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23 Bound Submissions  |  23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259765219364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LOGISTICS VA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48640" y="5943600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984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23 Submissions)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412480" y="59984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$1,060,227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$373,193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$134,482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$136,634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9 of 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46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