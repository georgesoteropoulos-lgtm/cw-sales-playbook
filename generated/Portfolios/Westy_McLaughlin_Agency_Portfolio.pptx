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Westy McLaughlin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16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Westy McLaughlin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16 Total Agencies  |  13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$-36,531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$-214,104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$1,522,189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$1,326,907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$1,826,626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$581,501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A To Z Insurance 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Acrisure, LLC dba Forerunner Insura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Patriot Growth Insurance Services,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-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$371,138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Robertson Ryan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Rsi Insurance Brokers (Gain)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Service Insurance 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 of 16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467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4.7%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Llc, Dba South Atlantic Insur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Assuredpartners Of Nj Llc Dba Encompas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A To Z Insurance Grou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Acrisure, LLC dba Forerunner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16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$607,374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$-111,893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$615,294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$107,786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$-31,099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$319,505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$125,288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$559,387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$-44,044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$482,796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$-16,091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$2,584,355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$371,767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$59,183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$-214,104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no bound activity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Westy McLaughlin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$6,685,454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 DBA RRL Insurance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$6,685,454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Acrisure LLC, DBA South Atlantic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21.8%  ·  Declined: 51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Lorenne Maloney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Tatiana Castro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Corbin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 Alvarez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Jeffrey Jackson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Courtney Kolenda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Phillip David Greer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Earl Powers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Adams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Robert Guerra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Kayla St Clair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Tamez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A To Z Insura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Yana Salerno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 Harris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Growth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Stough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Rosalba Sessa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Shapiro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Forerunner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Magruder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Margaret Holt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Rick Matos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Dane Baar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Acrisure LLC dba Rig Stop Insu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Judy Fernandez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Bailey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Dominick Vetica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1600%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$119,846  |  Subs 193  |  Binds 10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5.2% (portfolio avg: 4.7%)  |  $119,846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$22,687  |  Subs 13  |  Binds 1  |  HR 7.7%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4.7%)  |  Submission volume up 300%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Assuredpartners Of Nj Llc Dba Encompass 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$94,065  |  Subs 25  |  Binds 4  |  HR 16.0%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16.0% (portfolio avg: 4.7%)  |  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Acrisure, LLC dba Forerunner Insurance Gro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200%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18 submissions with 0 binds - zero conversion  |  15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0  |  Binds 0  |  HR 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279% of new business ($113,460 vs $40,679)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10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10 submissions with 0 binds - zero conversion  |  7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$106,410  |  Subs 32  |  Binds 1  |  HR 3.1%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Westy McLaughlin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0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(Acrisure, Llc Dba Mf Bloc, Acrisure Llc Dba Clg Insu, Assuredpartners Of Nj Llc) drive $320,321 (86%)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Risk Strategies (100.0%), Assuredpartners Of N (16.0%), Usi Insurance Servic (7.7%)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467 total submissions across 12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Robertson Ryan, Rsi Insurance Broker, Service Insurance 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(37 subs): Howden Us Specialty  (18), Acrisure Llc Dba A T (10)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4.7% — below 5-8%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Concentration risk: top 3 agencies = 86% of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Reactivate Dormant Agencies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(19%) have zero Q1 activity: Robertson Ryan, Rsi Insurance Broker, Service Insurance Ag. Schedule outreach.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cancellations &gt;40% of new biz: RRL Insurance, Assuredpartners Of Nj Llc. $141,170 total cancellations - investigate retention.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have 28 quotes but 0 binds: Howden Us Specialty Llc (15q), Acrisure Llc Dba A To Z I (7q), Patriot Growth Insurance  (6q). Follow up on pricing, coverage, response time gaps.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30+ subs and some binds but &lt;5% HR: Acrisure Llc, Dba So (158s/5b), Acrisure Llc Dba Clg (32s/1b). Small HR improvements on large volume = significant premium lift.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86% of premium. Develop mid-tier: Acrisure Llc, Dba South A, Usi Insurance Services, L.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Last 22 Bound Submissions  |  22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259765219364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QUALITY LOGISTICS VA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265111802195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Perez Martinez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$174,221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261014968292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KLM GROUP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259886674546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H TRANS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Tina Hines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$24,905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258148016082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 Teufel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267790955195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M3 HAULAGE EXPRESS COMPANY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Zubin Nuggud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258693546423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UGET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Philip W Love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$46,859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261912201128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Z EXPRESS SHIPPING CORP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Norma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259502427166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RED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03,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255439882052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MULTI WORKS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$26,590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13,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268257461961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GARDEN GROUP NJ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Morgan Woodcock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10,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250104355721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JP &amp; SONS TRUCKING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Thomas Quinn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$58,549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Feb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256718774225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BASE CARRIERS TRANSPORT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Donna Jones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$18,771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260945865018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BARKAN BOYS SOLUTIONS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Virginija Akelaityte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23,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255671711389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TAMARIS DIAMOND CONSULTANTS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Dennis Dacosta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247691496666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Enco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CASTLE &amp; BROTHERS LOGISTICS LIMI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Michelle Guinta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256417764971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Insuran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PRINCE CARRIERS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Aleksander Turko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250407727021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ENERGY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Van Amburgh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06,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265119919390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Atlantic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TAYLOR HAULING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Claudyne Morgan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$14,624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Jan 03, 2026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48640" y="5742432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548640" y="5797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22 Submissions)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412480" y="57972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$1,037,685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$128,978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259696380485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SAFARI VENTURES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Assuredpartners Of Nj Llc Dba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252552496459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NIGHT RYDER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251972182612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TONBE TRUCKER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Acrisure, Llc Dba Mf Block Ins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259612868766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SIKORA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255394033204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H&amp;H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256553296530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INSPIRA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255878451432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ARAL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256196603216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NWI TRANSPORT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255614246497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WINDSON RENTAL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$12,919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Acrisure Llc, Dba South Atlant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255773613569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BEAST MODE BOX TRUCK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87d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10 of 10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Westy McLaughlin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Mf Block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AR  |  City: Paragould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$-24,412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$-12,973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$119,846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$175,209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$-55,363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$-7,229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$119,846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$175,209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$175,209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Clg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$106,410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$106,410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3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$106,410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Assuredpartners Of Nj Llc Dba Encompass Risk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Cranford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$49,469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$22,950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$-27,710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$-1,632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$94,065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$49,469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($27,710)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$49,469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$27,710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Llc, Dba South Atlantic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Coral Springs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$14,849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Usi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Tampa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$354,617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$22,687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MI  |  City: Grand Rapids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A To Z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 LLC dba Rig Stop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Corpus Christi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$-1,480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$-9,260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$-4,502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Acrisure, LLC dba Forerunner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Longwood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Howden Us Specialty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Growth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California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RRL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Melbourne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$-96,973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$-11,361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$41,196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$40,679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$-113,460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4764024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$40,679 in new business production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309360" y="4489704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0" y="4507992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4764024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629400" y="4764024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279% of new business ($113,460)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965192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629400" y="49651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submissions tracked - verify data or encourage new business pipeline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65760" y="5266944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7200" y="5276088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552297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77240" y="5522976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$40,679 in new business. Ask what made those deals work and how you can help replicate that success with similar accounts in their pipeline.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576072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77240" y="5760720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Schedule a re-introduction call. Lead with: "I wanted to share what's changed in our appetite and pricing since we last connected" - give them a reason to start submitting again.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Risk Strategies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$-2,015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($-2,015)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