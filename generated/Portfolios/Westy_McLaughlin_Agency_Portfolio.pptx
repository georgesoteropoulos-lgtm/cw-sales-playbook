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$1,334,040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$271,862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$604,450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$298,474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$378,271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25.9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442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$298,474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$2,400,033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$6,501,132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$6,501,132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(21%)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21.5%  ·  Declined: 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Sebastian Bruce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$126,980  |  Subs 189  |  Binds 9  |  HR 4.8%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$126,980 YTD GWP  |  9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5.0%)  |  Submission volume up 300% MoM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5.0%)  |  4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152  |  Binds 6  |  HR 3.9%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6 binds in Q1  |  152 submissions - highly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$30,145  |  Subs 152  |  Binds 6  |  HR 3.9%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61% MoM (46 -&gt; 18)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$327,454 (87%)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(18 subs): Acrisure Llc Dba A T (9), Patriot Growth Insur (9)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5.0%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87%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30+ subs and some binds but &lt;5% HR: Acrisure, Llc Dba Mf (189s/9b), Acrisure Llc, Dba So (152s/6b), Acrisure Llc Dba Clg (32s/1b). Small HR improvements on large volume = significant premium lift.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87% of premium. Develop mid-tier: Acrisure Llc, Dba South A, Usi Insurance Services, L.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have 12 quotes but 0 binds: Acrisure Llc Dba A To Z I (6q), Patriot Growth Insurance  (6q).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22 Bound Submissions  |  22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255551735335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MUHIDIN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48640" y="5742432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48640" y="5797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22 Submissions)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$876,312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9 of 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$271,862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$58,389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$126,980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$-48,230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$126,980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46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