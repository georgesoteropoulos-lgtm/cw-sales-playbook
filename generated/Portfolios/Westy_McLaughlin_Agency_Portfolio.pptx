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16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16 Total Agencies  |  13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$-36,531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$1,326,907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$581,501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$482,796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$371,138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 of 16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487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527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467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4.7%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16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$482,796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$2,584,355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$6,685,454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$6,685,454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(22%)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21.8%  ·  Declined: 51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Courtney Kolenda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Magruder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Dominick Vetica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1600%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$119,846  |  Subs 193  |  Binds 10  |  HR 5.2%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5.2% (portfolio avg: 4.7%)  |  $119,846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13  |  Binds 1  |  HR 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4.7%)  |  Submission volume up 300%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4.7%)  |  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Forerunner Insurance Gro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200%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18 submissions with 0 binds - zero conversion  |  15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10 submissions with 0 binds - zero conversion  |  7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$320,321 (86%)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467 total submissions across 12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Robertson Ryan, Rsi Insurance Broker, Service Insurance 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(37 subs): Howden Us Specialty  (18), Acrisure Llc Dba A T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4.7% — below 5-8%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Concentration risk: top 3 agencies = 86% of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(19%) have zero Q1 activity: Robertson Ryan, Rsi Insurance Broker, Service Insurance Ag. Schedule outreach.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have 28 quotes but 0 binds: Howden Us Specialty Llc (15q), Acrisure Llc Dba A To Z I (7q), Patriot Growth Insurance  (6q). Follow up on pricing, coverage, response time gaps.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30+ subs and some binds but &lt;5% HR: Acrisure Llc, Dba So (158s/5b), Acrisure Llc Dba Clg (32s/1b). Small HR improvements on large volume = significant premium lift.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86% of premium. Develop mid-tier: Acrisure Llc, Dba South A, Usi Insurance Services, L.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22 Bound Submissions  |  22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259765219364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QUALITY LOGISTICS VA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265111802195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Perez Martinez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$174,221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261014968292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KLM GROUP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48640" y="5742432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548640" y="5797296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22 Submissions)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412480" y="57972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$1,037,685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$255,412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$26,345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$134,482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50d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69d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77d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81d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255773613569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BEAST MODE BOX TRUCK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88d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10 of 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$175,209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