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Christopher Hayes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18,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Christopher Hayes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45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$18,162,791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$12,307,635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$2,727,421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$3,127,736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$-7,054,318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$42,276,318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$43,675,596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$50,731,581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$5,347,832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$12,884,957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$3,919,844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$986,653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$3,309,562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$2,935,299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$2,112,768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$2,225,589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$1,037,281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$799,784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$813,269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$438,499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$787,333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$749,652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$569,738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$502,135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$334,087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$291,216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$283,443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$9,780,129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$8,024,199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$9,353,748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$9,387,346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$4,340,011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$1,880,229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1146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$18,162,791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$12,307,635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7767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75.9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+68%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 of 45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2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360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386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20.3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5/18–5/18*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6835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686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10.0%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1,260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1,893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1,701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6,835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7,701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1,468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+1,291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Trucking Insurance Agency 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Specialty Coverage Insurance Agency, 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+213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$9,780,129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$498,689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$-1,317,535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1,668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1,252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$8,024,199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$509,155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$-1,137,238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1,374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$9,353,748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$675,775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$-2,083,943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2,071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$9,387,346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$606,274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$-1,789,801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$4,340,011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$1,880,229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$437,528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$-725,800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1,146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$40,885,433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$12,307,635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$2,727,421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$-7,054,318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8,880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6,451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1,281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$238,538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$148,492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$15,577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LA, MD, MO, PA,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$39,418,608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$14,387,394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$1,304,322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$2,634,609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$3,201,353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$1,344,428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$2,138,469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$63,256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$521,934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566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(32%)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(12%)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33.6%  ·  Declined: 157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Keller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Kovinatsky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Goldberg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DMITRY ZHERNOVSKY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Freddie Tabares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Angle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Pavneet Singh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Diamante Insurance Brokerage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Clara Wojtuszkiewicz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Kai Strategic Insurance Partne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Igor Sekuloski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Gus Campisano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Partlow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Shannon Lair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Hanadi Tubal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31.8%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$3,919,844  |  Subs 528  |  Binds 146  |  HR 27.7%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27.7% (portfolio avg: 9.3%)  |  $3,919,844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$3,309,562  |  Subs 1468  |  Binds 109  |  HR 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$3,309,562 YTD GWP  |  109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$2,112,768  |  Subs 266  |  Binds 53  |  HR 19.9%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19.9% (portfolio avg: 9.3%)  |  $2,112,768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$1,037,281  |  Subs 512  |  Binds 57  |  HR 11.1%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11.1% (portfolio avg: 9.3%)  |  $1,037,281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$749,652  |  Subs 654  |  Binds 49  |  HR 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$749,652 YTD GWP  |  49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$20,388  |  Subs 324  |  Binds 11  |  HR 3.4%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1142% of new business ($203,053 vs $17,780)  |  Submissions dropped 74% MoM (94 -&gt; 24)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$80,746  |  Subs 60  |  Binds 7  |  HR 11.7%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616% of new business ($168,970 vs $27,450)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$40,445  |  Subs 124  |  Binds 4  |  HR 3.2%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378% of new business ($57,376 vs $15,160)  |  Submissions dropped 78% MoM (45 -&gt; 10)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$129,071  |  Subs 193  |  Binds 4  |  HR 2.1%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2.1% on 193 subs  |  Cancellations are 251% of new business ($289,370 vs $115,496)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$44,175  |  Subs 26  |  Binds 2  |  HR 7.7%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372% of new business ($117,995 vs $31,735)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2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0/3 appointed agencies have submitted (0%)  •  0/3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Brokers of Maryland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Seubert &amp; Associates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(Commercial Trucking Insur, Dnis Inc., Velocity Insurance Multis) drive $9,342,174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V Insurance Professi (31.8%), Maximus Insurance Br (29.4%), Commercial Trucking  (27.7%)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7,767 total submissions across 45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Insurox Group, Inc (1.7%), CDL Associates Insur (1.9%), Rpk Professional Gro (2.1%)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51% of premium. Develop mid-tier: Specialty Coverage Insura, Safer Haul Inc, Get Logan Inc. Target 25-50% growth 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24 agencies with cancellations &gt;40% of new biz: Commercial Trucking Insur, Safer Haul Inc, Cover Me Insurance Agency. $5,042,754 total cancellations - investigate retention.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Commercial Trucking Insur, Dnis Inc., Velocity Insurance Multis. Increase submission volume 20% through marketing support and referral incentives.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Streetsmart Risk Man (346s/14b), Cornerstone Insuranc (324s/11b), Rpk Professional Gro (193s/4b). Small HR improvements on large volume = significant premium lift.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Arrest Declining Submission Volume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50%+ MoM drops: Bolanos Commercial E (37-&gt;18), Commercial Trucking  (194-&gt;95), Cornerstone Insuranc (94-&gt;24). Investigate root causes.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Last 25 Bound Submissions  |  721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250551012993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RYDER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$99,710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251032475978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 KING EXPRESS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$125,856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253875357355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DPS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251214920169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FLASHBOX TRANSPORT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$10,252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268568589190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MW 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258953618114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BAJWA07 TRANS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253868395090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BAROTA TRANSPORT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$40,398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258097841683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ALEXANDROU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$5,884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256849508189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KEISER SONS HAULING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268559648407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COLOMBIA PALLET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$20,491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259688681785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CARRIER FORWARD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 Alvarez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$29,675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255549071911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 ENTERPRISES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Tamika Rose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$240,669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259089995722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ABHIMANYU TRANSPORT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$89,249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259005495578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 D XPRESS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$19,289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259211637124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JSS TRUCKLINE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$21,749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263383322333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FLOW CORP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268407324889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NORTH STAR LOGISTICS SERVICES LL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260360233536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SOSA LOGISTICS &amp; TRANSPORT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261447409042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A&amp;B TRUCK COMPANY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266493604353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 XPRESS CORP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$17,326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262148658977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GOMARITRANSPORTATION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$13,484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250472063805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MDW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Mitchell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254407432686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MDW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Mitchell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$44,560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261984766322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KHALED M MOHAMED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$2,347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256723033675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MAHWATI TRANSPORT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$18,565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$895,264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Active in-force policies expiring through Aug 16,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$2,567,132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250266687726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AI CARGO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254806702450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FLASH TRUCKING PRO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250048495939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FATHER NIXON GROUP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254632662967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HOLIS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257293984409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BIG DREAMS TRANSPORT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255549071911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HARMON ENTERPRISES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$217,514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259123937162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Dayonte McClary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257324603579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JOSEPH JAKONCZUK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252470106899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TERRA FREIGHT LINES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251107257902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FISHER EXPRESS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258556893176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ELEVEN AUTO TRANSPORT CORP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254133238474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LUCKI FREIGHT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$14,023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257786309131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AHR TRANSPORT CORP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$32,338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207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Policies with cancellation_date on or before Aug 16,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$12,968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268266581407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CHANDI BROTHERS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YZ Financial Services and 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262017122202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NORTH TRUCKS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265425170860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A&amp;S ENVIRONMENTAL AND SERVICES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267520421621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 DUVAL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268266581407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CHANDI BROTHERS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YZ Financial Services and 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268637963500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4X4 TRUCKING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268637963500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4X4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267520421621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 DUVAL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265425170860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A&amp;S ENVIRONMENTAL AND SERVICES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262017122202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NORTH TRUCKS LLC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268637963500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4X4 TRUCKING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267520421621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 DUVAL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12 of 12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$3,919,844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$986,653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$1,140,349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$-1,576,680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$13,030,311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$11,142,174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$1,751,625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$3,161,079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$926,740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$174,111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$373,806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$-321,911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$838,984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$211,094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$357,916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$269,974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$-341,788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$880,757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$196,942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$374,286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$309,529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$-436,578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$860,554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$260,354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$403,491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$-423,082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$412,809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$144,153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$283,342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$-53,323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$3,919,844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$986,653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$1,140,349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$-1,576,680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$3,919,844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$986,653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160% of new business ($1,576,680)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$986,653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$1,576,680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$3,309,562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$2,935,299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$374,263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$-696,397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$4,076,476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$249,250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$2,029,582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$268,873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$40,547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$-58,465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$385,999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$351,246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$949,793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$121,126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$-178,588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$848,606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$702,314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$-262,852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$694,618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$663,074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$31,544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$-132,566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$3,309,562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$2,935,299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$374,263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$-696,397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$3,309,562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$2,935,299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$2,935,299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$2,112,768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$2,225,589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$-126,580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$1,640,288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$3,285,351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$428,799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$1,287,065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$1,234,267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$1,205,301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$28,966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$428,031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$304,031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$-179,871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$-228,044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$192,478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$-199,310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$93,609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$2,112,768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$2,225,589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$-126,580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$2,112,768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$2,225,589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$2,225,589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$674,944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CT  |  City: Mystic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$1,037,281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$799,784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$-244,121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$2,961,143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$849,756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$175,369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$158,417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$-55,174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$166,559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$88,736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$76,671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$244,482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$-61,907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$339,087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$-59,540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$111,784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$109,835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$-57,074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$1,037,281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$799,784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$88,150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$-244,121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$799,784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$799,784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$244,121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DE  |  City: Claymont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$813,269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$438,499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$347,752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$-504,423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$1,436,230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$1,900,860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$477,969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$169,912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$84,845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$-102,689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$170,446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$160,734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$228,897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$90,924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$191,762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$118,383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$-144,221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$52,251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$-76,627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$813,269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$438,499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$347,752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$-504,423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$813,269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$438,499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115% of new business ($504,423)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$438,499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$504,423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$787,333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$-308,941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$1,263,119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$409,255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$195,089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$140,631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$123,048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$66,034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$-74,435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$130,400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$33,299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$-81,763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$266,129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$224,870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$-25,939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$20,332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$787,333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$214,087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$-308,941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$787,333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($308,941)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$573,246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$308,941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Linden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$749,652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$569,738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$-496,925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$2,444,514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$660,792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$152,273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$79,631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$-55,985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$204,288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$152,883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$-179,730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$62,965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$749,652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$569,738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$162,321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$-496,925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$749,652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$569,738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87% of new business ($496,925)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$569,738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$496,925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Hauppauge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$502,135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$967,950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$316,322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$38,330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$122,291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$96,375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$177,632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$119,661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$-78,849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$113,629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$49,622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$69,628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$502,135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$141,062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$-136,979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$502,135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($136,979)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14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$251,327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$136,979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$620,814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$-41,517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$154,614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$61,569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$334,087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$-137,388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$334,087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($137,388)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41 to 18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$296,384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$137,388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$-143,819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$423,425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$206,618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$107,900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$67,912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$291,216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$74,034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$-143,819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$291,216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($143,819)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$217,183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$143,819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Virginia  |  City: Winchester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$754,463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$107,655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$23,277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$75,103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$283,443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$283,443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$206,186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$52,907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Garfield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$-18,333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59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$275,035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Grand Prairie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$271,026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$716,025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$9,625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$172,488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$271,026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$52,102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$271,026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$176,578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$176,578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New Jersey  |  City: Freehold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$1,044,629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$411,610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$70,734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$50,157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$-9,875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$112,010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$111,599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$226,902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$226,902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111 to 41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$226,902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$70,918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$-133,203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$794,732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$42,760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$-60,447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$62,077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$-62,077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$-10,678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$-133,203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$231,384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139% of new business ($133,203)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$133,203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Northville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$215,060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105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(105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$208,259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$407,147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$75,560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$18,887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$34,332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$-20,646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$33,093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$208,259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$85,537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$208,259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$122,721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$122,721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$205,339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$-21,615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$75,761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$205,339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$140,726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$205,339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$140,726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$140,726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$46,808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Kai Strategic Insurance Partners Llc Dba Strategic Insurance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Nutley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$-16,585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$168,835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$168,835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Burlington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$464,088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$62,785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$6,216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$-20,988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$40,669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$192,493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$18,729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$-1,185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$192,493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$161,601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$161,601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$182,538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$-134,322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$321,375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$60,267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$8,995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$-49,730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$182,538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$-134,322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$182,538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$114,224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118% of new business ($134,322)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$114,224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$134,322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Astoria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$-35,981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$-11,888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$177,241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($73,817)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$73,817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$6,485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$6,485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$170,995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$85,433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$85,562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$85,433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($70,222)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$85,433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$70,222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$959,320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$64,892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$-51,601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$-12,614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$166,069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$98,131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155% of new business ($152,584)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$98,131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$152,584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MD  |  City: Frederick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$1,014,499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$657,439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$-15,459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$37,861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$134,803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$89,017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125% of new business ($110,906)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$89,017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$903,409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$43,526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$-32,787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$119,469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$-165,549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$-50,677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193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251% of new business ($289,370)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(193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$115,496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Hackensack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$518,680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$-64,003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$114,979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$35,480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($64,003)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$35,480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$64,003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$83,963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$236,587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$-30,149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$109,633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$83,963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$109,633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$83,963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($47,185)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$83,963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$47,185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Hilb Group of New Jersey,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$228,478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$65,061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$107,571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$107,571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$106,541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$106,541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$37,649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$33,625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($22,858)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$24,467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$22,858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Upper Darby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$40,889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$81,474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($39,714)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$39,714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$651,043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$-85,711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$80,746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616% of new business ($168,970)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$27,450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$168,970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$-20,850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$-3,262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$76,867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$76,867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$72,222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$72,222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Marlton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$57,169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106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$-88,700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$-15,606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$31,735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372% of new business ($117,995)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$31,735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$117,995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Edgewater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$313,656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$-38,975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$-57,376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378% of new business ($57,376)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$15,160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$57,376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Huntington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$388,331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$248,272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$12,406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$36,930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$9,951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$36,930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$26,979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105% of new business ($28,385)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$26,979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New York  |  City: Bohemia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$34,940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MD  |  City: Glen Burnie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$3,305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$34,484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$34,484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$28,642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Lincoln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$1,353,382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$893,695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$-6,869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$-26,090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$-167,362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$17,780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1142% of new business ($203,053)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94 to 24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$17,780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$203,053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Clifton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$-23,209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$10,401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267% of new business ($23,636)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$8,862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$23,636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Elmsford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$240,669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$-293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$7,910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Dorfman Organization, Ltd.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$308,047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$21,377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229%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Virginia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$-3,919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($-9,291)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