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$19,150,703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$13,021,203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$3,099,358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$-7,499,371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$44,663,508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$4,313,287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$13,590,368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$4,095,943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$9,814,439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$8,329,126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$9,384,029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$9,575,401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$5,962,023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$2,593,798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$19,150,703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$13,021,203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8127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7,192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+0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$9,814,439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$8,329,126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$9,384,029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$9,575,401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$5,962,023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$2,593,798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$-1,165,626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$43,065,018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$13,021,203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$-7,499,371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9,340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$41,148,196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$2,509,895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33.1%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$4,095,943  |  Subs 552  |  Binds 135  |  HR 24.5%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24.5% (portfolio avg: 9.1%)  |  $4,095,943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$3,597,990  |  Subs 1537  |  Binds 119  |  HR 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$3,597,990 YTD GWP  |  119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$2,092,281  |  Subs 271  |  Binds 53  |  HR 19.6%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9.1%)  |  $2,092,281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$1,082,467  |  Subs 532  |  Binds 61  |  HR 11.5%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9.1%)  |  $1,082,467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$772,849  |  Subs 673  |  Binds 52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$772,849 YTD GWP  |  52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130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64% MoM (45 -&gt;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200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200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$9,786,215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(29.8%), Maximus Insurance Br (29.7%), Commercial Trucking  (24.5%)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8,127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$5,343,261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(365s/13b), Cornerstone Insuranc (328s/11b), Get Logan Inc (288s/13b).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269302677972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 TRANSPORTERS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$59,373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256723033675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MAHWATI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252924500112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 BELT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266752731168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CLEARPATH TRANSPORTS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268493225367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JOYCE AND FREDDY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264285716050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FREIGHT SYSTEMS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256279354368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PEREGRINE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$155,487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256354874073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PHANG CHIN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268994313351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HAGREEN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260141676542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JERSEY LOGISTICS SERVICES CORP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$51,060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260302902232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DIAMOND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$64,810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259264168462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KAYILI M GROUP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$21,829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268883876992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ONWAY FREIGHTLINES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265847824397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LG GLOBAL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$20,266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$866,319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$2,785,462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$2,005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258965348915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Raymond Jabbour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268714361389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CARRASCO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 Insurance Professionals 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258965348915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Raymond Jabbour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$4,095,943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$11,318,274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$995,822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$2,961,609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$588,908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$-87,197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$4,095,943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$4,095,943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($1,610,554)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$1,610,554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$4,364,904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$2,250,598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$983,046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$-255,588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$3,200,072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$3,264,864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$1,082,467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$3,006,329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$156,970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$130,345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$1,082,467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$820,294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$590,004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$1,060,068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$275,732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$226,670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$-72,411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($94,675)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$94,675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