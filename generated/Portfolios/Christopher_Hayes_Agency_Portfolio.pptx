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$19,115,671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$3,099,725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$-7,477,498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$44,628,475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$4,323,032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$13,411,598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$9,816,521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$8,350,655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$9,329,006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$9,496,705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$5,845,100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$19,115,671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7178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698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+0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$9,816,521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$8,350,655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$9,329,006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$9,496,705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$5,845,100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$-1,143,753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$42,837,987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$-7,477,498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6,785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$41,148,196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$2,509,895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33.1%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$4,096,310  |  Subs 551  |  Binds 132  |  HR 24.0%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24.0% (portfolio avg: 9.0%)  |  $4,096,310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$3,597,990  |  Subs 1537  |  Binds 119  |  HR 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$3,597,990 YTD GWP  |  119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$2,092,281  |  Subs 271  |  Binds 53  |  HR 19.6%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9.0%)  |  $2,092,281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$1,062,507  |  Subs 532  |  Binds 61  |  HR 11.5%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9.0%)  |  $1,062,507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$772,849  |  Subs 672  |  Binds 51  |  HR 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$772,849 YTD GWP  |  51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130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64% MoM (45 -&gt;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200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200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$9,786,581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(29.8%), Maximus Insurance Br (29.7%), Commercial Trucking  (24.0%)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8,113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$5,331,557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(363s/12b), Cornerstone Insuranc (328s/11b), Get Logan Inc (288s/13b).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266752731168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CLEARPATH TRANSPORTS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264285716050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FREIGHT SYSTEMS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256279354368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PEREGRINE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$155,487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256354874073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PHANG CHIN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268994313351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HAGREEN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260141676542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JERSEY LOGISTICS SERVICES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$51,060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260302902232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DIAMOND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$64,810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259264168462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KAYILI M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268883876992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ONWAY FREIGHTLINES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265847824397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LG GLOBAL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$20,266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265669782624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Lin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$821,492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$2,527,439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253302581561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HAWA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$13,653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$2,005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 Intern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269800346422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LUIS NUNEZ-HERRERA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269800346422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LUIS NUNEZ-HERRERA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$11,318,640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$2,867,153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($1,602,874)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$1,602,874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$4,364,904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$2,225,136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$983,046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$-255,588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$3,200,072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$3,264,864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$2,986,369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$935,232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$800,334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$520,024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$590,004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$226,670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$-72,411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($94,675)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$94,675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$134,783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