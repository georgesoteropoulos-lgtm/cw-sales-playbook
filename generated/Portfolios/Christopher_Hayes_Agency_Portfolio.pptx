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$19,237,803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$13,079,158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$3,128,503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$-7,499,371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7641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$44,750,608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$4,635,370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$13,729,667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$4,115,573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$3,627,975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$3,216,445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$2,074,866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$1,082,215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$309,263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$224,796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$9,816,521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$8,330,028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$9,881,179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$9,555,541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$6,554,703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$2,651,752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$19,237,803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$13,079,158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8187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7252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7,252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+1,373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-571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$9,816,521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$8,330,028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$9,881,179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$9,555,541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$6,554,703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$2,651,752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$740,249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$-1,165,626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$44,137,972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$13,079,158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$3,030,142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$-7,499,371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9,407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1,363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$41,507,639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$15,146,265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33.1%  ·  Declined: 162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$4,115,573  |  Subs 555  |  Binds 139  |  HR 25.0%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25.0% (portfolio avg: 9.1%)  |  $4,115,573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$3,627,975  |  Subs 1550  |  Binds 122  |  HR 7.9%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$3,627,975 YTD GWP  |  122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$2,074,866  |  Subs 271  |  Binds 54  |  HR 19.9%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19.9% (portfolio avg: 9.1%)  |  $2,074,866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$1,082,215  |  Subs 537  |  Binds 58  |  HR 10.8%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10.8% (portfolio avg: 9.1%)  |  $1,082,215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$772,849  |  Subs 678  |  Binds 52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$772,849 YTD GWP  |  52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328  |  Binds 11  |  HR 3.4%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70% MoM (94 -&gt; 28)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7  |  HR 11.7%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130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64% MoM (45 -&gt;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202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202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$9,818,414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V Insurance Professi (29.8%), Maximus Insurance Br (29.7%), Commercial Trucking  (25.0%)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8,187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$5,343,261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(367s/13b), Cornerstone Insuranc (328s/11b), Get Logan Inc (290s/13b).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$3,030,142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745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250011080740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GURKIRAT LOGISTIC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251097657008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NARUSONS TRUCKING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266982010091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TOTAL EXPRESS TRUCK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261839187906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STRONG FAST DELIVERY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$16,374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260155396510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INTERMODAL CARRIER CORPORATION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268921184140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ANTIL TRANSPORT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262046525325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KANG CARRIER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 Tirath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$42,123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269302677972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 TRANSPORTERS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$59,373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256723033675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MAHWATI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252924500112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 BELT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267898237838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NATIONWIDE GLOBAL SOLUTIONS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266752731168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CLEARPATH TRANSPORTS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253519567479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SKYLARK CARRIER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$35,114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255062564892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KNP GLOBAL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$120,788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268493225367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JOYCE AND FREDDY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260094838620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CT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261112462324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 BLADO TRUCKING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266203113554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LOGISTICA SANDOVAL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$20,668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264285716050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FREIGHT SYSTEMS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$100,156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262500155035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CROCODILE CARGO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Shelly Walther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256279354368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PEREGRINE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$155,487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265680734402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ANASHE CORP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256354874073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PHANG CHIN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$43,941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$989,667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$2,551,956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257360720892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RANA TRANSPORTS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258912949173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BEDI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257303483366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FOREVER YOUNG MANAGEMENT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$7,662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$20,477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$20,477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251854533945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BOX TRUCK BOYS TRUCKING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251854533945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BOX TRUCK BOYS TRUCKING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251854533945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BOX TRUCK BOYS TRUCKING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$4,115,573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$1,187,213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$11,337,904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$1,216,277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$3,044,274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$608,538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$293,019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$283,342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$-87,197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$4,115,573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$1,135,520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$1,792,841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$1,187,213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$-1,610,554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$4,115,573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$1,135,520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($1,610,554)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$1,135,520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$1,610,554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$3,216,445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$4,394,889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$405,218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$2,308,738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$1,013,031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$944,220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$-255,588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$3,627,975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$3,216,445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$411,529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$-819,419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$3,627,975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$3,216,445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$3,216,445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$2,074,866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$-264,109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$3,247,449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$203,294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$1,375,291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$-149,366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$2,074,866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$-264,109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$-674,944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$2,074,866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$1,082,215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$3,006,077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$157,521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$130,345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$1,082,215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$-253,306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$820,294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$253,306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$-113,003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$-540,799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114% of new business ($540,799)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$540,799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$20,332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$784,764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$573,246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$784,764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$573,246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$573,246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$743,918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$772,849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$590,004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$772,849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$590,004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$590,004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$309,263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$224,796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$780,283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$100,922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$53,420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$309,263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$224,796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$309,263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$224,796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$224,796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$1,060,068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$275,732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$786,067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$271,807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$271,807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$223,424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$215,060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$215,060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$167,511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$462,625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$215,788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$367,105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$-32,891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$45,496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$-6,949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$166,069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$166,069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$-72,411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$-94,675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($94,675)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$94,675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$657,439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$134,803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$-4,595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$134,803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$376,422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