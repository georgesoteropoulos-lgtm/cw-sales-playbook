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$19,897,620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$13,604,238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$3,148,562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$3,144,820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$-7,684,424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$41,428,435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$4,155,568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$14,363,616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$4,257,165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$1,213,554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$1,832,274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$3,729,298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$3,302,653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$2,017,395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$2,340,403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$976,458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$733,554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$65,275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$913,579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$313,124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$317,765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$284,374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$9,808,214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$8,371,245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$9,958,022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$9,642,781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$7,200,067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$3,017,860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$158,973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$19,897,620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$13,604,238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8378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423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451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8378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763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1,743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8,378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9,376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-771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+218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$9,808,214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$8,371,245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$9,958,022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$-2,101,423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$9,642,781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$7,200,067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$3,017,860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$792,192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$-1,332,003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$158,973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$66,478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$44,980,328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$13,604,238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$3,148,562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$-7,684,424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9,640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7,040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1,402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$41,677,140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$15,239,641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$1,487,416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$2,611,696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32.8%  ·  Declined: 166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Mike Tierney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$4,257,165  |  Subs 563  |  Binds 152  |  HR 27.0%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27.0% (portfolio avg: 9.1%)  |  $4,257,165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$3,729,298  |  Subs 1581  |  Binds 120  |  HR 7.6%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$3,729,298 YTD GWP  |  120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$2,017,395  |  Subs 274  |  Binds 55  |  HR 20.1%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20.1% (portfolio avg: 9.1%)  |  $2,017,395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$1,100,950  |  Subs 553  |  Binds 57  |  HR 10.3%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10.3% (portfolio avg: 9.1%)  |  $1,100,950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$976,458  |  Subs 684  |  Binds 56  |  HR 8.2%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$976,458 YTD GWP  |  56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337  |  Binds 11  |  HR 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61% MoM (94 -&gt; 37)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5  |  HR 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132  |  Binds 4  |  HR 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60% MoM (45 -&gt; 18)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$57,864  |  Subs 26  |  Binds 2  |  HR 7.7%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416% of new business ($132,149 vs $31,735)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207  |  Binds 5  |  HR 2.4%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207 subs  |  Cancellations are 251% of new business ($289,370 vs $115,496)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$10,003,857 (50%)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Maximus Insurance Br (28.9%), V Insurance Professi (27.7%), Commercial Trucking  (27.0%)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8,378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(1.5%), Rpk Professional Gro (2.4%),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50% of premium. Develop mid-tier: Specialty Coverage Insura, Cover Me Insurance Agency, Safer Haul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25 agencies with cancellations &gt;40% of new biz: Commercial Trucking Insur, Safer Haul Inc, Cover Me Insurance Agency. $5,469,477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(379s/12b), Cornerstone Insuranc (337s/11b), Get Logan Inc (299s/14b).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$3,148,562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763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253640787366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AIR X TRANSPORTATION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265855844260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BARWAR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264476595102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NEALTICAN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267124853207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JSW LOGISTICS &amp; TRANSPORTERS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250500388281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SALAR TRANSPORT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260867129150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GIM TRANSPORT AND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265286484792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PRIMEWAY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ANKAURY CAMIILO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260174687707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L FAMILY FREIGHT SOLUTION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265679562996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PAWAR KING06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 Tirath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$22,478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253700508834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GLOTI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$23,537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252867846901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SELLERS TRANSPORT SERVICES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Laura Marcheski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$34,336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255870960912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YAMPURA TRANSPORT CORPORATION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$41,676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253009267279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R MACAULEY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$68,545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268888679032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CARLSTADT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260418120954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HOOVERHAULINGLLC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262927373238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ROBERTS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Theresa Primiani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259760051224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RADWAN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Suzanne Prato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255135656386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256677737511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257013780192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263151645271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ALG FREIGHT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$21,626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259740126118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VMC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250786477657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LAHA TRUCKING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$15,129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256564018842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$582,218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$2,656,692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252356839510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LEGACY LINE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258042609443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250872682645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DHANDA 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253688498571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TANTU GLOBAL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252886532201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RICHMAN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$8,696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250864778007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TRUCKING 1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250606687251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FATEH TRANS LOGISTICS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255617363549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 ROUTE ENTERPRISES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254037798321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TAINO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258549325487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RELIABLE DELIVERY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254942631341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PANTHER LOGISTICS CORP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WV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Insurance Services In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254407432686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MDW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$60,379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251352260804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$2,447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256462501200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PJ TOWING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256462501200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PJ TOWING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$4,257,165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$1,213,554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$1,832,274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$1,211,337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$10,613,838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$1,242,352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$3,323,326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$322,775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$-93,842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$4,257,165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$1,213,554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$1,832,274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$1,211,337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$6.7M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$4,257,165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$1,213,554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133% of new business ($1,617,200)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$1,213,554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$1,617,200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$3,729,298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$3,302,653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$426,645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$4,458,822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382%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$411,677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$2,281,048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$1,036,088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$961,374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$74,714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$-259,580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$3,729,298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$3,302,653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$426,645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$3,729,298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$3,302,653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$3,302,653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$2,017,395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$2,340,403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$3,098,221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$1,490,840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$220,259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$-222,024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$-197,546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$2,017,395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$2,340,403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$-1,765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$2,017,395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$2,340,403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$2,340,403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$741,132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$-263,355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$2,637,442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$867,517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$-75,111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$-263,355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$839,040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$263,355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$976,458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$733,554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$-545,056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$2,328,618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$894,899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$-161,936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$189,808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$167,221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$59,560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$976,458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$733,554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$65,275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$177,629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$-545,056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$976,458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$733,554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74% of new business ($545,056)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$733,554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$545,056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$913,579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$1,917,194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$519,841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$-142,051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$913,579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$488,450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$913,579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$488,450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($569,847)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$488,450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$569,847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$1,249,160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($313,820)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$621,895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$891,702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$80,225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$351,137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$313,124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$351,137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$313,124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($179,144)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$313,124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$124,408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$76,905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$248,281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$284,374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$897,474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$169,070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$317,765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$284,374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$317,765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$284,374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$284,374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$769,329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$290,326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$195,097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$195,097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$476,441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66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(66 subs, only 1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$342,154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$47,077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$242,221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$436,152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$409,696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$213,355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$92,810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$213,355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$120,545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($70,222)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56%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$120,545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$201,164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$201,164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$280,278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$320,641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$180,550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254%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$-22,380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$179,277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$123,271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70%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$895,939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$-45,420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$165,989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($176,158)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$-72,807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($95,071)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$95,071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$780,640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207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(207 subs, only 5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$136,838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$8,131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$136,838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107%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$120,794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$39,265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$120,794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$81,529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($39,714)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$289,114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$117,999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$38,500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300% of new business ($115,524)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$38,500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$507,229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$80,200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$74,358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$74,358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($32,961)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$32,961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$-5,425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$70,104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$28,006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$-27,843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$57,864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416% of new business ($132,149)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$132,149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$57,851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$57,851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109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3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18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$763,455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37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