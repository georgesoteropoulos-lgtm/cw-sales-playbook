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$19,498,969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$13,326,483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$3,063,716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$3,108,770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$-7,663,791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$45,011,774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$4,122,699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$13,937,703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$4,224,981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$1,207,243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$1,813,906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$3,650,257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$2,002,208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$818,327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$635,482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$9,822,635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$8,341,051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$9,891,615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$9,540,025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$6,743,678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$2,899,078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$19,498,969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$13,326,483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8306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7378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7,378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+1,393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$9,822,635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$8,341,051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$9,891,615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$9,540,025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$6,743,678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$2,899,078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$773,823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$-1,330,046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$44,339,003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$13,326,483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$3,063,716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$-7,663,791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9,562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6,974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$41,569,383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$15,146,265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$1,487,416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32.8%  ·  Declined: 164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Mike Tierney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$4,224,981  |  Subs 561  |  Binds 148  |  HR 26.4%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26.4% (portfolio avg: 9.0%)  |  $4,224,981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$3,650,257  |  Subs 1570  |  Binds 115  |  HR 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$3,650,257 YTD GWP  |  115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$2,002,208  |  Subs 271  |  Binds 53  |  HR 19.6%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9.0%)  |  $2,002,208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$1,100,950  |  Subs 545  |  Binds 57  |  HR 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9.0%)  |  $1,100,950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$818,327  |  Subs 683  |  Binds 54  |  HR 7.9%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$818,327 YTD GWP  |  54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330  |  Binds 11  |  HR 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68% MoM (94 -&gt; 30)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5  |  HR 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131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62% MoM (45 -&gt; 17)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$57,864  |  Subs 26  |  Binds 2  |  HR 7.7%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416% of new business ($132,149 vs $31,735)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205  |  Binds 4  |  HR 2.0%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205 subs  |  Cancellations are 251% of new business ($289,370 vs $115,496)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$9,877,446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Maximus Insurance Br (28.9%), Commercial Trucking  (26.4%), V Insurance Professi (25.5%)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8,306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Merit Insurance Serv (1.8%), Rpk Professional Gro (2.0%)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25 agencies with cancellations &gt;40% of new biz: Commercial Trucking Insur, Safer Haul Inc, Cover Me Insurance Agency. $5,450,041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Streetsmart Risk Man (379s/12b), Cornerstone Insuranc (330s/11b), Get Logan Inc (296s/14b).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$3,063,716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747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253009267279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R MACAULEY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$68,545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266134678269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WATSON ROUTE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260418120954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HOOVERHAULINGLLC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Rick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259760051224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RADWAN TRUCKING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Suzanne Prato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255135656386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256677737511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257013780192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263151645271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ALG FREIGHT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259740126118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VMC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256564018842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258132583259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JOHN DOE SQUAD KENNELS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255499078556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 EMPIRE CORPORATION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250703155597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YOU RIGHT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266287753961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R LINE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266914853292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TRANSPORTATION AND LOGISTI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$96,833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257225171767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PINEDA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$32,352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267218723817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SERRANO'S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Benjamin McCloskey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$2,796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264855252375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OPSM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261449918639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Agency LL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 TRUCKING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$83,130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261062447555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KUN EMPIRE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267898237838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NATIONWIDE GLOBAL SOLUTIONS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251097657008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NARUSONS TRUCKING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266603036026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$47,808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$724,080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$2,871,646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$7,662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253688498571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TANTU GLOBAL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250872682645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DHANDA XPRESS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$18,223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250864778007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TRUCKING 1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255617363549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 ROUTE ENTERPRISES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203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$48,002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268266581407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CHANDI BROTHERS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YZ Financial Services and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252573683316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PHENOMENAL XPRESS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256940574374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HAWTHORNE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265866609308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 11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256940574374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HAWTHORNE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256380025885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D&amp;J'S ONTIME TRANSPORT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256940574374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HAWTHORNE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256940574374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HAWTHORNE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265866609308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 11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268266581407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CHANDI BROTHERS INC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YZ Financial Services and I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256380025885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D&amp;J'S ONTIME TRANSPORT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$26,840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252573683316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PHENOMENAL 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$4,224,981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$1,813,906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$1,203,832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$11,447,311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$1,218,018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$3,264,759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$717,946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$364,743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$304,406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$-93,842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$4,224,981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$1,207,243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$1,813,906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$1,203,832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$4,224,981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$1,207,243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134% of new business ($1,617,200)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$1,207,243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$1,617,200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$3,650,257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$4,417,172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$2,119,533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$1,035,313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$961,374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$73,939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$-259,580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$3,650,257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$416,658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$3,650,257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$3,233,599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$2,002,208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$3,174,791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$1,460,577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$-222,024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$-197,546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$2,002,208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$-16,952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$2,002,208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$741,132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$3,024,812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$867,517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$839,040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$1,985,801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$-142,051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120% of new business ($569,847)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$569,847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$621,895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$818,327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$2,513,189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$138,919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$818,327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$635,482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$818,327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$635,482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$635,482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$124,408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$76,905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$248,281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$804,586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$195,097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$1,060,068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$324,782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$275,732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$223,424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$8,319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$196,118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$196,118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$179,277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$-45,420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($176,158)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$-72,807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($95,071)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$95,071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$376,422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$38,500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300% of new business ($115,524)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$38,500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($32,961)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$32,961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416% of new business ($132,149)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$132,149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30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