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Christopher Hayes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Christopher Hayes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45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$19,295,505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$13,197,202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$3,051,206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$3,047,096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$-7,601,317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$42,276,318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$44,808,309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$50,731,581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$4,428,061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$13,956,762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$4,187,202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$1,183,328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$1,813,906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$3,633,103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$3,216,445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$2,002,532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$1,082,204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$820,294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$793,886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$611,041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$309,263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$224,796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$291,489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$9,808,743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$8,356,174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$9,824,893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2071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$9,575,066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2104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$6,803,536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$2,769,797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$19,295,505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$13,197,202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8261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+64%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45 of 45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2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21.1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713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9.7%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1,260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1,701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7,328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1,560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+1,383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Trucking Insurance Agency 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-566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Specialty Coverage Insurance Agency, 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-143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$9,808,743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$2,867,727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$498,689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$-1,317,535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1,668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1,252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$8,356,174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$2,118,461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$509,155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$-1,137,238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1,375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$9,824,893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$2,853,344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$675,775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$-2,083,943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2,071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$9,575,066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$2,587,873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$606,274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$-1,795,029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2,104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$6,803,536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$2,769,797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$761,313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$-1,267,572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1,772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$44,368,411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$13,197,202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$3,051,206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$-7,601,317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9,506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6,930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$158,292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$20,898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$15,577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LA, MD, MO, PA,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Christopher Hayes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$41,507,639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$15,146,265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$1,355,382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$2,634,609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$3,201,353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$1,425,673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$2,611,696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$622,090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$63,256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609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(56%)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(31%)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33.0%  ·  Declined: 162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Keller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Cornerstone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Jake Ferrara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Zebo Karim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Jesus Peralta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Cover Me Insurance Agency Of 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Kovinatsky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Philip Goldberg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DMITRY ZHERNOVSKY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Bolanos Commercial Enterprise,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Freddie Tabares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Angle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Jordan Curmi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Trevor Murgio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Specialty Coverage Insurance 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Pavneet Singh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irina rozenblum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Diamante Insurance Brokerage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Clara Wojtuszkiewicz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Kai Strategic Insurance Partne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Danielle Moore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Igor Sekuloski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Teresa Sanchez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Partlow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XIOMARA CEDENO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Velocity Insurance Multiservic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Shannon Lair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CDL Associates Insurance Agenc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Alba Ruiz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Source One Insurance Agency Ll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Gus Campisano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Hilb Group of New Jersey,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$4,187,202  |  Subs 560  |  Binds 139  |  HR 24.8%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24.8% (portfolio avg: 9.0%)  |  $4,187,202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$3,633,103  |  Subs 1560  |  Binds 117  |  HR 7.5%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$3,633,103 YTD GWP  |  117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$2,002,532  |  Subs 271  |  Binds 55  |  HR 20.3%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20.3% (portfolio avg: 9.0%)  |  $2,002,532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$1,082,204  |  Subs 541  |  Binds 58  |  HR 10.7%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10.7% (portfolio avg: 9.0%)  |  $1,082,204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$793,886  |  Subs 681  |  Binds 53  |  HR 7.8%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$793,886 YTD GWP  |  53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$20,388  |  Subs 329  |  Binds 11  |  HR 3.3%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1142% of new business ($203,053 vs $17,780)  |  Submissions dropped 69% MoM (94 -&gt; 29)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$80,746  |  Subs 60  |  Binds 5  |  HR 8.3%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616% of new business ($168,970 vs $27,450)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$40,445  |  Subs 131  |  Binds 4  |  HR 3.1%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389% of new business ($58,920 vs $15,160)  |  Submissions dropped 62% MoM (45 -&gt; 17)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$147,884  |  Subs 204  |  Binds 4  |  HR 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204 subs  |  Cancellations are 251% of new business ($289,370 vs $115,496)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$44,175  |  Subs 26  |  Binds 2  |  HR 7.7%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372% of new business ($117,995 vs $31,735)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Christopher Hayes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HGC Group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Kentucky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Fronts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Brokers of Maryland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 Inc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Seubert &amp; Associates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(Commercial Trucking Insur, Dnis Inc., Velocity Insurance Multis) drive $9,822,837 (51%)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Maximus Insurance Br (29.7%), V Insurance Professi (25.5%), Commercial Trucking  (24.8%)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8,261 total submissions across 45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(5 subs): The Dorfman Organiza (5)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Insurox Group, Inc (1.6%), Rpk Professional Gro (2.0%), Merit Insurance Serv (2.8%)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51% of premium. Develop mid-tier: Specialty Coverage Insura, Safer Haul Inc, Get Logan Inc. Target 25-50% growth each.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24 agencies with cancellations &gt;40% of new biz: Commercial Trucking Insur, Safer Haul Inc, Cover Me Insurance Agency. $5,379,351 total cancellations - investigate retention.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Commercial Trucking Insur, Dnis Inc., Velocity Insurance Multis. Increase submission volume 20% through marketing support and referral incentives.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30+ subs and some binds but &lt;5% HR: Streetsmart Risk Man (374s/13b), Cornerstone Insuranc (329s/11b), Get Logan Inc (291s/14b). Small HR improvements on large volume = significant premium lift.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$3,051,206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Last 25 Bound Submissions  |  746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255135656386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257013780192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WAHEGURU G TRANSPORT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259740126118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VMC TRANSPORT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258132583259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JOHN DOE SQUAD KENNELS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Seeger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255499078556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 EMPIRE CORPORATION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250703155597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GET YOU RIGHT TRANSPORTATION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Sergio Bolanos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266914853292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Multiservices 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TRANSPORTATION AND LOGISTI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Aileen Ogaldez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257225171767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PINEDA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Ramon Tamarez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$32,352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264855252375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OPSM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261449918639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CDL Associates Insurance Agency LL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Victor Lange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$83,130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267898237838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NATIONWIDE GLOBAL SOLUTIONS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251097657008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NARUSONS TRUCKING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$136,854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266603036026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AHR TRANSPORT CORP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$47,808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259872379081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Insurance Agenc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EVANS CORE SOLUTIONS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Scott Procops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267124853207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Cover Me Insurance Agency Of Nj, 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JSW LOGISTICS &amp; TRANSPORTERS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Poller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$21,587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266982010091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TOTAL EXPRESS TRUCK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Rodriguez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$33,043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268921184140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ANTIL TRANSPORT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SALMAN ARZU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262046525325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KANG CARRIER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Ram Tirath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$42,123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265649853970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MOREMILE TRANSPORT CORP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ZHIBEK MARALOVA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255870960912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YAMPURA TRANSPORT CORPORATION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Gurpreet Singh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269302677972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 TRANSPORTERS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$59,373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256723033675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MAHWATI TRANSPORT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$17,699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252924500112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Agen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 BELT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Gurashish Bedi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$13,726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265353772557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PREMIER E-Z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Andrea Jackson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266752731168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CLEARPATH TRANSPORTS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Samer Alzayed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$750,494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$2,490,733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247019825976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COAST TO COAST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252293293546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RBMJD CARGO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255174397762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ALX TRANSPORT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$25,443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256101361523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PAWAR TRANSPORT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$7,662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252219453421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MADAD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254128573155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HDL TRANSPORT LLLP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$1,739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258034441004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 TRANSPORT SERVICES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258042609443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JCC EXPRESS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$17,075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252356839510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LEGACY LINE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252886532201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RICHMAN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$8,696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Insurance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250872682645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DHANDA XPRESS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$18,223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250864778007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ANTHONY TRUCKING 1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Maximus Insurance Brokerage LL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253688498571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TANTU GLOBAL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197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Christopher Hayes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$59,114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$59,114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266294032750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IFM LOGISTICS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269957108890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ROSS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253938443683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DAYKNIGHT TRANSPORT INC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259210162275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NEXT WAVE FREIGHT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261857469305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SAFEGUARD LOGISTICS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266294032750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IFM LOGISTICS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267039531683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BIG BLACK TRUCKERS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269957108890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ROSS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253938443683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DAYKNIGHT TRANSPORT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Trucking Insuran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$10,528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257628561719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ASGA TRANSPORT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$10,396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259210162275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NEXT WAVE FREIGHT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Specialty Coverage Insuranc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$8,824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261857469305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SAFEGUARD LOGISTICS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266294032750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IFM LOGISTICS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Velocity Insurance Multiser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$14,463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15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Trucking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$4,187,202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$1,183,328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$1,813,906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$1,189,968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$13,030,311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$11,409,532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$1,209,397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$2,999,818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$926,740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$174,111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$373,806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$378,824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$-321,911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$838,984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$211,094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$357,916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$269,974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$-341,788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$880,757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$196,942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$374,286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$309,529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$-436,578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$860,554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$260,354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$403,491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$196,709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$-423,082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$304,406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$-93,842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$4,187,202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$1,183,328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$1,813,906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$1,189,968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$-1,617,200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$4,187,202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$1,183,328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137% of new business ($1,617,200)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$1,183,328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$1,617,200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Dnis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$3,633,103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$3,216,445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$416,658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$4,400,018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372%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$408,083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$2,250,551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$309,420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$268,873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$40,547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$-58,465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$385,999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$351,246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$-63,926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$1,070,919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$949,793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$121,126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$-178,588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$848,606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$702,314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$-262,852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$1,018,159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$944,220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$73,939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$-259,580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$3,633,103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$3,216,445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$416,658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$-823,412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$3,633,103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$3,216,445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$3,216,445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Velocity Insurance Multiservices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$2,002,532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$-336,444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$-727,956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$1,640,288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$3,175,114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$1,495,478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$1,234,267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$1,205,301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$28,966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$-66,282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$124,159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$304,031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$-179,871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$-228,044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$192,478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$-199,310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$-16,628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$205,073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$-184,370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$2,002,532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$2,325,216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$-336,444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$-727,956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$-16,628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$2,002,532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$2,325,216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$2,325,216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$727,956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Specialty Coverage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CT  |  City: Mystic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$1,082,204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$820,294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$3,498,767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$3,006,066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$175,369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$158,417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$-55,174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$88,736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$76,671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$244,482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$184,345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$-61,907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$339,087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$-59,540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$157,510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$130,345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$-75,111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$1,082,204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$820,294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$-262,158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$1,082,204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$820,294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$820,294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$262,158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Safer Haul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DE  |  City: Claymont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$1,436,230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$1,936,915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$169,912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$84,845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$-102,689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$170,446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$160,734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$228,897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$90,924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$16,253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$191,762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$118,383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$-144,221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$65,982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$-142,051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$849,324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$473,081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$-569,847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$849,324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$473,081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120% of new business ($569,847)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$473,081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$569,847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Get Logan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$498,086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$1,309,199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$418,401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$140,631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$-126,804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$123,048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$66,034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$-74,435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$130,400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$33,299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$-81,763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$266,129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$224,870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$-25,939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$16,467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$833,413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$621,895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$211,518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$-313,820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$833,413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$621,895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($313,820)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$621,895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$313,820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 Me Insurance Agency Of Nj,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Linden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$793,886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$611,041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$2,245,198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$2,488,748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$765,505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$152,273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$-101,712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$79,631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$-55,985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$258,467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$204,288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$-144,457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$152,883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$82,303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$-179,730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$114,478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$104,268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$-43,736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$793,886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$611,041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$165,251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$-525,620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$793,886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$611,041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86% of new business ($525,620)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$611,041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$525,620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Statewide Risk Management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Hauppauge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$272,523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$38,330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$122,291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$96,375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$-53,794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$177,632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$119,661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$-78,849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$49,622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$69,628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$515,312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$-168,091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$515,312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($168,091)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$251,327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$168,091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Executive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$621,124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$226,508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$55,132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$39,380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$-41,517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$154,614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$63,485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$-64,898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$296,384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$38,013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$-179,144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($179,144)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$296,384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$179,144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Partlow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Virginia  |  City: Winchester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$309,263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$224,796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$780,283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$107,655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$44,528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$23,277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$100,922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$53,420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$309,263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$224,796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$52,907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$309,263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$224,796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$224,796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$52,907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Elmsford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$424,928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$524,577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$291,819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$283,908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$-293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$-460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$291,819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$283,908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$283,908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KY  |  City: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$423,425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$559,078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$107,008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$107,900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$67,912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$43,254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$8,816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$-2,989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$291,489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$217,183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$-144,164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$291,489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$217,183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($144,164)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$217,183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$144,164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Streetsmart Risk Managers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New Jersey  |  City: Freehold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$1,382,794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$1,060,068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$51,459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$70,734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$50,157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$-9,438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$-9,875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$127,038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$275,732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$275,732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$242,341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Insurox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Garfield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$-12,714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$-2,170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$273,967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$-1,068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$273,967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$275,035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Diamante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Grand Prairie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$271,807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$716,025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$786,067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$220,619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$9,625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$172,488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$153,122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$271,807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$176,578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$42,345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$52,884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$-34,512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$271,807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$176,578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$176,578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 Insurance Professionals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$794,732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$468,583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$42,760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$-60,447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$62,077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$42,670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$19,407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$-62,077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$69,265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$49,439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$95,646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$76,355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$-135,683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$231,384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$95,646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142% of new business ($135,683)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$95,646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$135,683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Brokerage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$41,509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$-21,615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$75,761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$223,424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$-46,808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$223,424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$162,057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$395,501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$-36,593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$-33,629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$34,651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$199,160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$105,555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$-70,222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$105,555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($70,222)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$105,555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$70,222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Truczone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Burlington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$6,914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$62,785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$6,216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$-20,988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$8,319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$196,118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$161,601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$12,163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$-23,747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$-1,185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$196,118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$161,601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$161,601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Kai Strategic Insurance Partners Llc Dba Strategic Insurance Partners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Nutley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$430,651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$18,977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$62,812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$66,966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$-16,585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$168,835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$-56,841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$168,835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$168,835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$56,841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Agency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$331,482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$61,864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$60,267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$-70,165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$192,645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$114,224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$41,532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$-154,757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$192,645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$114,224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($154,757)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$114,224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$154,757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CDL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Northville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$333,786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$-20,026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$-32,900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$-28,509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$-34,510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254%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$213,450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General Agent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$317,777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$75,560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$49,777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$39,246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$20,359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$13,686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$34,332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$-20,646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$26,492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$-22,380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$179,277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$56,006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$-2,016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$179,277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Sammy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Astoria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$77,524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$-35,981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$34,522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$177,241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$127,294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$-73,817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$-11,888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$177,241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$127,294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($73,817)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$127,294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$73,817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Tamarez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$-35,018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$64,892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$-51,601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$165,989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$98,131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$-152,584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$-7,923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$-12,614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$165,989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$98,131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155% of new business ($152,584)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$98,131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$152,584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Angle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Philadelphia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$126,954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$22,973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$18,162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$-5,908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$47,380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$23,486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$-72,807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$49,156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$-95,071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92% of new business ($95,071)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$103,624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$95,071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Rpk Professional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$922,221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$43,526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$-32,787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$119,469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$18,457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$-165,549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$-50,677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$18,813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$147,884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$-289,370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$-23,474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$147,884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204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251% of new business ($289,370)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(204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$115,496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Bolanos Commercial Enterprise,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Northeast  |  State: MD  |  City: Frederick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$1,014,499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$658,505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$152,670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$44,214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$32,156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$-15,459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$37,861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$89,017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$39,690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$7,162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$-3,529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$89,017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125% of new business ($110,906)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$89,017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Namarta Tirath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PA  |  City: Upper Darby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$379,856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$376,422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$40,889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$-21,393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$-39,714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($39,714)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$81,529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$39,714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Anthony DeBellis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Hackensack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$518,680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$337,221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$4,864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$-13,196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$46,146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$-49,922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$5,066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$-51,521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$114,979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$35,480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$28,287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$-115,524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$114,979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$35,480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326% of new business ($115,524)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$35,480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$115,524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Hilb Group of New Jersey,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$41,481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$106,541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$-16,592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$-3,964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$106,541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$106,541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$181,770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$37,649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$33,956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$33,625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$-22,858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($22,858)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$24,467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$22,858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$670,132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$651,043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$65,291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$37,841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$-35,289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$-85,711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$80,746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$53,296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$-168,970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$80,746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616% of new business ($168,970)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$27,450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$168,970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Source One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MD  |  City: Glen Burnie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$230,065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$-3,997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$3,305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$45,716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$80,200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$74,358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$-7,780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$80,200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$74,358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$74,358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Jezaj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VA  |  City: Fairfax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$262,759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$-20,850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$76,867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$-3,478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$-21,392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$76,867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$76,867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ASAP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$72,222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$72,222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$72,222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Merit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Marlton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$-6,027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$53,623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(109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$53,623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YZ Financial Services and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Melville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$-88,700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$-15,606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$14,317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$-13,689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$31,735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$-117,995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$44,175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$31,735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372% of new business ($117,995)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$31,735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$117,995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One Stop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Edgewater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$313,656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$-14,666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$20,734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$-38,975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$40,445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$-58,920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$40,445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389% of new business ($58,920)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45 to 17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$15,160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$58,920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Cavallino Risk Management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Huntington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$388,331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$12,406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$-5,099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$37,885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$37,885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$30,204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($28,385)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$30,204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$28,385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Compass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New York  |  City: Bohemia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$-8,940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$34,940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Lincoln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$1,353,382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$893,695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$-6,869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$-26,090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$-167,362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$7,969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$-5,361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$-203,053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$-2,844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$-1,699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$17,780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1142% of new business ($203,053)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94 to 29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$17,780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$203,053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Njh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NJ  |  City: Clifton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$-23,209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$10,401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$10,401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267% of new business ($23,636)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$8,862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$23,636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Dorfman Organization, Ltd.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$-7,279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$21,377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$-17,675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$-18,124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$21,377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229%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Northeast  |  State: Virginia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$45,210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$-6,780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$-3,919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$-2,511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$-9,291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($-9,291)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