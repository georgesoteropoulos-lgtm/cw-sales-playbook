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Christopher Hayes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20, 2026  |  45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Christopher Hayes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45 Total Agencies  |  45 Active  |  0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$18,109,682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$12,369,120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$2,727,421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$3,013,141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$-7,122,527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7913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7387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$42,276,318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$43,622,486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$50,731,581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36%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$4,637,360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$12,905,615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27.7%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Commercial Trucking Insurance Agenc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$3,964,009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$1,011,491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$1,792,841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25.7%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$3,334,034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$2,952,286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1110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Velocity Insurance Multiservices Ll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$1,973,096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$2,225,589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$13,759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19.0%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Specialty Coverage Insurance Agency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$1,035,918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$799,784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$149,347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11.4%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$814,712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$438,499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$27,017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6.6%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Get Logan Inc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$787,333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$573,246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274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Cover Me Insurance Agency Of Nj, In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$749,652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$569,738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$17,594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658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Statewide Risk Management I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$502,135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$251,327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$109,746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137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Executive Insurance Group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$334,087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$296,384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Insurnet Insurance Agency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$291,216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$217,183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125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13.9%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Partlow Insurance Agency Inc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$283,443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$206,186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$52,907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Insurox Group, Inc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$273,967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$275,035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$9,788,239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$2,867,727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1668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17.2%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$8,041,476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$2,118,461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1891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271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$9,367,376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$2,853,344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2071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305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14.7%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$9,478,757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$2,587,873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2104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278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13.2%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$5,049,711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$1,941,715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1348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165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12.2%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$18,109,682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$12,369,120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7913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713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9.0%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Christopher Hayes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BDM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59669"/>
                </a:solidFill>
                <a:latin typeface="Segoe UI"/>
              </a:defRPr>
            </a:pPr>
            <a:r>
              <a:t>76.5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+70%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24028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24028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3317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5877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95351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(40/wk)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4231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86%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52044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52044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611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86791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233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45 of 45 agencies  |  Goal 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7033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100%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80060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480060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892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51480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New Producing Agencies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5138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Q2 Activated Won  |  Goal ≥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9834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2 of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40/wk goal (outbound calls + meetings only, matches scoreboard)  |  OKR 3: % of HubSpot book with ≥1 submission in 2026  |  OKR 4: Q2 Activated-Won NNA deals with `Appointed - ` prefix, owned by this BDM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Christopher Hayes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40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381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28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409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20.3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51%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(40/wk)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1–10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18%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42%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25%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52%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25%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25%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28%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11–20  (Mar–May)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52%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65%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98%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105%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62%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100%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112%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5/18–5/20*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57%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Christopher Hayes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6983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680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9.7%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-9.3%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-49.7%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1,094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1,260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-13%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1,295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1,413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-8%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1,462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9.2%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1,679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-13%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1,863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8.8%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1,648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+13%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1,269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11.6%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1,701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-25%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6,983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680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9.7%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7,701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-9%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1,500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+1,323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Cover Me Insurance Agency Of Nj, Inc.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658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+156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Commercial Trucking Insurance Agency 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541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25.7%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-585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Specialty Coverage Insurance Agency, L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518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11.4%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-14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513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6.6%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-42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Streetsmart Risk Managers Inc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353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-164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Cornerstone Insurance Services Inc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327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-89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Get Logan Inc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274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+220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Velocity Insurance Multiservices Llc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268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19.0%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+161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Statewide Risk Management I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-67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Rpk Professional Group Llc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194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Tamarez Group Inc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177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+74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Partlow Insurance Agency Inc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-47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Executive Insurance Group Llc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+70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Insurnet Insurance Agency LLC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13.9%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+8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Great Agency Inc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-181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Christopher Hayes  |  45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$9,788,239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$2,867,727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$498,689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$-1,317,535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1,668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1,253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287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17.2%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$8,041,476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$2,118,461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$509,155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$-1,137,238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1,891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1,375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271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$9,367,376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$2,853,344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$675,775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$-2,083,943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2,071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1,427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305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14.7%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$9,478,757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$2,587,873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$606,274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$-1,789,801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2,104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1,546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278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13.2%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$5,049,711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$1,941,715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$437,528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$-794,009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1,348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1,004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165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12.2%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$41,725,558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$12,369,120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$2,727,421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$-7,122,527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9,082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6,605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1,306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14.4%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Christopher Hayes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$238,538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4.4%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$148,492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Cover Me Insurance Agency of NJ, Inc.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$1,650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Executive Insurance Group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$38,234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$20,898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CDL Associates Insurance Agency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Velocity Insurance Multiservices LLC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$15,577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Cornerstone Insurance Services Inc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Rpk Professional Group LLC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CA, CO, LA, MD, MO, PA, TX, VA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Christopher Hayes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1,042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$40,169,971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Commercial Trucking Insurance Agency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69.8%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$14,781,540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17.3%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$1,304,322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Get Logan Inc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23.0%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$2,634,609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Rpk Professional Group LLC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27.8%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$3,201,353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27.7%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$1,425,673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Diamante Insurance Brokerage Inc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39.0%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$2,198,922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Statewide Risk Management I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21.2%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$521,934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Streetsmart Risk Managers Inc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$63,256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582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(56%)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327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(31%)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(12%)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33.5%  ·  Declined: 160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Christopher Hayes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7913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713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9.0%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David Rodriguez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1476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Gurashish Bedi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Commercial Trucking Insurance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541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25.7%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Michael Poller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Cover Me Insurance Agency Of 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450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Scott Procops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Specialty Coverage Insurance 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414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Jason Seeger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385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Nicole Keller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Cornerstone Insurance Services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302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Jake Ferrara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Streetsmart Risk Managers Inc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282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Zebo Karim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Get Logan Inc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274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Jesus Peralta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Cover Me Insurance Agency Of 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13.5%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Aileen Ogaldez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Velocity Insurance Multiservic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19.1%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SALMAN ARZU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Statewide Risk Management I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Roman Kovinatsky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Rpk Professional Group Llc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Ramon Tamarez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Tamarez Group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Philip Goldberg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Executive Insurance Group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Samer Alzayed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Insurnet Insurance Agency LLC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13.9%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DMITRY ZHERNOVSKY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Great Agency Inc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Sergio Bolanos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Bolanos Commercial Enterprise,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13.0%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Freddie Tabares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One Stop Insurance Agency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Jordan Curmi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Justin Angle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Angle Associates Llc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Trevor Murgio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Specialty Coverage Insurance A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Pavneet Singh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Sammy Brokerage Inc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irina rozenblum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Diamante Insurance Brokerage I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12.8%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Clara Wojtuszkiewicz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Kai Strategic Insurance Partne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Danielle Moore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Legacy Insurance Solutions Llc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Teresa Sanchez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OMEGA INSURANCE AGENCY LLC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8.8%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Gurpreet Singh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Truczone Insurance Agency Llc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16.1%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Igor Sekuloski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Insurox Group, Inc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ZHIBEK MARALOVA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My General Agent Inc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12.7%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Victor Lange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CDL Associates Insurance Agenc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XIOMARA CEDENO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Velocity Insurance Multiservic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24.5%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David Partlow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Partlow Insurance Agency Inc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Gus Campisano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The Hilb Group of New Jersey, 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Shannon Lair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CDL Associates Insurance Agenc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Hanadi Tubal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Njh Agency Llc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Alba Ruiz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 Insurance Professionals LLC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31.1%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31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Commercial Trucking Insurance Agency LLC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$3,964,009  |  Subs 541  |  Binds 139  |  HR 25.7%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25.7% (portfolio avg: 9.0%)  |  $3,964,009 YTD GWP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$3,334,034  |  Subs 1500  |  Binds 110  |  HR 7.3%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$3,334,034 YTD GWP  |  110 binds in Q1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Velocity Insurance Multiservices Llc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$1,973,096  |  Subs 268  |  Binds 51  |  HR 19.0%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19.0% (portfolio avg: 9.0%)  |  $1,973,096 YTD GWP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Specialty Coverage Insurance Agency, LLC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$1,035,918  |  Subs 518  |  Binds 59  |  HR 11.4%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11.4% (portfolio avg: 9.0%)  |  $1,035,918 YTD GWP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Cover Me Insurance Agency Of Nj, Inc.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$749,652  |  Subs 658  |  Binds 50  |  HR 7.6%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$749,652 YTD GWP  |  50 binds in Q1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Cornerstone Insurance Services Inc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$20,388  |  Subs 327  |  Binds 11  |  HR 3.4%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1142% of new business ($203,053 vs $17,780)  |  Submissions dropped 71% MoM (94 -&gt; 27)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Legacy Insurance Solutions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$80,746  |  Subs 60  |  Binds 6  |  HR 10.0%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616% of new business ($168,970 vs $27,450)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Rpk Professional Group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$129,071  |  Subs 194  |  Binds 3  |  HR 1.5%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1.5% on 194 subs  |  Cancellations are 251% of new business ($289,370 vs $115,496)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One Stop Insurance Agency LLC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$40,445  |  Subs 128  |  Binds 4  |  HR 3.1%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378% of new business ($57,376 vs $15,160)  |  Submissions dropped 69% MoM (45 -&gt; 14)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YZ Financial Services and Insurance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$44,175  |  Subs 26  |  Binds 2  |  HR 7.7%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372% of new business ($117,995 vs $31,735)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Agencies I Appointed — Christopher Hayes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OKR 4 progress  |  Q2 goal: 4 new producing agencies  |  Source: HubSpot Net New Agency / Activated Won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59E0B"/>
                </a:solidFill>
                <a:latin typeface="Segoe UI"/>
              </a:defRPr>
            </a:pPr>
            <a:r>
              <a:t>2 of 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Q2 OKR 4 PROGRESS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0/4 appointed agencies have submitted (0%)  •  0/4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All Fronts Insurance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Insurance Brokers of Maryland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2026-04-16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Crotty Insurance Agency Inc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2026-04-16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384962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Seubert &amp; Associates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0" y="384962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2026-02-19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5488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3560" y="384962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0372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OKR 4 source: HubSpot Net New Agency Prospect Pipeline · Activated Won stage · only 'Appointed - ' prefix deals count (matches BD Rep Scoreboard). BDMs scored on count vs goal of 4/quarter.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Christopher Hayes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(Commercial Trucking Insur, Dnis Inc., Velocity Insurance Multis) drive $9,271,140 (51%)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V Insurance Professi (31.1%), Commercial Trucking  (25.7%), Maximus Insurance Br (25.0%)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7,913 total submissions across 45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Rpk Professional Gro (1.5%), Insurox Group, Inc (1.7%), CDL Associates Insur (2.9%)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Diversify Revenue Base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Top 3 agencies drive 51% of premium. Develop mid-tier: Specialty Coverage Insura, Safer Haul Inc, Get Logan Inc. Target 25-50% growth each.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24 agencies with cancellations &gt;40% of new biz: Commercial Trucking Insur, Safer Haul Inc, Cover Me Insurance Agency. $5,101,778 total cancellations - investigate retention.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Scale Top Performers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Double down on high-converting agencies: Commercial Trucking Insur, Dnis Inc., Velocity Insurance Multis. Increase submission volume 20% through marketing support and referral incentives.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11 agencies with 30+ subs and some binds but &lt;5% HR: Streetsmart Risk Man (353s/13b), Cornerstone Insuranc (327s/11b), Get Logan Inc (274s/12b). Small HR improvements on large volume = significant premium lift.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Protect Renewal Book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$2,727,421 in Q1 renewal premium. Proactively engage renewal agencies 60 days pre-expiration to maximize retention.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Christopher Hayes  |  Last 25 Bound Submissions  |  713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257599425262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Agen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ACE FREIGHTWAY INC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Gurashish Bedi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$232,330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252932534865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Specialty Coverage Insurance Agenc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CORDERO LOGISTICS LLC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Scott Procops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$25,563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259872379081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Specialty Coverage Insurance Agenc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EVANS CORE SOLUTIONS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Scott Procops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$1,499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265696661362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Specialty Coverage Insurance Agenc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J&amp;J ON THE WAY LLC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Scott Procops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$19,847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259268583931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Cover Me Insurance Agency Of Nj, I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MOORE TRUCKING SERVICES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Michael Poller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$12,533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263623615583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JBM CARGO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David Rodriguez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$22,208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262937628866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Executive Insurance Group Llc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DAF TRUCKING LLC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Philip Goldberg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$41,233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253186059622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My General Agent Inc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TSE LOGISTICS INC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ZHIBEK MARALOVA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$23,215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254847859166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CDL Associates Insurance Agency LL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NILE LOGISTICS INC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Victor Lange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$32,587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258255865248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Diamante Insurance Brokerage Inc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VIP SHIPPING SOLUTIONS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irina rozenblum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$42,250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252867846901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Merit Insurance Services,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SELLERS TRANSPORT SERVICES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Laura Marcheski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$31,919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251636073283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Truczone Insurance Agency Llc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SANGHA CARRIER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Gurpreet Singh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$33,696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255388718933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Agen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JSS TRANSKING INC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Gurashish Bedi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$41,792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258912949173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Agen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BEDI LOGISTICS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Gurashish Bedi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$73,811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267300543369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Agen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BEDI LOGISTICS LLC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Gurashish Bedi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$88,005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263562932095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Agen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ANAND TRANSPORT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Gurashish Bedi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$21,788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256852449357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GOLDEN MILES CARRIERS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Jordan Curmi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$81,245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260336400849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FATHER AND SONS TRUCKING LLC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Jordan Curmi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$26,701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255499078556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Specialty Coverage Insurance Agenc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KING EMPIRE CORPORATION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Scott Procops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$12,811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260138935184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Specialty Coverage Insurance Agenc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SR LINE LOGISTICS LLC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Scott Procops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$20,674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265354808748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 &amp; P FL SERVICES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David Rodriguez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$45,903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267150407316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Velocity Insurance Multiservices L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BIBI EXPRESS INC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XIOMARA CEDENO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$60,645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262684255947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Cavallino Risk Management Inc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NBA GENERAL CORPORATION INC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Ronald Hambrecht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$12,226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262927373238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Cavallino Risk Management Inc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JP ROBERTS TRUCKING LLC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Maria Theresa Primiani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$3,112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258836019459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Diamante Insurance Brokerage Inc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MOREL &amp; SONS TRANSPORTATION LLC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irina rozenblum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$60,453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$1,068,046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Christopher Hayes  |  Active in-force policies expiring through Aug 18,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$2,575,128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Velocity Insurance Multiservic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254133238474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LUCKI FREIGHT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$14,023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The Hilb Group of New Jersey, 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252470106899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TERRA FREIGHT LINES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$21,560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Great Agency Inc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258556893176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ELEVEN AUTO TRANSPORT CORP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$11,015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Cover Me Insurance Agency Of 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251107257902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FISHER EXPRESS TRUCKING LLC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257786309131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AHR TRANSPORT CORP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$32,338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Rpk Professional Group Llc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258640872707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E-Z MOVERS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$20,639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Specialty Coverage Insurance A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252223848477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GREEN HORIZON TRANSPORTATION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$3,794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The Hilb Group of New Jersey, 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255491216589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Xander Enterprise LLC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2026-05-23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NTL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CT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Streetsmart Risk Managers Inc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253552567773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REVIVE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$13,563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Partlow Insurance Agency Inc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258965332197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ASSEGIE TRUCKING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$1,012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Partlow Insurance Agency Inc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253302581561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HAWA LOGISTICS LLC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$1,012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Cornerstone Agency Services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253629531143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GUARANTEED CARRIERS LLC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2026-05-27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NC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252954331889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MALWA TRANSPORTATION INC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2026-05-27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$3,737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202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Christopher Hayes  |  Policies with cancellation_date on or before Aug 18,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59669"/>
                </a:solidFill>
                <a:latin typeface="Segoe UI"/>
              </a:defRPr>
            </a:pPr>
            <a:r>
              <a:t>No pending cancellations in the next 90 days for this book. 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0 of 0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Commercial Trucking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NJ  |  City: Sayreville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$3,964,009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$1,011,491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$1,792,841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$1,159,678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$-1,576,680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$13,030,311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$11,186,340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$1,553,557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$3,066,647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$926,740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$174,111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$373,806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$378,824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$-321,911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$838,984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$211,094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$357,916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$269,974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$-341,788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$880,757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$196,942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$374,286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$309,529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$-436,578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$860,554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$260,354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$403,491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$196,709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$-423,082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$456,974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$168,990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$283,342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$4,642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$-53,323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$3,964,009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$1,011,491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$1,792,841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$1,159,678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$-1,576,680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541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501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785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$927K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$988K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$839K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$1.4M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$881K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$1.1M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$861K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$1.5M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$457K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$5.8M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$4.0M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$3,964,009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$1,011,491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156% of new business ($1,576,680)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$1,011,491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$1,576,680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KY  |  City: Louisville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$3,334,034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$2,952,286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$381,748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$-696,397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$812,791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$4,100,948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342%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$350,564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$2,024,180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$309,420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$268,873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$40,547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$-58,465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$385,999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$351,246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$34,753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$-63,926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$1,070,919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$949,793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$121,126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$-178,588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$848,606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$702,314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$146,292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$-262,852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$719,090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$680,061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$39,029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$-132,566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$3,334,034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$2,952,286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$381,748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$-696,397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443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1500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1420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1643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$309K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$386K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$1.1M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$379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$849K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$719K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$3.3M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$3,334,034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$2,952,286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$2,952,286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Velocity Insurance Multiservices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NJ  |  City: North Bergen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$1,973,096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$2,225,589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$13,759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$-266,252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$-674,944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$1,640,288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$3,145,679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$1,280,965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$1,234,267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$1,205,301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$28,966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$-49,950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$468,255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$428,031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$40,224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$-66,282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$124,159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$304,031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$-179,871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$-228,044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$192,478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$182,781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$13,759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$-4,062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$-199,310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$-46,063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$105,446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$-151,509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$-131,358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$1,973,096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$2,225,589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$13,759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$-266,252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$-674,944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$1.2M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$468K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$-46,063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$2.0M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$1,973,096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$2,225,589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124%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$2,225,589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$674,944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Specialty Coverage Insurance Agency,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CT  |  City: Mystic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$1,035,918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$799,784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$149,347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$86,786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$-253,306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$3,498,767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$2,959,779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$65,908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$890,746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$175,369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$158,417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$16,952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$-55,174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$166,559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$88,736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$76,671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$1,151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$-10,426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$244,482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$184,345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$31,145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$28,992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$-61,907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$339,087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$258,451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$40,980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$39,656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$-59,540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$110,420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$109,835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$-66,259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$1,035,918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$799,784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$149,347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$86,786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$-253,306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518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501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532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630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$244K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$339K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$1.6M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$1.0M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$1,035,918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$799,784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67%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$799,784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$253,306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DE  |  City: Claymont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$814,712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$438,499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$27,017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$349,195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$-540,799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$1,436,230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$1,902,302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$81,245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$485,840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$169,912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$85,067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$84,845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$-102,689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$170,446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$160,734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$9,712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$-2,149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$228,897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$90,924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$16,253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$121,720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$-178,737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$191,762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$70,373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$3,007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$118,383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$-144,221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$53,694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$31,401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$7,758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$14,536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$-113,003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$814,712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$438,499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$27,017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$349,195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$-540,799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513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492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555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575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$170K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$170K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$229K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$349K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$815K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$814,712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$438,499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123% of new business ($540,799)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72%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$438,499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$540,799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Get Logan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PA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$787,333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$573,246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$214,087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$-308,941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$498,086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$1,263,119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132%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$409,255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$275,079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$195,089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$140,631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$54,458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$-126,804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$123,048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$57,013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$66,034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$-74,435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$163,699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$130,400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$33,299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$-81,763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$266,129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$224,870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$41,259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$-25,939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$39,368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$20,332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$19,036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$787,333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$573,246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$214,087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$-308,941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$787K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$787,333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$573,246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54% of new business ($308,941)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85%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$573,246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$308,941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Cover Me Insurance Agency Of Nj,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Linden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$749,652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$569,738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$17,594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$162,321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$-509,467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$2,245,198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$2,444,514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$3,796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$682,418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$176,227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$152,273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$23,953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$-101,712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$91,831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$79,631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$12,200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$-55,985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$258,467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$204,288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$54,179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$-144,457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$152,883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$70,581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$82,303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$-179,730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$70,244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$62,965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$17,594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$-10,314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$-27,583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$749,652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$569,738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$17,594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$162,321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$-509,467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658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642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502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709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$258K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$550K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$750K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$749,652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$569,738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89% of new business ($509,467)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54%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$569,738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$509,467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Statewide Risk Management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Hauppauge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$502,135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$251,327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$109,746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$141,062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$-136,979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$840,097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$967,950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$49,622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$293,994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$38,330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$12,384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$25,946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$-4,335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$122,291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$96,375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$25,917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$-53,794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$50,253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$49,147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$1,106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$177,632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$43,799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$14,172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$119,661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$-78,849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$113,629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$49,622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$69,628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$-5,621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$502,135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$251,327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$109,746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$141,062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$-136,979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$178K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$374K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$502K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$502,135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$251,327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55% of new business ($136,979)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59 to 21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$251,327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$136,979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Executive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VA  |  City: Fairfax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$334,087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$296,384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$37,703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$-137,388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$523,801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$620,814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$192,681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$60,268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$38,905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$21,363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$-35,229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$55,132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$39,380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$15,751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$-41,517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$157,381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$154,614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$2,767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$-36,718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$-783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$61,569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$63,485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$-1,915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$-23,141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$334,087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$296,384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$37,703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$-137,388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$157K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$-264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$334,087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$296,384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46% of new business ($137,388)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$296,384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$137,388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Insurnet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KY  |  City: Louisville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$291,216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$217,183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$74,034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$-143,819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$423,425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$558,805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$9,470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$184,596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$51,428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$36,809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$14,619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$-1,758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$107,008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$107,900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$-892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$67,912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$24,658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$43,254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$-61,218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$61,625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$39,000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$22,625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$-78,199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$3,243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$8,816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$-5,573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$-2,644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$291,216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$217,183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$74,034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$-143,819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$-203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$291K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$291,216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$217,183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66% of new business ($143,819)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95%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$217,183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$143,819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Partlow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Virginia  |  City: Winchester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$283,443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$206,186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$52,907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$24,350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$-17,654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$842,178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$754,463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$142,910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$193,525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$21,145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$19,979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$1,167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$107,655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$106,870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$785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$68,917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$44,528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$23,277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$1,112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$10,624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$10,624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$-17,654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$75,103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$34,809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$29,631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$10,663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$283,443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$206,186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$52,907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$24,350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$-17,654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$371K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$283K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$283,443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$206,186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$206,186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$52,907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Insurox Group,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Garfield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$273,967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$275,035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$-1,068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$-18,333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$525,650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$517,728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$275,035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$-1,068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$-1,068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$-4,713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$-906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$-12,714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$275,035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$275,035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$273,967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$275,035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$-1,068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$-18,333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$-1,068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$275K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$282K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$273,967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$275,035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1.7% hit ratio on 59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(59 subs, only 1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$275,035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Diamante Insurance Brokerage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Grand Prairie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$270,938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$176,578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$42,345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$52,015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$-34,512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$716,025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$785,198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$243,037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$160,415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$6,230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$5,680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$-26,183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$15,457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$19,677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$-4,220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$55,199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$3,229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$42,345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$9,625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$-8,329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$172,488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$153,122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$19,365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$21,564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$21,564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$270,938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$176,578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$42,345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$52,015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$-34,512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$172K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$270,938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$176,578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87%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$176,578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Streetsmart Risk Managers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New Jersey  |  City: Freehold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$260,293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$226,902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$10,152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$23,239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$-70,918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$1,382,794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$1,044,629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$389,904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$29,295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$51,459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$-22,164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$-26,198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$70,734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$50,157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$20,577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$-25,407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$21,955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$21,955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$-9,438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$26,299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$13,687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$10,152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$2,459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$-9,875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$112,010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$111,599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$260,293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$226,902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$10,152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$23,239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$-70,918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517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$598K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$260,293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$226,902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111 to 49 MoM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$226,902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$70,918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 Insurance Professionals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$231,384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$95,646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$76,355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$59,383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$-133,203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$794,732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$468,583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$52,136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$192,851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$60,076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$42,760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$17,315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$-60,447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$28,499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$3,537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$13,821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$11,141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$62,077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$42,670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$19,407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$-62,077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$69,265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$49,439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$19,774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$11,468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$11,468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$-10,678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$231,384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$95,646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$76,355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$59,383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$-133,203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$558K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$231,384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$95,646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139% of new business ($133,203)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83%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$95,646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$133,203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CDL Associates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Northville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$215,060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$213,450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$1,611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$-27,281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$243,131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$368,296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$86,401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$161,794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$161,794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$30,859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$30,859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$22,407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$20,796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$1,611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$-8,483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$-18,798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$215,060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$213,450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$1,611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$-27,281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$-192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$215K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$215,060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$213,450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2.9% hit ratio on 105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(105 subs, only 3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$213,450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My General Agent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Brooklyn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$208,259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$122,721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$85,537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$-2,016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$317,777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$407,147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$165,010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$46,674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$17,778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$28,896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$75,560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$25,782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$49,777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$39,246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$18,887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$20,359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$13,686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$34,332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$-20,646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$-1,546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$33,093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$25,942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$7,151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$208,259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$122,721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$85,537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$-2,016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$208,259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$122,721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$122,721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Maximus Insurance Brokerage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Brooklyn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$205,339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$140,726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$28,280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$36,332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$-46,808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$430,105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$488,202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$176,824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$137,052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$13,170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$13,170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$41,509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$19,180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$22,330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$-21,615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$75,605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$75,761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$-3,807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$72,317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$45,786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$28,280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$-1,748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$-21,386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$2,736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$2,736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$205,339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$140,726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$28,280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$36,332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$-46,808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$205,339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$140,726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96%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$140,726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$46,808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Kai Strategic Insurance Partners Llc Dba Strategic Insurance Partners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Nutley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$194,691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$168,835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$9,400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$16,456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$-56,841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$373,823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$430,651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$123,039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$17,333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$17,333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$18,977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$18,977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$-14,068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$62,812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$54,289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$9,400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$-878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$66,966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$66,966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$-16,585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$28,602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$28,602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$-26,187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$194,691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$168,835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$9,400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$16,456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$-56,841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$194,691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$168,835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57%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$168,835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$56,841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Truczone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Burlington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$190,765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$161,601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$12,163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$17,000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$-23,747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$323,654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$462,359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$179,322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$229,540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$1,051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$1,051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$19,077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$12,163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$6,914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$62,695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$62,841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$-2,760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$69,001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$62,785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$6,216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$-20,988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$38,941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$35,975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$2,966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$190,765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$161,601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$12,163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$17,000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$-23,747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$-1,185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$-172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$190,765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$161,601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$161,601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Cornerstone Agency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PA  |  City: Lancaster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$182,538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$114,224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$41,532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$26,782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$-144,429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$378,175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$321,375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$167,511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$61,864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$35,648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$11,108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$15,108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$-15,418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$12,698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$11,561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$60,267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$29,843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$30,423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$-56,472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$38,714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$37,173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$1,541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$-12,379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$8,995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$8,995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$-59,837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$182,538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$114,224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$41,532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$26,782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$-144,429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$182,538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$114,224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126% of new business ($144,429)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77%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$114,224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$144,429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Sammy Brokerage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Astoria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$177,241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$127,294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$19,748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$30,198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$-73,817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$269,001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$268,346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$46,181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$152,388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$77,524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$77,524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$-37,836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$10,216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$10,216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$33,936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$33,936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$-35,981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$34,522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$28,728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$19,748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$-13,954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$21,043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$21,043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$177,241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$127,294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$19,748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$30,198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$-73,817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$-11,888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$-257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$177,241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$127,294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58% of new business ($73,817)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$127,294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$73,817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OMEGA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Clark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$170,995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$85,433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$85,562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$-70,222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$309,728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$367,336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$104,880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$37,200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$37,200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$-36,593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$33,629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$33,629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$-33,629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$44,287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$36,353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$7,934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$49,393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$49,079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$6,485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$6,485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$170,995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$85,433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$85,562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$-70,222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$269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$170,995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$85,433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82% of new business ($70,222)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87%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$85,433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$70,222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Tamarez Group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PA  |  City: Philadelphia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$166,069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$98,131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$27,652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$40,286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$-152,584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$861,891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$959,320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$199,373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$30,437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$17,740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$12,697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$-23,024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$30,600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$27,652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$2,948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$-35,018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$86,474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$64,892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$21,582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$-21,095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$18,573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$15,499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$3,074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$-51,601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$-21,846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$166,069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$98,131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$27,652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$40,286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$-152,584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$-7,923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$-12,614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$-14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$166,069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$98,131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155% of new business ($152,584)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$98,131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$152,584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Bolanos Commercial Enterprise,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MD  |  City: Frederick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$134,803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$89,017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$39,690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$6,096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$-110,906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$1,014,499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$657,439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$67,449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$137,231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$44,214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$32,156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$19,029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$-6,971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$-15,459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$45,755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$47,125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$2,475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$-3,845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$-22,818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$11,568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$11,568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$-34,637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$37,861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$9,737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$18,186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$9,939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$-37,991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$-4,595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$-4,595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$134,803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$89,017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$39,690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$6,096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$-110,906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$-4,595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$492K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$134,803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$89,017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125% of new business ($110,906)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112%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$89,017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$110,906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Angle Associates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PA  |  City: Philadelphia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$129,294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$103,624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$25,670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$-47,185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$126,954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$256,248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85%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$62,020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$22,973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$18,162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$4,810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$-16,356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$54,997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$35,433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$19,564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$1,295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$1,295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$26,136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$26,136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$-680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$23,894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$23,894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$-30,149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$129,294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$103,624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$25,670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$-47,185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$129,294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$103,624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46% of new business ($47,185)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$103,624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$47,185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Rpk Professional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NY  |  City: Brooklyn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$129,071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$115,496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$18,457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$-4,882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$-289,370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$1,332,358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$903,409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$84,459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$10,739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$43,526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$-32,787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$-15,404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$119,469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$71,970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$18,457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$29,041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$-18,457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$-23,474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$-23,474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$-165,549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$23,527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$23,527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$-50,677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$-1,189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$-1,189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$-39,283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$129,071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$115,496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$18,457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$-4,882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$-289,370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$119K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$-23,474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$-1,189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$558K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$129,071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$115,496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1.5% hit ratio on 194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251% of new business ($289,370)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(194 subs, only 3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$115,496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Anthony DeBellis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Hackensack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$114,979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$35,480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$51,211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$28,287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$-64,003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$518,680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$337,221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$66,362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$27,235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$16,924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$4,864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$12,060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$-13,196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$16,582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$16,606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$-885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$62,665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$14,010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$46,146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$2,509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$-49,922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$13,743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$13,743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$5,066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$5,066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$114,979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$35,480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$51,211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$28,287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$-64,003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$296K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$114,979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$35,480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180% of new business ($64,003)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63%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$35,480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$64,003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Hilb Group of New Jersey,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$107,571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$106,541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$1,030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$-16,592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$161,901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$228,478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$81,021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$41,481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$41,481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$-16,592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$66,301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$65,061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$1,240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$107,571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$106,541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$1,030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$-16,592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$-210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$107,571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$106,541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$106,541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Great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Brooklyn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$87,734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$24,467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$49,617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$13,651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$-22,858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$351,379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$181,770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$135,114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$69,860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$37,649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$24,467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$13,182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$33,956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$33,625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$-22,858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$15,992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$15,992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$87,734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$24,467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$49,617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$13,651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$-22,858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$138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$87,734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$24,467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93% of new business ($22,858)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53%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$24,467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$22,858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Namarta Tirath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PA  |  City: Upper Darby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$81,474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$59,108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$22,366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$-39,714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$379,856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$337,302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$48,872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$17,866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$16,913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$953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$22,719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$22,699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$40,889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$19,497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$21,393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$-21,393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$-18,321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$81,474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$59,108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$22,366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$-39,714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$81,474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$59,108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67% of new business ($39,714)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$59,108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$39,714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Legacy Insurance Solutions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VA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$80,746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$27,450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$53,296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$-168,970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$670,132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$651,043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$37,812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$24,288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$65,291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$27,450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$37,841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$-35,227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$-35,289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$9,931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$9,931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$-85,711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$1,148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$1,148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$-8,367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$4,376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$4,376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$-4,376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$80,746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$27,450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$53,296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$-168,970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$80,746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$27,450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616% of new business ($168,970)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$27,450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$168,970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Jezaj Enterprise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VA  |  City: Fairfax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$73,604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$76,867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$-3,262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$-21,392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$189,370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$262,974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$26,616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$21,714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$24,549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$-2,835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$-20,850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$51,768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$51,768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$-542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$73,604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$76,867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$-3,262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$-21,392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$-427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$73,604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$76,867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$76,867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ASAP Insurance Brokerage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Melville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$72,036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$72,222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$-23,042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$194,438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$103,067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$33,365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$25,853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$26,039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$46,184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$46,184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$-23,042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$72,036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$72,222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$-186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$-23,042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$72,036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$72,222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$72,222 in renewals shows they trust our product. Ask: "What's holding back new submissions?" They may need updated appetite info or a refresher on our quoting process.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Merit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Marlton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$57,169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$53,623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$3,546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$-6,027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$345,672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$155,345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$20,424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$100,864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$-2,538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$-2,538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$53,692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$53,623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$6,027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$6,027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$-6,027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$57,169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$53,623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$3,546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$-6,027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$-12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$-2,538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$57,169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$53,623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89%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$53,623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YZ Financial Services and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Melville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$44,175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$31,735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$12,439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$-117,995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$189,833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$227,872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$29,857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$17,581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$12,276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$-88,700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$-15,606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$14,317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$14,154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$-13,689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$44,175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$31,735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$12,439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$-117,995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$44,175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$31,735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372% of new business ($117,995)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$31,735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$117,995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One Stop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Edgewater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$40,445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$25,285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$-57,376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$391,385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$313,656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$104,470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$18,817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$15,160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$3,657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$-14,666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$894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$894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$20,734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$20,734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$-38,975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$-3,736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$40,445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$15,160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$25,285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$-57,376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$894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$40,445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$15,160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378% of new business ($57,376)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$15,160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$57,376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Cavallino Risk Management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Huntington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$36,930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$26,979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$9,951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$-28,385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$388,331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$248,272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$12,226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$68,501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$18,430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$7,548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$10,882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$-7,977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$-7,977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$-28,385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$11,038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$11,038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$12,406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$17,505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$-5,099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$3,032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$1,926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$1,106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$36,930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$26,979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$9,951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$-28,385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$-7,977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$36,930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$26,979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105% of new business ($28,385)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76%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$26,979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$28,385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My Compass Group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New York  |  City: Bohemia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$34,883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$34,940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$-23,156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$513,043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$155,441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$22,363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$34,940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$34,940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$-21,106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$-2,051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$34,883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$34,940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$-23,156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$-56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$392K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$34,883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$34,940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Source One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MD  |  City: Glen Burnie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$34,484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$28,642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$5,842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$-7,780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$230,065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$86,688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$24,446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$-3,997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$9,168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$9,168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$22,229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$18,924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$3,305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$-3,305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$2,537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$2,537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$34,484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$28,642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$5,842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$-7,780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$34,484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$28,642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89%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$28,642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Cornerstone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Lincoln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$20,388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$17,780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$7,969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$-5,361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$-203,053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$1,353,382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$893,695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$107,645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$227,914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$-2,844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$4,025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$-6,869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$-26,090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$-1,699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$-1,699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$-167,362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$-2,601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$3,236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$3,236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$-7,000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$21,724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$13,755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$7,969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$20,388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$17,780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$7,969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$-5,361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$-203,053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416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$-2,844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$-1,699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$-30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$480K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$20,388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$17,780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1142% of new business ($203,053)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94 to 27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$17,780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$203,053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Njh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Clifton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$10,401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$8,862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$-23,636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$134,101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$46,731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$2,750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$6,112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$5,500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$5,500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$-23,209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$2,089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$2,262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$2,262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$10,401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$8,862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$-23,636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$10,401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$8,862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267% of new business ($23,636)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$8,862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$23,636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Elmsford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$7,910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$7,910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$378,766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$141,020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$240,669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$8,722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$8,722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$-460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$-460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$7,910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$7,910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$-293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$-321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$-460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$-31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$7,910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10.0%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Dorfman Organization, Ltd.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Brooklyn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$3,701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$21,377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$-17,675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$501,611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$479,794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$308,047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$7,728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$7,728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$14,097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$21,377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$-7,279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$-18,124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$-18,124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$3,701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$21,377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$-17,675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$-18,124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$3,701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$21,377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229%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Prestige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Virginia  |  City: Sterling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$-9,291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$-9,291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$192,903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$161,139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$45,210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$-6,780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$-6,780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$-2,511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$-2,511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$-9,291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$-9,291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$-6,780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$-3,919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$-2,511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$-9,291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10.0% hit ratio - above average conversion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($-9,291) - cancellations exceed production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