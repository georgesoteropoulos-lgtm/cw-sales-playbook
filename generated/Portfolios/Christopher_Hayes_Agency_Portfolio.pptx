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$18,109,682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$12,369,120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$2,727,421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$3,013,141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$-7,122,527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$43,622,486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$4,673,134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$12,903,061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$3,964,009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$1,011,491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$3,334,034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$2,952,286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$1,973,096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$2,225,589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$799,784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$814,712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$438,499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$787,333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$283,443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$9,785,419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$8,026,405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$9,294,590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$9,314,756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$5,082,119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$1,941,715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$18,109,682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$12,369,120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7839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365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6908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1,173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6,908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1,480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-588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$9,785,419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$8,026,405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$9,294,590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$9,314,756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$-1,789,801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$5,082,119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$1,941,715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$437,528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$-794,009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1,247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$41,503,289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$12,369,120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$2,727,421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$-7,122,527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8,981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6,524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1,296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$238,538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$148,492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$39,844,171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$14,549,210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$1,304,322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$1,344,428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$2,198,922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33.4%  ·  Declined: 159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$3,964,009  |  Subs 538  |  Binds 144  |  HR 26.8%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26.8% (portfolio avg: 9.1%)  |  $3,964,009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$3,334,034  |  Subs 1480  |  Binds 112  |  HR 7.6%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$3,334,034 YTD GWP  |  112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$1,973,096  |  Subs 266  |  Binds 54  |  HR 20.3%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20.3% (portfolio avg: 9.1%)  |  $1,973,096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$1,035,918  |  Subs 515  |  Binds 55  |  HR 10.7%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10.7% (portfolio avg: 9.1%)  |  $1,035,918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$749,652  |  Subs 657  |  Binds 49  |  HR 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$749,652 YTD GWP  |  49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324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74% MoM (94 -&gt; 24)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126  |  Binds 4  |  HR 3.2%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73% MoM (45 -&gt; 12)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$34,883  |  Subs 26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26 submissions with 0 binds - zero conversion  |  12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$129,071  |  Subs 193  |  Binds 4  |  HR 2.1%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2.1% on 193 subs  |  Cancellations are 251% of new business ($289,370 vs $115,496)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0/3 appointed agencies have submitted (0%)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$9,271,140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(31.1%), Commercial Trucking  (26.8%), Maximus Insurance Br (25.7%)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7,839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(26 subs): My Compass Group Inc (26)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(1.7%), CDL Associates Insur (1.9%), Rpk Professional Gro (2.1%)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$5,101,778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Streetsmart Risk Man (347s/14b), Cornerstone Insuranc (324s/11b), Statewide Risk Manag (195s/8b).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$2,727,421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714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$73,811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267300543369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263562932095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ANAND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260336400849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FATHER AND SONS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255499078556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 EMPIRE CORPORATION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260138935184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SR LINE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265354808748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P FL SERVICES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266914853292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TRANSPORTATION AND LOGISTI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$203,294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267150407316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BIBI EXPRESS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$60,645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258255865248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VIP SHIPPING SOLUTIONS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258836019459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MOREL &amp; SONS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$60,453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263883229111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DAMAN LOGISTICS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250551012993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RYDER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251709595512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MANN TRANSPORT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251032475978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KING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$125,856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253875357355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DPS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251214920169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FLASHBOX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268568589190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$15,819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258953618114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BAJWA07 TRANS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253868395090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BAROTA TRANSPORT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$40,398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258097841683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ALEXANDROU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256849508189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KEISER SONS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$28,362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268559648407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COLOMBIA PALLET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259688681785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CARRIER FORWARD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 Alvarez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$29,675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255549071911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 ENTERPRISES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Tamika Rose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$240,669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$1,345,082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$2,811,750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254632662967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HOLIS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257324603579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JOSEPH JAKONCZUK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259123937162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Dayonte McClary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255549071911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HARMON ENTERPRISES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$217,514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257293984409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DREAMS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252470106899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TERRA FREIGHT LINES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254133238474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LUCKI FREIGHT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258556893176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ELEVEN AUTO TRANSPORT CORP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251107257902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FISHER EXPRESS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257786309131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AHR TRANSPORT CORP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258640872707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E-Z MOVERS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252223848477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 HORIZON TRANSPORTATION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255491216589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Xander Enterprise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$56,892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$56,892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262566506943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BLL TRUCKING SERVICE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$13,180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262566506943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BLL TRUCKING SERVICE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262566506943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BLL TRUCKING SERVICE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$3,964,009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$1,011,491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$-1,576,680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$11,186,340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$1,556,833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$3,126,184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$456,974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$-53,323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$3,964,009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$1,011,491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$1,159,678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$-1,576,680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$3,964,009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$1,011,491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156% of new business ($1,576,680)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$1,011,491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$1,576,680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$3,334,034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$2,952,286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$-696,397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$4,100,948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$2,082,008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$719,090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$680,061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$39,029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$-132,566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$3,334,034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$2,952,286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$381,748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$-696,397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$3,334,034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$2,952,286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$2,952,286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$1,973,096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$2,225,589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$-266,252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$3,145,679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$203,294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$-46,063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$1,973,096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$2,225,589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$-266,252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$-46,063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$1,973,096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$2,225,589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$2,225,589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$674,944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$799,784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$2,959,779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$817,425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$110,420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$109,835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$1,035,918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$799,784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$86,786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$1,035,918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$799,784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$799,784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$438,499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$1,902,302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$814,712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$438,499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$814,712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$438,499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123%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$438,499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$787,333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$-308,941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$787,333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$-308,941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$787,333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($308,941)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$308,941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$660,792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$-509,467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($509,467)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$569,738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$509,467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$967,950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($136,979)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$620,814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$61,569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$-137,388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($137,388)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$137,388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($143,819)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$143,819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$754,463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$75,103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$283,443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$283,443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$270,938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$270,938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$411,610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111 to 42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$33,093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$208,259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$85,537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$208,259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$205,339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$140,726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$140,726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$46,808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$182,538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$321,375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$182,538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$-144,429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$182,538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126% of new business ($144,429)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$144,429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$6,485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$170,995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$85,433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$85,562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$85,433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($70,222)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$85,433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$-30,149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$129,294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($47,185)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$903,409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193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(193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($64,003)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$64,003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$107,571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$107,571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$-3,262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$57,169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(107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$9,951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$26,979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$26,979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$34,484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$34,484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$28,642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$240,669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$7,910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$308,047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