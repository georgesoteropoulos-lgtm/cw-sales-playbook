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$18,760,944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$12,718,695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$3,012,108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$-7,326,009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$44,273,749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$5,065,446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$13,375,299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$4,013,852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$1,053,062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$3,485,566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$3,100,183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$2,043,378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$2,295,871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$1,044,437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$836,052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$459,809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$787,265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$289,319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$9,793,151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$8,321,416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$9,383,218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$9,428,117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$5,794,930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$2,291,289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$18,760,944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$12,718,695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7994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76.8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381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20.3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7065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7,065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+1,339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-583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$9,793,151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$8,321,416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$9,383,218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$9,428,117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$-1,789,801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$5,794,930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$2,291,289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$-997,492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1,441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$42,720,831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$12,718,695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$-7,326,009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9,175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6,670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$40,777,355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$14,888,624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$1,304,322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$2,354,409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33.6%  ·  Declined: 161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Hanadi Tubal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$4,013,852  |  Subs 543  |  Binds 144  |  HR 26.5%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26.5% (portfolio avg: 9.2%)  |  $4,013,852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$3,485,566  |  Subs 1516  |  Binds 116  |  HR 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$3,485,566 YTD GWP  |  116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$2,043,378  |  Subs 270  |  Binds 52  |  HR 19.3%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19.3% (portfolio avg: 9.2%)  |  $2,043,378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$1,044,437  |  Subs 526  |  Binds 60  |  HR 11.4%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11.4% (portfolio avg: 9.2%)  |  $1,044,437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$749,652  |  Subs 663  |  Binds 51  |  HR 7.7%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$749,652 YTD GWP  |  51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327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71% MoM (94 -&gt; 27)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6  |  HR 10.0%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128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378% of new business ($57,376 vs $15,160)  |  Submissions dropped 69% MoM (45 -&gt; 14)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196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196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0/4 appointed agencies have submitted (0%)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$9,542,797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(31.1%), Maximus Insurance Br (27.0%), Commercial Trucking  (26.5%)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7,994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(1.7%), Rpk Professional Gro (2.0%), CDL Associates Insur (2.8%)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$5,288,444 total cancellations - investigate retention.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(356s/12b), Cornerstone Insuranc (327s/11b), Get Logan Inc (281s/12b).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732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267166579195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RASINA TRUCKING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252296277535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DVS EXPRESS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$58,945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264774799798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BAROTA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258409608722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DEEP STAR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257456185771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EXPRESS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263559403302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269349331818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EAGLE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267046669460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RHODES TO GLORY TRANSPORTATION 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$18,232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265949553679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NACARTRUCKING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254026108709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ARYANA FREIGHT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Harwood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265669782624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 Lin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254797996008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 BROS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$107,084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257599425262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ACE FREIGHTWAY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$232,330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252932534865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CORDERO LOGISTICS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265696661362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ON THE WAY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259268583931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MOORE TRUCKING SERVICES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263623615583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JBM CARGO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269275129684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BRIEL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253186059622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TSE LOGISTICS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254847859166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Agency LL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NILE LOGISTICS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$32,587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258255865248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VIP SHIPPING SOLUTIONS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259237010444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FOREVER13 AZORIE REYNOLDS TRUCKI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ALI SYED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252867846901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SELLERS TRANSPORT SERVICES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Laura Marcheski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$31,919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251636073283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SANGHA CARRIER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$33,696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$903,761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$2,264,053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257786309131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AHR TRANSPORT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258640872707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E-Z MOVERS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252223848477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 HORIZON TRANSPORTATION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253552567773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REVIVE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255491216589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Xander Enterprise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258965332197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ASSEGIE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253302581561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HAWA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250989637595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NITYA FREIGHT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252954331889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MALWA TRANSPORTATION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253629531143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GUARANTEED CARRIERS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$15,583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$42,423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$42,423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262179532051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 HAULING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259464292868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CELER TRANS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267777747824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DELINA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259464292868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CELER TRANS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258375081236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SAVLAT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267777747824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DELINA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$3,972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258375081236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SAVLAT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$7,723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268062565957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GATEWAY INTERMODAL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259464292868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CELER TRANS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$5,772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254146649160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BENGALE TRUCK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$12,147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262179532051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 HAULING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18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$4,013,852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$1,053,062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$11,236,183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$1,650,908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$3,148,173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$210,562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$4,013,852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$1,053,062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$1,167,949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$-1,602,874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$4,013,852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$1,053,062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($1,602,874)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$1,053,062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$1,602,874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$3,485,566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$3,100,183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$385,383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$-713,214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$4,252,480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$2,162,065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$870,622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$827,958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$-149,382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$3,485,566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$3,100,183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$385,383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$-713,214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$3,485,566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$3,100,183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$3,100,183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$2,043,378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$-266,252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$3,215,961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$1,349,074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$175,728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$2,043,378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$2,295,871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$-266,252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$2,043,378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$2,295,871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$2,295,871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$1,044,437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$2,968,298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$891,296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$166,559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$110,385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$1,044,437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$800,334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$94,755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$1,044,437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$800,334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$800,334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$836,052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$459,809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$1,923,643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$52,710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$836,052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$459,809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$836,052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$459,809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118%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$459,809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$787,265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$1,263,051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$787,265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$214,019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$787,265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$712,449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$749,652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$569,738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$749,652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$569,738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($525,620)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$569,738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$-149,326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$967,950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$-149,326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($149,326)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$149,326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$209,977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$201,789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$291,216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$74,034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$-143,819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$291,216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($143,819)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$143,819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$289,319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$760,339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$80,978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$289,319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$206,186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$289,319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$206,186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$206,186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$-18,333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$271,689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$52,766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$271,689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$1,044,629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$111,599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$226,902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$226,902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111 to 53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$226,902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139% of new business ($133,203)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$133,203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$205,339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$140,726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$205,339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$140,726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$140,726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$46,808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$93,871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(196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$-53,635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$129,294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$-70,672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$129,294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68% of new business ($70,672)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$70,672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$81,474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$81,474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($39,714)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$44,616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$73,258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$73,258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$73,258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$-57,376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378% of new business ($57,376)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$57,376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$308,047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