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31,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$19,662,957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$13,445,266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$3,082,084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$3,135,607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$-7,683,228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$45,175,762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$4,216,075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$14,364,719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$4,257,165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$1,213,554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$1,832,274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$3,651,032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$3,233,599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$2,017,395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$2,340,403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$1,100,950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$839,040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$898,210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$39,527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$869,216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$673,994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$833,413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$621,895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$351,137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$313,124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$332,748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$248,281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$317,765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$284,374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$9,808,806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$8,341,051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$9,957,211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$9,655,765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$7,200,067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$3,017,860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1905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$19,662,957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$13,445,266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8376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74.4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423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451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21.1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7448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734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7,448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1,581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+1,404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-563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-138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$9,808,806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$8,341,051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$9,957,211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$-2,101,423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$9,655,765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$-1,795,029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$7,200,067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$3,017,860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$792,192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$-1,332,003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1,905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$44,962,899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$13,445,266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$3,082,084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$-7,683,228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9,638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7,036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1,399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$41,677,140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$15,239,641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$1,355,382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$1,487,416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$2,611,696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$622,090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618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32.8%  ·  Declined: 166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Source One Insurance Agency Ll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Mike Tierney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$4,257,165  |  Subs 563  |  Binds 153  |  HR 27.2%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27.2% (portfolio avg: 9.1%)  |  $4,257,165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$3,651,032  |  Subs 1581  |  Binds 120  |  HR 7.6%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$3,651,032 YTD GWP  |  120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$2,017,395  |  Subs 274  |  Binds 55  |  HR 20.1%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20.1% (portfolio avg: 9.1%)  |  $2,017,395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$1,100,950  |  Subs 553  |  Binds 57  |  HR 10.3%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10.3% (portfolio avg: 9.1%)  |  $1,100,950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$869,216  |  Subs 684  |  Binds 56  |  HR 8.2%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$869,216 YTD GWP  |  56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337  |  Binds 11  |  HR 3.3%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61% MoM (94 -&gt; 37)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5  |  HR 8.3%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132  |  Binds 4  |  HR 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389% of new business ($58,920 vs $15,160)  |  Submissions dropped 60% MoM (45 -&gt; 18)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$57,864  |  Subs 26  |  Binds 2  |  HR 7.7%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416% of new business ($132,149 vs $31,735)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207  |  Binds 5  |  HR 2.4%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2.4% on 207 subs  |  Cancellations are 251% of new business ($289,370 vs $115,496)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HGC Group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Kentucky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$9,925,591 (50%)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Maximus Insurance Br (28.9%), V Insurance Professi (27.7%), Commercial Trucking  (27.2%)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8,376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(5 subs): The Dorfman Organiza (5)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(1.5%), Rpk Professional Gro (2.4%), Merit Insurance Serv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50% of premium. Develop mid-tier: Specialty Coverage Insura, Safer Haul Inc, Cover Me Insurance Agency. Target 25-50% growth 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25 agencies with cancellations &gt;40% of new biz: Commercial Trucking Insur, Safer Haul Inc, Cover Me Insurance Agency. $5,469,477 total cancellations - investigate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30+ subs and some binds but &lt;5% HR: Streetsmart Risk Man (379s/12b), Cornerstone Insuranc (337s/11b), Get Logan Inc (299s/14b).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$3,082,084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763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253640787366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AIR X TRANSPORTATION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265855844260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BARWAR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264476595102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NEALTICAN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267124853207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JSW LOGISTICS &amp; TRANSPORTERS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250500388281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SALAR TRANSPORT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$10,378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260867129150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GIM TRANSPORT AND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265286484792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PRIMEWAY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ANKAURY CAMIILO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$14,382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260174687707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L FAMILY FREIGHT SOLUTION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$14,765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265679562996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PAWAR KING06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 Tirath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$22,478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253700508834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GLOTI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$23,537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252867846901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SELLERS TRANSPORT SERVICES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Laura Marcheski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$34,336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255870960912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YAMPURA TRANSPORT CORPORATION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$41,676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255389917290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TBAY CARRIER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$61,744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253009267279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JAMES R MACAULEY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$68,545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268888679032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CARLSTADT EXPRESS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260418120954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HOOVERHAULINGLLC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Shelly Walther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262927373238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ROBERTS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Maria Theresa Primiani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259760051224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RADWAN TRUCKING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Suzanne Prato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$17,217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255135656386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WAHEGURU G TRANSPORT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256677737511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RDR TRANSPORT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257013780192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WAHEGURU G TRANSPORT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263151645271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ALG FREIGHT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$21,626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259740126118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VMC TRANSPORT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250786477657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LAHA TRUCKING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$15,129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256564018842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RDR TRANSPORT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$582,218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29,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$2,710,919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252356839510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LEGACY LINE TRANSPORT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258042609443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JCC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253688498571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TANTU GLOBAL LOGISTICS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252886532201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RICHMAN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250864778007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ANTHONY TRUCKING 1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250872682645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DHANDA XPRESS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250606687251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FATEH TRANS LOGISTICS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255617363549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 ROUTE ENTERPRISES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254037798321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TAINO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258549325487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RELIABLE DELIVERY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254942631341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PANTHER LOGISTICS CORP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$32,046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WV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Insurance Services In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250472063805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MDW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251352260804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ALX TRANSPORT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29,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$17,332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Insured Broker Req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258899887750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AG FREIGHT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258899887750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AG FREIGHT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258899887750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AG FREIGHT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267727556093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BCNU TRANSPORT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4 of 4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$4,257,165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$1,213,554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$1,832,274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$1,211,337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$-1,617,200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$11,479,495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$1,311,394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$3,325,608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$371,054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$322,775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$56,301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$-93,842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$4,257,165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$1,213,554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$1,832,274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$1,211,337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$-1,617,200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$4,257,165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$1,213,554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133% of new business ($1,617,200)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$1,213,554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$1,617,200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$3,651,032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$3,233,599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$-823,412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$4,417,946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$2,281,048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$1,036,088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$961,374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$74,714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$-259,580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$3,651,032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$3,233,599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$-823,412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$3,651,032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$3,233,599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$3,233,599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$2,017,395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$2,340,403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$-336,767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$-741,132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$3,189,978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$1,490,840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$220,259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$-222,024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$-197,546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$2,017,395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$2,340,403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$-336,767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$-741,132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$-1,765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$2,017,395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$2,340,403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$2,340,403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$741,132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$839,040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$3,024,812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$867,517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$149,091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$-75,111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$1,100,950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$839,040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$-262,158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$1,100,950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$839,040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$839,040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$262,158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$898,210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$-569,847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$1,985,801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$519,841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$137,192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$65,982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$50,943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$-142,051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$898,210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$-569,847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$898,210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120% of new business ($569,847)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$473,081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$569,847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$869,216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$673,994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$-545,056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$2,564,078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$894,899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$-161,936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$189,808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$167,221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$869,216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$673,994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$177,629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$-545,056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$869,216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$673,994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($545,056)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$673,994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$545,056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$833,413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$621,895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$1,309,199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$418,401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$833,413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$621,895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$833,413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$621,895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($313,820)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$621,895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($168,091)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$168,091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$637,864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$80,225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$351,137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$351,137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($179,144)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$313,124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$248,281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$281,452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$124,408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$76,905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$248,281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$248,281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$248,281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$317,765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$284,374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$1,102,101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$169,481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$169,070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$317,765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$284,374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$317,765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$284,374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$284,374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$559,078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$-2,989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$291,489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$74,306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$291,489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($144,164)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$144,164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$195,097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$804,586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$195,097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$195,097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65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142% of new business ($135,683)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$135,683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$223,424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$223,424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$162,057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$201,164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$201,164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$198,365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$198,365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$92,810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$198,365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$105,555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($70,222)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$105,555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$-20,026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$-32,900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254%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$-22,380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$179,277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$123,271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$56,006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$179,277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$123,271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$123,271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$-45,420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$-176,158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($176,158)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$176,158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$-72,807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$-95,071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($95,071)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$95,071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207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(207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$659,474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$136,838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$8,131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$-2,560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$136,838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$376,622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$120,794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$39,265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$120,794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($39,714)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$81,529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$3,020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$38,500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$38,500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300% of new business ($115,524)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$38,500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$80,200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$74,358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$74,358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($32,961)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$32,961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$-1,932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$28,006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$-27,843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$57,864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$-132,149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$57,864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416% of new business ($132,149)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$132,149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$57,851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$57,851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(109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389% of new business ($58,920)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45 to 18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$58,920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37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