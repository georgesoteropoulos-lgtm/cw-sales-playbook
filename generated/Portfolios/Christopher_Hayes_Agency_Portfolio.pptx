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$19,115,671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$12,985,804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$3,099,725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$-7,495,662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$44,628,475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$4,323,032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$13,494,252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$4,096,310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$1,135,520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$3,597,990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$3,200,072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$2,092,281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$1,062,507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$800,334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$784,764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$772,849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$590,004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$290,653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$290,509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$9,810,694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$8,326,920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$9,329,009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$9,538,491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$5,926,791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$2,558,399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$19,115,671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$12,985,804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8118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21.1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7183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9.7%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1,457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1,849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7,183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1,537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+1,360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-574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+0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$9,810,694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$8,326,920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$9,329,009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$9,538,491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$-1,795,029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$5,926,791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$2,558,399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$740,249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$-1,161,917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1,597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$42,931,905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$12,985,804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$-7,495,662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9,331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6,791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1,342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$41,148,196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$14,888,624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$1,355,382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$1,425,673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$2,509,895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$622,090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33.1%  ·  Declined: 161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Gus Campisano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Hanadi Tubal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$4,096,310  |  Subs 552  |  Binds 132  |  HR 23.9%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23.9% (portfolio avg: 9.0%)  |  $4,096,310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$3,597,990  |  Subs 1537  |  Binds 120  |  HR 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$3,597,990 YTD GWP  |  120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$2,092,281  |  Subs 271  |  Binds 53  |  HR 19.6%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19.6% (portfolio avg: 9.0%)  |  $2,092,281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$1,062,507  |  Subs 532  |  Binds 61  |  HR 11.5%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11.5% (portfolio avg: 9.0%)  |  $1,062,507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$772,849  |  Subs 673  |  Binds 51  |  HR 7.6%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$772,849 YTD GWP  |  51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328  |  Binds 11  |  HR 3.4%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70% MoM (94 -&gt; 28)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7  |  HR 11.7%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130  |  Binds 4  |  HR 3.1%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389% of new business ($58,920 vs $15,160)  |  Submissions dropped 64% MoM (45 -&gt; 16)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$147,884  |  Subs 200  |  Binds 4  |  HR 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2.0% on 200 subs  |  Cancellations are 251% of new business ($289,370 vs $115,496)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$44,175  |  Subs 26  |  Binds 2  |  HR 7.7%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372% of new business ($117,995 vs $31,735)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HGC Group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Kentucky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$9,786,581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V Insurance Professi (29.8%), Maximus Insurance Br (29.7%), Commercial Trucking  (23.9%)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8,118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(5 subs): The Dorfman Organiza (5)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(1.6%), Rpk Professional Gro (2.0%), Merit Insurance Serv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Specialty Coverage Insura, Safer Haul Inc, Get Logan Inc. Target 25-50% growth each.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24 agencies with cancellations &gt;40% of new biz: Commercial Trucking Insur, Safer Haul Inc, Cover Me Insurance Agency. $5,340,781 total cancellations - investigate retention.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30+ subs and some binds but &lt;5% HR: Streetsmart Risk Man (363s/12b), Cornerstone Insuranc (328s/11b), Get Logan Inc (288s/13b).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$3,030,142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734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265353772557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PREMIER E-Z LOGISTICS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24,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266752731168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CLEARPATH TRANSPORTS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264285716050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FREIGHT SYSTEMS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$100,156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262500155035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CROCODILE CARGO CORP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Shelly Walther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256279354368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PEREGRINE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$155,487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265680734402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ANASHE CORP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256354874073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PHANG CHIN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$43,941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268994313351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HAGREEN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260141676542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JERSEY LOGISTICS SERVICES CORP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$51,060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260302902232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GREEN DIAMOND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$64,810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259264168462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KAYILI M GROUP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$21,829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252296277535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DVS EXPRESS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$58,945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258409608722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DEEP STAR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268883876992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ONWAY FREIGHTLINES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257456185771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LANE EXPRESS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$13,077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263559403302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 SERVICES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$15,369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269349331818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EAGLE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265847824397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LG GLOBAL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$20,266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267046669460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RHODES TO GLORY TRANSPORTATION 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$18,232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265949553679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NACARTRUCKING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$10,068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254026108709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ARYANA FREIGHT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Harwood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$60,905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265669782624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JCC EXPRESS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Jay Lin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252932534865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CORDERO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$25,563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259872379081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EVANS CORE SOLUTIONS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265696661362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J&amp;J ON THE WAY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$19,847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$821,492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$2,617,140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250989637595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NITYA FREIGHT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252954331889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MALWA TRANSPORTATION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253629531143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GUARANTEED CARRIERS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258912949173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BEDI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257303483366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FOREVER YOUNG MANAGEMENT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257360720892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RANA TRANSPORTS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$15,583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247019825976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COAST TO COAST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255174397762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ALX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$25,443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256101361523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PAWAR TRANSPORT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$7,662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252219453421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MADAD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$13,653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252293293546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RBMJD CARGO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254128573155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HDL TRANSPORT LLLP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258034441004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BG TRANSPORT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197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$40,487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$40,487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253745062837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JIREH TRUCKING TRANSPORT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One Stop Insurance Agency 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256800512094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FASTHAUL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256800512094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FASTHAUL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256650406994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 &amp; H CARRIERS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253745062837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JIREH TRUCKING TRANSPORT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One Stop Insurance Agency 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253745062837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JIREH TRUCKING TRANSPORT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One Stop Insurance Agency 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256650406994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 &amp; H CARRIERS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$5,346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7 of 7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$4,096,310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$1,135,520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$1,167,949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$-1,610,554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$11,318,640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$1,002,702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$2,869,435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$293,019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$283,342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$-87,197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$4,096,310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$1,135,520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$1,167,949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$-1,610,554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$4,096,310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$1,135,520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142% of new business ($1,610,554)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$1,135,520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$1,610,554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$3,597,990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$3,200,072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$397,919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$-819,419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$4,364,904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$408,083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$2,303,060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$983,046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$927,847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$-255,588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$3,597,990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$3,200,072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$397,919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$-819,419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$3,597,990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$3,200,072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$3,200,072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$-246,694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$3,264,864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$1,409,322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$205,073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$-131,951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$-246,694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$2,325,216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$1,062,507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$800,334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$2,986,369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$935,232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$166,559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$110,385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$1,062,507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$800,334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$112,826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$1,062,507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$800,334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$800,334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$253,306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$1,936,915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$520,024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$65,982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$-113,003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114% of new business ($540,799)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$473,081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$540,799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$784,764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$1,260,550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$365,948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$784,764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$784,764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($313,820)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$573,246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$313,820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$772,849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$590,004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$93,441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$-43,736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$772,849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$590,004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$590,004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($525,620)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$590,004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$525,620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$272,523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($168,091)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$168,091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$621,124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$-64,898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($179,144)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$296,384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$179,144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$283,908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$241,543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$206,186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$200,788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$-2,989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($144,164)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$144,164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(61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$271,689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$398,524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$271,689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$52,766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$271,689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$1,044,629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$111,599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$226,902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$226,902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$70,918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139% of new business ($133,203)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$133,203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$226,670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$226,670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$162,057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$34,651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$105,555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($70,222)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$105,555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$-70,165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$192,645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($154,757)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$154,757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$462,625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$191,031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$367,105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$122,721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$122,721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$166,069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155% of new business ($152,584)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$152,584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$-72,411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$-94,675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($94,675)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$94,675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$147,884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200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(200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$134,803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$-51,521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$114,979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$35,480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326% of new business ($115,524)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$35,480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$115,524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$81,474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($39,714)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$47,703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$79,650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$79,650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$73,808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$73,808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372% of new business ($117,995)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$117,995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389% of new business ($58,920)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45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$58,920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$37,885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$30,204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$30,204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28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