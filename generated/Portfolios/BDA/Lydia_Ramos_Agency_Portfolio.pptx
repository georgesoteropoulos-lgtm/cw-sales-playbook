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Lydia Ramos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25, 2026  |  53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Lydia Ramos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53 Total Agencies  |  53 Active  |  0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$3,854,305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$2,698,210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$454,274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$701,821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$-1,471,061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4457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4051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$9,426,845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$8,600,633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$11,312,214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34%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$719,911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$2,401,370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23.6%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$469,248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$266,625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$11,540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$440,302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$334,344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$16,102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759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Insurancehub Leavitt Agency, Inc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$275,554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$265,938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$20,828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Cal-Valley Insurance Services, Inc.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$229,188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$227,748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Elite Insurance &amp; Financial Service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$190,192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$178,295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Byrd Insurance Inc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$188,315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$172,366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Guru Commercial &amp; Crop Insurance Br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$151,317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$66,958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Givesurance Insurance Services, Inc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$145,604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$110,034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Lubemer International Insurance Age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$141,976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$155,918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Jeremy Peltz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$136,044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$107,645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$24,538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Denis A. Salazar Dba Westins Insura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$118,227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$106,318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Christian Charles Insurance Service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$107,472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$109,097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$1,387,324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$453,219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942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5.2%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$746,386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$193,798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918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$1,275,602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$709,188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1024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$1,437,727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$656,530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1060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$976,467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$685,474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702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$3,854,305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$2,698,210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4457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Lydia 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BDA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7706"/>
                </a:solidFill>
                <a:latin typeface="Segoe UI"/>
              </a:defRPr>
            </a:pPr>
            <a:r>
              <a:t>67.4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+53%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91440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99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64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(50/wk)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34340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90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56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53 of 53 agencies  |  Goal 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50/wk goal (outbound calls + meetings only, matches scoreboard)  |  OKR 3: % of HubSpot book with ≥1 submission in 2026  |  BDAs not scored on OKR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Lydia 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50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8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0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8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0.4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(50/wk)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1–11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12–21  (Mar–May)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12%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5/25–5/25*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Lydia 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1710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65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3.8%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-65.5%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-82.5%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1,098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1,007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3.9%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687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878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-22%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1,710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4,961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-66%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1,030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-444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528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-295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Insurancehub Leavitt Agency, Inc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-157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Givesurance Insurance Services, Inc.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+128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Elite Insurance &amp; Financial Services 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Alliance Insurance Group Llc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1.0%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+202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Byrd Insurance Inc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Jeremy Peltz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+137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Cal-Valley Insurance Services, Inc.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+60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Harmony Insurance Agency, Inc.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Monarca Trucking Insurance Services In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0.8%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+74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The Insurance Store Of Texas Llc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+71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Rnk Insurance Services Inc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3.9%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Guru Commercial &amp; Crop Insurance Broke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Mm&amp;j Insurance Services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+35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DELUXE INSURANCE AGENCY GROUP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+62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Lydia Ramos  |  53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$1,387,324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$453,219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$82,148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$-284,660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942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679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5.2%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$746,386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$193,798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$229,200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$-309,173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918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653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$1,275,602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$709,188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$56,561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$-362,699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706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$1,437,727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$656,530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$36,674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$-329,086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1,060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775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$976,467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$685,474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$49,691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$-185,441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702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518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$5,823,506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$2,698,210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$454,274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$-1,471,061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4,646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3,331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Lydia Ramos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400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$147,361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1.2%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$40,983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Insurancehub Leavitt Agency, Inc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Elite Insurance &amp; Financial Services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Cal-Valley Insurance Services, Inc.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$58,550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Givesurance Insurance Services, Inc.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Harmony Insurance Agency, Inc.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$35,958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The Insurance Store Of Texas LLC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CA, 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Lydia Ramos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447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$2,157,853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Insurancehub Leavitt Agency, Inc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$1,004,576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$317,653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Elite Insurance &amp; Financial Services LLC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$223,061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Harmony Insurance Agency, Inc.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Alliance Insurance Group LLC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Rnk Insurance Services Inc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Givesurance Insurance Services, Inc.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235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(53%)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172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(38%)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(8%)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(1%)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4.7%  ·  Declined: 153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Lydia 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4457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2.9%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127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34%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Rhett Jessop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Jennifer Rasiah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Givesurance Insurance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Tanner Anderson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Ezer Rodriguez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Elite Insurance &amp; Financial 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Alexis Larrazola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Alliance Insurance Group Llc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Jeremy Peltz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Jeremy Peltz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Chrisann Richards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Insurancehub Leavitt Agency, 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Joe Santos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Rosa Gomez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Monarca Trucking Insurance Ser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Aman Sangha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Sheri Berthel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Harmony Insurance Agency, Inc.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RASHAD KHALILOV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Rnk Insurance Services Inc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3.9%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Elias Noble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1.4%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Gurt (Tirath) Nijjer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Guru Commercial &amp; Crop Insuran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Russell Rogers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Byrd Insurance Inc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12.7%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Janet Martinez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Mm&amp;j Insurance Services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Lindsay Bowman-Santos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Cody Byrd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Byrd Insurance Inc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Cesar Cetino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DELUXE INSURANCE AGENCY GROUP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Craig Johnson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Insurancehub Leavitt Agency, I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Douglas Samson Jr.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Andrew Ward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Michelle Pippin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Cal-Valley Insurance Services,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Angelica Lopez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Cal-Valley Insurance Services,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Kristina Insley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Insurancehub Leavitt Agency, I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Rebecca Pounds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Crossroads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12.2%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Denis Salazar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Denis A. Salazar Dba Westins I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Sindia Aragon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Byrd Insurance Inc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5.4%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Jenny Ramirez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Jenna Glora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Samantha Yu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Hoya Insurance Agency Inc.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GAGANDEEP SINGH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8.6%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Risa Lyn Anderson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Yannick Khan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Insurancehub Leavitt Agency, I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Jason Eric Holmes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Premiere Solutions Insurance A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9.4%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Denise Jimenez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13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$440,302  |  Subs 1030  |  Binds 22  |  HR 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$440,302 YTD GWP  |  22 binds in 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$469,248  |  Subs 528  |  Binds 13  |  HR 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$469,248 YTD GWP  |  13 binds in 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Auto Solutions Insurance Services LLC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$22,820  |  Subs 13  |  Binds 0  |  HR 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$22,820 in new business  |  Submission volume up 700% MoM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IronPoint Insurance Services, LLC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$53,103  |  Subs 19  |  Binds 3  |  HR 15.8%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15.8% (portfolio avg: 2.9%)  |  3 binds in Q1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Byrd Insurance Inc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$188,315  |  Subs 184  |  Binds 13  |  HR 7.1%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7.1% (portfolio avg: 2.9%)  |  $188,315 YTD GWP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Monarca Trucking Insurance Services Inc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$27,152  |  Subs 123  |  Binds 1  |  HR 0.8%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0.8% on 123 subs  |  Cancellations are 339% of new business ($40,292 vs $11,870)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Divine Insurance Agency Inc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$19,341  |  Subs 21  |  Binds 0  |  HR 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21 submissions with 0 binds - zero conversion  |  Cancellations are 100% of new business ($19,341 vs $19,341)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Hoya Insurance Agency Inc.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$57,366  |  Subs 41  |  Binds 1  |  HR 2.4%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2.4% on 41 subs  |  Cancellations are 405% of new business ($71,003 vs $17,529)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Alliance Insurance Group Llc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$104,477  |  Subs 202  |  Binds 2  |  HR 1.0%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1.0% on 202 subs  |  Cancellations are 183% of new business ($63,861 vs $34,923)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Garcia and Associates Insurance Agency, 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$54,958  |  Subs 21  |  Binds 0  |  HR 0.0%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21 submissions with 0 binds - zero conversion  |  Submissions dropped 86% MoM (7 -&gt; 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Newly Appointed in My Portfolio — Lydia Ramos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Agencies assigned to this BDA for onboarding in 2026  |  Production metrics since assignment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0/0 appointed agencies have submitted (0%)  •  0/0 have bound (0%)  •  Total bound: 0  •  Total GWP: $0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Segoe UI"/>
              </a:defRPr>
            </a:pPr>
            <a:r>
              <a:t>No Activated Won appointments in this book year-to-date.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Source: HubSpot company records where onboarding_success_agent = Lydia Ramos and createdate is within 2026 (= newly assigned to this BDA for onboarding). Metrics are subs/binds/GWP on each agency since their assignment date. BDAs not scored on OKR 4 — informational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Lydia Ramos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(Tailored Insurance Group, Storrs Insurance Group, I, Insurancehub Leavitt Agen) drive $1,185,104 (31%)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Alamar Insurance &amp; R (33.3%), Embedded Insurance A (27.3%), Roger Calvillo Insur (16.7%)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37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4,457 total submissions across 53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 agencies submitting but 0 binds (114 subs): Divine Insurance Age (21), Garcia and Associate (21)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Harmony Insurance Ag (0.7%), Monarca Trucking Ins (0.8%), Alliance Insurance G (1.0%)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Overall portfolio hit ratio 2.9% — below 5-8% target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14 agencies with 20+ subs but &lt;3% HR: Harmony Insurance Ag (0.7%), Monarca Trucking Ins (0.8%), Alliance Insurance G (1.0%). Conduct submission quality training to lift conversion 2-3 points.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Lift Portfolio Hit Ratio to 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Current: 2.9% (128 binds / 4,457 subs). Need 94 more binds. Focus on submission quality and appetite education.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Develop High-Volume Growth Candidates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18 agencies with 30+ subs and some binds but &lt;5% HR: Storrs Insurance Gro (1030s/22b), Tailored Insurance G (528s/13b), Insurancehub Leavitt (422s/5b). Small HR improvements on large volume = significant premium lift.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Reduce Cancellation 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16 agencies with cancellations &gt;40% of new biz: Storrs Insurance Group, I, Tailored Insurance Group, Guru Commercial &amp; Crop In. $1,097,146 total cancellations - investigate retention.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Close Quote-to-Bind Gap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10 agencies have 83 quotes but 0 binds: Divine Insurance Agency I (17q), Garcia and Associates Ins (14q), Top Line Truck Insurance  (11q). Follow up on pricing, coverage, response time gaps.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Lydia Ramos  |  Last 25 Bound Submissions  |  128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268126792244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SHIVAJI TRANSPORT INC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Aman Sangha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$18,618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264631153577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Byrd Insurance Inc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STONES JOURNEY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Russell Rogers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$21,094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21,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253934149871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Elite Insurance &amp; Financial Servic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BELMARES TRANSPORT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Ezer Rodriguez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$46,550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262499166700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IronPoint Insurance Services, LLC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FAMILY PITBULL TRANSPORT LLC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THALIA GUZMAN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$16,980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16,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257982830982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SOLENE FREIGHT SOLUTIONS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Elias Noble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$19,745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256170160572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BANDIDO EXPRESS TRUCKING LLC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Martin Cueto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$23,269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261962025565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Jeremy Peltz Llc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SEA TRUCKING 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Jeremy Peltz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$15,499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261451366757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Cal-Valley Insurance Services, Inc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5FIVESOLUTIONS LLC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Socorro Jurado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$23,680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15,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265523629398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ECL TRUCKING LLC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Lindsay Bowman-Santos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$21,496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266729711473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Lubemer International Insurance Ag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PAYLESS LOGISTIC SERVICES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Luz Bersaida Mejia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$17,686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251594164025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GENO TRUCKING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Rhett Jessop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$42,900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13,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267606868365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Pacific Coast Insurance Services 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JOSE D DE LA CRUZ INC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Matthew Shenouda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$26,481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13,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263140977517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Crossroads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Spotter Leasing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Rebecca Pounds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$33,703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13,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264930435144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FREIGHT LINK USA INC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Aman Sangha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$22,041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268971650845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Givesurance Insurance Services, In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COASTLINE COMMITMENT LLC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Jennifer Rasiah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$19,790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250889039736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DAMATAL AUTOS LLC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Rhett Jessop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$145,392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08,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269090008267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Tajalli Co.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ANT HAMILTON ENTERPRISES LLC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Amir Tajalli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$18,794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08,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263746341049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J&amp; J Expedited Serives Llc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RH BROWN EQUIP LLC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JESSICA R TRICE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$27,299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08,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264490578522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GREAT STATE HAULING INC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Rhett Jessop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$19,141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07,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267480267351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Givesurance Insurance Services, In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HINES VIP TRUCKING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Jennifer Rasiah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$19,290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07,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260269580888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BLOODLINE LOGISTICS LLC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Rhett Jessop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$20,999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06,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269563556131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Byrd Insurance Inc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 Z TRANSPORT LLC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Russell Rogers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06,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260193739134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Elite Insurance &amp; Financial Servic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EAM LOGISTICS LLC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Ezer Rodriguez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$60,182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06,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257855185042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Royalty Insurance Services, Inc., 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 BEE INC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David Armenakian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$11,711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05,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268166229192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Insurancehub Leavitt Agency, Inc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UNITED BROS LOGISTICS CORPORATIO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Kristina Insley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$198,161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03,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$891,053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Lydia Ramos  |  Active in-force policies expiring through Aug 23,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$350,356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Jeremy Peltz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259862150945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LEE MERCH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$28,544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Insurancehub Leavitt Agency, 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259961228323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HM HILL TRUCKING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2026-05-30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5d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Cal-Valley Insurance Services,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252344447531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 ELSTON TRUCKING AND HAY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7d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Embedded Insurance Agency,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252999199119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CUTU LLC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11d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Paladin Business Services Inc.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256784736603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KEOSHI DELIVERY 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12d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$16,428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Jeremy Peltz Llc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255466928174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RAZO TRUCKING LLC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25d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Insurancehub Leavitt Agency, 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250772194249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FEARS LLC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31d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$1,012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250471857713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AAR TRANSPORT L L 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31d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$16,809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Insurancehub Leavitt Agency, 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251333340424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BUCKYS TRANSPORTATION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34d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VA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Cal-Valley Insurance Services,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253406099755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FAAME TRANSPORT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2026-07-01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37d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$1,826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250504587841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DUBGEE LOGISTICS LLC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2026-07-03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39d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AZ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Jeremy Peltz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254742582359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 F HUDSON AND SON LLC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2026-07-08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44d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$1,755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255589525405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GITTA'S TRANSPORTATION SERVICES LLC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2026-07-10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46d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13 of 29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Lydia Ramos  |  Policies with cancellation_date on or before Aug 23,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No pending cancellations in the next 90 days for this book. 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0 of 0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Tailored Insurance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UT  |  City: Lehi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$469,248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$266,625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$11,540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$191,084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$-194,240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$904,714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$937,998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$188,292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$250,423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$120,992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$120,992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$-54,880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$33,637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$33,532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$-5,751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$117,415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$78,931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$38,484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$-67,699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$104,277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$82,525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$21,753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$-27,073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$92,926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$71,637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$11,540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$9,750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$-38,837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$469,248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$266,625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$11,540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$191,084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$-194,240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471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553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$117K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$93K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$436K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$469K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$469,248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$266,625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2.5% hit ratio on 528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73% of new business ($194,240)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(528 subs, only 13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$266,625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Storrs Insurance Group,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  |  City: San Diego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$440,302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$334,344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$16,102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$89,856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$-209,734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$1,744,214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$1,302,121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$381,079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$85,326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$64,956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$20,371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$-28,644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$31,150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$14,037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$17,113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$-78,148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$114,444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$84,225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$10,377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$19,842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$-42,280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$121,027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$88,733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$32,294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$-40,810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$88,355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$82,394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$5,725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$-19,852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$440,302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$334,344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$16,102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$89,856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$-209,734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1030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975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1474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1063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$114K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$882K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$440K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$440,302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$334,344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2.1% hit ratio on 1030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63% of new business ($209,734)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(1030 subs, only 22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$334,344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Insurancehub Leavitt Agency,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GA  |  City: Lawrenceville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$275,554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$265,938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$20,828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$-11,211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$-56,475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$951,417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$575,416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$198,161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$114,813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$70,393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$55,248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$-5,683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$-22,500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$7,110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$7,110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$-10,808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$198,817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$210,690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$-11,872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$-23,167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$-1,263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$-1,263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$275,554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$265,938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$20,828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$-11,211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$-56,475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422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579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434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$-1,263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$496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$652K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$275,554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$265,938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1.2% hit ratio on 422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(422 subs, only 5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$265,938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Cal-Valley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  |  City: Fresno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$229,188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$227,748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$1,440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$-53,417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$402,593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$553,760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$58,550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$166,323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$34,630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$24,155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$10,475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$126,990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$136,494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$-9,504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$67,568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$67,099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$-53,417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$229,188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$227,748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$1,440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$-53,417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$127K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$229,188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$227,748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143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(143 subs, only 4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$227,748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Elite Insurance &amp; Financial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AZ  |  City: Phoenix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$190,192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$178,295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$11,898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$-20,797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$329,489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$414,173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$60,182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$100,209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$66,689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$82,791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$-16,101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$48,297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$35,322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$12,975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$-20,797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$15,524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$15,524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$59,884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$60,182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$-298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$190,192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$178,295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$11,898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$-20,797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$67K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$-202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$190,192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$178,295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1.8% hit ratio on 220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(220 subs, only 4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$178,295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Byrd Insurance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NV  |  City: Las Vegas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$188,315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$172,366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$15,949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$123,885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$238,068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127%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$188,664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$48,046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$47,774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$90,546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$74,869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$15,678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$-458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$6,018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$6,018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$43,705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$43,705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$188,315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$172,366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$15,949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$91K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$-677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$188K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$188,315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$172,366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$172,366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Guru Commercial &amp; Crop Insurance Brokers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  |  City: Fresno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$151,317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$66,958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$84,359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$-148,742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$176,491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$292,258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71%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$66,008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$22,204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$22,204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$-22,204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$44,754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$44,754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$84,359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$84,359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$-126,538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$151,317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$66,958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$84,359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$-148,742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$151,317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$66,958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72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222% of new business ($148,742)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(72 subs, only 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$66,958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Givesurance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Woodland Hills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$145,604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$110,034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$35,570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$-48,165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$229,870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$265,013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$85,270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$18,438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$18,438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$-18,438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$12,230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$12,230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$-12,230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$18,198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$18,198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$-10,020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$40,210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$35,309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$4,901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$-4,405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$56,528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$56,528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$-3,071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$145,604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$110,034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$35,570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$-48,165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304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$145,604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$110,034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1.7% hit ratio on 299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44% of new business ($48,165)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(299 subs, only 5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$110,034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Lubemer International Insurance Agency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Hawthorne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$141,976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$155,918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$-13,942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$141,976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$38,140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$55,799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$55,799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$100,119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$100,119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$-13,942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$-13,942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$141,976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$155,918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$-13,942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$-13,942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$141,976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$155,918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114%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14 to 4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$155,918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Jeremy Peltz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NV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$136,044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$107,645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$24,538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$3,860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$-31,661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$208,145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$294,082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$98,762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$45,286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$20,748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$24,538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$15,665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$15,665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$-18,076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$32,317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$24,747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$7,570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$27,276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$30,985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$-3,710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$-13,584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$15,499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$15,499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$136,044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$107,645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$24,538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$3,860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$-31,661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$136,044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$107,645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2.9% hit ratio on 175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(175 subs, only 5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$107,645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Denis A. Salazar Dba Westins Insurance Brokerage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  |  City: Downey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$118,227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$106,318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$11,909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$-35,627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$112,483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$230,710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$74,348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$11,909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$11,909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$-11,909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$-18,276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$106,318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$106,318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$-5,442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$118,227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$106,318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$11,909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$-35,627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$118,227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$106,318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$106,318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$35,627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Christian Charles Insurance Services,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California  |  City: Signal Hill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$107,472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$109,097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$-1,625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$101,075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$110,172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$107,165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$109,097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$109,097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$107,472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$109,097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$-1,625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$-2,617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$-1,625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$107,472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$109,097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101%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7 to 1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Their $109,097 in renewals shows they trust our product. Ask: "What's holding back new submissions?" They may need updated appetite info or a refresher on our quoting process.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Alliance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$104,477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$34,923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$69,555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$-63,861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$133,751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$238,228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$46,913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$-2,111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$-2,111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$70,519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$34,923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$35,596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$-35,596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$2,917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$2,917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$33,152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$33,152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$-22,101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$-6,163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$104,477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$34,923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$69,555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$-63,861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$-2,111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$104,477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$34,923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1.0% hit ratio on 202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183% of new business ($63,861)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(202 subs, only 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$34,923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J&amp; J Expedited Serives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JURUPA CVALLEY 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$92,298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$49,237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$43,061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$-20,251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$125,869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$113,140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$48,912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$43,061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$43,061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$21,613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$21,613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$27,624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$27,624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$-20,251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$92,298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$49,237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$43,061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$-20,251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$92,298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$49,237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41% of new business ($20,251)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$49,237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$20,251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Robust Financial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AZ  |  City: Boerne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$85,255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$64,015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$21,241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$-64,813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$14,980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$100,236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474%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$75,992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$13,766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$13,418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$35,280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$24,153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$11,127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$-35,123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$9,766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$9,766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$-19,359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$-10,330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$26,443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$26,443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$85,255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$64,015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$21,241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$-64,813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$85,255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$64,015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101% of new business ($64,813)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$64,015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$64,813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Saberlines,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Upland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$73,968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$19,157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$21,519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$33,292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$-44,760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$45,006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$118,974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137%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$18,932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$58,185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$19,157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$21,519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$17,509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$-17,509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$15,783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$15,783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$-15,783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$-11,467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$73,968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$19,157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$21,519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$33,292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$-44,760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$73,968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$19,157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234% of new business ($44,760)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$19,157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$44,760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Crossroads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  |  City: Rancho Cucamonga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$73,322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$72,057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$1,170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$-2,610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$196,921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$168,064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$34,253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$18,888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$2,270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$-769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$36,224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$36,129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$-1,662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$34,828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$34,828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$73,322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$72,057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$1,170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$-2,610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21.4%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$98K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$73,322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$72,057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$72,057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Insurance Store Of Texas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California  |  City: Murrieta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$64,632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$64,632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$-26,997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$21,599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$86,231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249%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$64,632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$19,266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$19,266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$-11,954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$45,365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$45,365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$-15,044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$64,632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$64,632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$-26,997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$64,632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$64,632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2.5% hit ratio on 81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42% of new business ($26,997)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(81 subs, only 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$64,632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Harmony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  |  City: Thousand Oaks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$64,344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$35,958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$28,502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$257,712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$186,121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$35,958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$35,958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$35,958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$28,502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$28,502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$64,344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$35,958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$28,502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118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$-115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$136K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$64,344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$35,958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0.7% hit ratio on 135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(135 subs, only 1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$35,958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DELUXE INSURANCE AGENCY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Los Angeles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$62,247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$41,194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$21,052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$-41,227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$58,357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$120,603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$54,714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$41,194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$41,194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$-20,175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$6,306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$6,306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$-6,306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$14,746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$14,746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$-14,746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$62,247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$41,194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$21,052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$-41,227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$62,247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$41,194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100% of new business ($41,227)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16 to 7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$41,194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$41,227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Hoya Insurance Agency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  |  City: San Gabriel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$57,366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$17,529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$39,837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$-71,003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$147,611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$157,098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$17,529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$55,863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$17,529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$38,334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$-38,334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$2,524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$-32,670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$57,366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$17,529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$39,837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$-71,003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$502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$-1,021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$57,366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$17,529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2.4% hit ratio on 41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405% of new business ($71,003)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(41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$17,529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Garcia and Associates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Bakersfield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$54,958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$54,958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$-15,553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$67,093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$88,526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$-15,553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$54,958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$54,958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$54,958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$54,958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$-15,553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$54,958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$54,958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7 to 1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21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14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Insurance Professionals Of Arizona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AZ  |  City: Mesa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$53,521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$53,521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$-52,952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$53,521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$22,613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$30,807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$30,807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$-30,807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$22,713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$22,713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$-7,888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$-14,256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$53,521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$53,521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$-52,952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$53,521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$53,521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99% of new business ($52,952)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$53,521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$52,952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IronPoint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Irvine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$53,103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$16,980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$36,124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$109,996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$67,177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$53,103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$36,124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$36,124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$16,980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$16,980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$53,103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$16,980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$36,124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$53,103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$16,980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53%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$16,980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Roger Calvillo Insurance Agency,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California  |  City: Corona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$45,165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$45,165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$17,276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$62,442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218%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$44,965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$23,797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$23,797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$21,368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$21,368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$45,165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$45,165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$45,165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$45,165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$45,165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Rnk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  |  City: Los Angeles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$39,467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$30,538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$8,929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$-15,303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$325,552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$119,183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$63,430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$-15,303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$8,929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$8,929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$30,538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$30,538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$39,467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$30,538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$8,929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$-15,303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3.9%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$-2,380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$39,467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$30,538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50% of new business ($15,303)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$30,538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$15,303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Embedded Insurance Agency, LLC,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UT  |  City: Park 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$35,613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$35,613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$-56,556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$207,560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$125,412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27.3%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$17,970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$35,613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$35,613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$-21,938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$-34,618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$35,613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$35,613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$-56,556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$118K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$35,613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$35,613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Premiere Solutions Insurance Agency,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Yucaipa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$34,766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$29,840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$3,924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$1,001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$-35,464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$123,185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$83,642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$38,730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$30,823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$29,840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$-2,344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$-11,291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$-21,829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$3,924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$3,924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$34,766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$29,840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$3,924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$1,001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$-35,464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$34,766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$29,840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119% of new business ($35,464)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$29,840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$35,464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Monarca Trucking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West Covina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$27,152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$11,870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$15,281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$-40,292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$96,536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$123,688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23%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$11,870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$27,152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$11,870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$15,281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$-15,281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$-13,115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$-11,896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$27,152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$11,870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$15,281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$-40,292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$27,152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$11,870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0.8% hit ratio on 123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339% of new business ($40,292)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(123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$11,870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Success Insurance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California  |  City: City of Industry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$25,506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$25,506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$-28,650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$117,090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$52,751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$25,506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$25,506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$-28,650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$25,506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$25,506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$-28,650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$25,506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10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iTech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Fontana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$24,665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$24,665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$55,287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$37,548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$24,665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$24,665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$24,665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$24,665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$24,665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$24,665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Truckers Only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Downey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$24,428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$15,629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$8,798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$59,338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$83,766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$73,308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$15,629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$24,952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$15,629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$9,323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$24,428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$15,629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$8,798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$-525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$24,428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$15,629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102%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$15,629 in new business. Ask what made those deals work and how you can help replicate that success with similar accounts in their pipeline.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Auto Solutions Insurance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Pomona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$22,820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$22,820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$63,607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$23,144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$22,820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$22,820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$22,820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$22,820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$22,820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$22,820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13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$22,820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Eway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California  |  City: Los Angeles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$22,568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$22,568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$-22,568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$61,330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$53,139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$22,568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$22,568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$-22,568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$22,568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$22,568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$-22,568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$22,568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8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Active America Insurance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  |  City: Yucca Valley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$19,518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$19,576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$243,794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$90,623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$38,496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$19,518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$19,576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$19,518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$19,576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$91K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$19,518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$19,576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Divine Insurance Agency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Southwest  |  State: California  |  City: Fresno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$19,341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$19,341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$-19,341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$137,481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$153,078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$19,341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$19,341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$-19,341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$19,341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$19,341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$-19,341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$19,341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$19,341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100% of new business ($19,341)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21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$19,341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Pacific Coast Insurance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South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$19,168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$26,806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$-7,638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$-3,687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$124,092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$49,719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$26,481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$-7,638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$-7,638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$-3,687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$26,806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$26,806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$19,168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$26,806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$-7,638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$-3,687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$-7,638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$338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$19,168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$26,806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$26,806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Tajalli 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Newport Beach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$18,894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$18,894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$19,799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$38,693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$18,794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$18,894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$18,894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$18,894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$18,894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$18,894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$18,894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$18,894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Best California Financial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Orange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$16,753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$15,915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$1,950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$17,303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716%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$16,465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$-576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$16,465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$15,915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$16,753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$15,915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$288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$-576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$288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$16,753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$15,915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$15,915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All Nevada Insurance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NV  |  City: Las Vegas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$15,602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$15,602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$-18,138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$99,535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$37,778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$5,612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$5,612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$9,991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$9,991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$-9,991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$-8,147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$15,602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$15,602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$-18,138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$-10,786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$15,602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10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Mm&amp;j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Palmdale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$7,120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$7,120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$-6,408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$115,873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$92,140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$31,911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$2,985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$2,985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$-2,273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$4,135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$4,135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$-4,135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$7,120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$7,120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$-6,408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$7,120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71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71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(71 subs, only 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Paladin Business Services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Ventura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$2,508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$2,508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$-2,539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$47,336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$45,870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$2,508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$2,508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$-2,508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$2,508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$2,508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$-2,539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$2,508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$2,508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Produ Group Dba Produ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Fullerton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$461,686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$81,837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11.1%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$16,716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$212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$209K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$380K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$212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11.1%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Royalty Insurance Services, Inc., A Division Of World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North Carolina  |  City: Van Nuys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$26,575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$32,993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$11,711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$-498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$733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$-6,548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$-6,312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16.7%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114%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Alamar Insurance &amp; Registration Solutions.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Ontario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$24,169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$24,169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33.3%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$25,975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bind(s) - converting submissions to business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3 submissions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Commercial Capital Insurance Services,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AZ  |  City: Prescott Valley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Covertoday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Los Angeles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$146,681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$146,681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E2 Insurance &amp; Financial Services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Los Angeles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$-18,195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$89,863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$69,050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$-18,195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$-18,195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7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4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Gls Insurance Group,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AZ  |  City: Nogales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$14,401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3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Guardian Commercial Insurance And Services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Montclair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$57,552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$57,552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Lex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AZ  |  City: Houston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$138,775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$46,847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$92K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PLS PRO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Southwest  |  State: CA  |  City: San Diego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$86,599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$-2,077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$906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$-900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4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 quotes but 0 binds - follow up on pricing/coverage gaps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4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Top Line Truck Insurance Services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West  |  State: Utah  |  City: Draper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12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12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11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