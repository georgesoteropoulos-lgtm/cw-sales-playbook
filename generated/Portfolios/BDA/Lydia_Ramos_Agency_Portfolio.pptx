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$3,835,211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$2,679,117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$701,821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$-1,470,901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$8,581,539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$2,393,100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$421,209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$315,251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$1,367,579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$989,345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$666,381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$3,835,211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$2,679,117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4413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1666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3.9%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1,019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-455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-165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+127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$1,367,579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$1,275,602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$989,345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$666,381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$-185,281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$5,816,639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$2,679,117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$-1,470,901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3,297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$147,361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$2,157,853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4.7%  ·  Declined: 152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$421,209  |  Subs 1019  |  Binds 21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$421,209 YTD GWP  |  21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522  |  Binds 13  |  HR 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19  |  Binds 3  |  HR 15.8%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15.8% (portfolio avg: 2.9%)  |  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183  |  Binds 13  |  HR 7.1%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7.1% (portfolio avg: 2.9%)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123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123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41  |  Binds 1  |  HR 2.4%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2.4% on 41 subs  |  Cancellations are 405% of new business ($71,003 vs $17,529)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199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199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Submissions dropped 86% MoM (7 -&gt; 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$1,166,011 (30%)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Alamar Insurance &amp; R (33.3%), Embedded Insurance A (27.3%),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4,413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(113 subs): Divine Insurance Age (21), Garcia and Associate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(0.7%),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2.9%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20+ subs but &lt;3% HR: Harmony Insurance Ag (0.7%),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2.9% (127 binds / 4,413 subs). Need 93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30+ subs and some binds but &lt;5% HR: Storrs Insurance Gro (1019s/21b), Tailored Insurance G (522s/13b), Insurancehub Leavitt (414s/5b).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$1,096,986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have 82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127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262499166700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FAMILY PITBULL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THALIA GUZMAN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260707982855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WHIRLWIND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$31,496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269563556131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Z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260193739134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EAM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257855185042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Royalty Insurance Services, Inc., 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 BEE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$11,711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268166229192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BROS LOGISTICS CORPORATIO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$198,161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$903,930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$285,215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259862150945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 MERCH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$260,772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522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(522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$421,209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$1,283,027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$362,460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$63,300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$421,209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$-209,575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$421,209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1019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($209,575)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(1019 subs, only 21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$315,251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414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(414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217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(217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$35,570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298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(298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$294,082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$107,645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(173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$107,645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199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(199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($26,997)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$64,632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(134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(41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$-56,556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(123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(70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