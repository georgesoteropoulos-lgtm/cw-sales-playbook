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Lydia Ramos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27,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Lydia Ramos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$3,878,095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$2,720,773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$703,049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$-1,472,206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$9,426,845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$8,624,423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$11,312,214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$719,911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$2,452,910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$440,302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$156,031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$127,632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Guru Commercial &amp; Crop Insurance Br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$146,832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Denis A. Salazar Dba Westins Insura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Christian Charles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$1,313,935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$1,048,683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$708,037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$3,878,095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$2,720,773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4496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67.4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+51%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5/25–5/27*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1748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3.9%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-438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-295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Monarca Trucking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Guru Commercial &amp; Crop Insurance Broke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$82,148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$-284,660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$229,200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$-309,173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$1,313,935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$56,561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$-362,699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$36,674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$-329,086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$1,048,683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$708,037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$49,691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$-186,587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742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$5,934,056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$2,720,773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$-1,472,206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3,359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$149,936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$2,191,556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$1,004,576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$317,653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$223,061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$117,100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(52%)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4.9%  ·  Declined: 155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Givesurance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Tanner Anderson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Elite Insurance &amp; Financial 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Alexis Larrazola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Chrisann Richards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Joe Santos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 Gomez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Monarca Trucking Insurance Ser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RASHAD KHALILOV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Gurt (Tirath) Nijjer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Guru Commercial &amp; Crop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Janet Martinez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Cody Byrd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Cesar Cetino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Craig Johnson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Douglas Samson Jr.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Ward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Lopez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Pippin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 Salazar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Denis A. Salazar Dba Westins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Ramirez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Sindia Aragon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Jenna Glora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Samantha Yu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GAGANDEEP SINGH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Risa Lyn Anderson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Yannick Khan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Eric Holmes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Premiere Solutions Insurance 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Denise Jimenez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$440,302  |  Subs 1036  |  Binds 22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$440,302 YTD GWP  |  22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$469,248  |  Subs 528  |  Binds 13  |  HR 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$469,248 YTD GWP  |  13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$22,820  |  Subs 13  |  Binds 0  |  HR 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$22,820 in new business  |  Submission volume up 700%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$53,103  |  Subs 19  |  Binds 3  |  HR 15.8%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15.8% (portfolio avg: 2.9%)  |  3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$188,315  |  Subs 185  |  Binds 13  |  HR 7.0%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7.0% (portfolio avg: 2.9%)  |  $188,315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$27,152  |  Subs 123  |  Binds 1  |  HR 0.8%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0.8% on 123 subs  |  Cancellations are 339% of new business ($40,292 vs $11,870)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$19,341  |  Subs 21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Cancellations are 100% of new business ($19,341 vs $19,341)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$57,366  |  Subs 42  |  Binds 1  |  HR 2.4%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2.4% on 42 subs  |  Cancellations are 405% of new business ($71,003 vs $17,529)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$104,477  |  Subs 204  |  Binds 2  |  HR 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1.0% on 204 subs  |  Cancellations are 183% of new business ($63,861 vs $34,923)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Garcia and Associates Insurance Agency,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$54,958  |  Subs 21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Submissions dropped 86% MoM (7 -&gt; 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Lydia Ramos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(Tailored Insurance Group, Storrs Insurance Group, I, Insurancehub Leavitt Agen) drive $1,185,104 (31%)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Embedded Insurance A (27.3%), Alamar Insurance &amp; R (25.0%), Roger Calvillo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4,496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submitting but 0 binds (114 subs): Divine Insurance Age (21), Garcia and Associate (21)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Harmony Insurance Ag (0.7%), Monarca Trucking Ins (0.8%), Alliance Insurance G (1.0%)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2.9%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20+ subs but &lt;3% HR: Harmony Insurance Ag (0.7%), Monarca Trucking Ins (0.8%), Alliance Insurance G (1.0%). Conduct submission quality training to lift conversion 2-3 points.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2.9% (131 binds / 4,496 subs). Need 93 more binds. Focus on submission quality and appetite education.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19 agencies with 30+ subs and some binds but &lt;5% HR: Storrs Insurance Gro (1036s/22b), Tailored Insurance G (528s/13b), Insurancehub Leavitt (426s/5b).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Storrs Insurance Group, I, Tailored Insurance Group, Guru Commercial &amp; Crop In. $1,097,146 total cancellations - investigate retention.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have 83 quotes but 0 binds: Divine Insurance Agency I (17q), Garcia and Associates Ins (14q), Top Line Truck Insurance  (11q).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Last 25 Bound Submissions  |  131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260617461825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TIM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$19,987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263140977517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Spotter Leasing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$33,703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268126792244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SHIVAJI TRANSPORT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264631153577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STONES JOURNEY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$21,094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262248049295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RAY BOY'S HAULING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$18,682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267516791055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HADDEN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Fifield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253934149871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BELMARES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262499166700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FAMILY PITBULL TRANSPORT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THALIA GUZMAN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257982830982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SOLENE FREIGHT SOLUTIONS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256170160572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BANDIDO EXPRESS TRUCKING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 Cueto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261962025565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SEA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261451366757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5FIVESOLUTIONS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Socorro Jurado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265523629398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ECL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$21,496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260707982855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WHIRLWIND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$31,496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266729711473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PAYLESS LOGISTIC SERVICES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Luz Bersaida Mejia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$17,686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251594164025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GENO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$42,900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267606868365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Pacific Coast Insurance Services 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D DE LA CRUZ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Matthew Shenouda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264930435144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LINK USA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$22,041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268971650845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COASTLINE COMMITMENT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$19,790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250889039736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DAMATAL AUTOS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$145,392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269090008267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 HAMILTON ENTERPRISES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Amir Tajalli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263746341049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 BROWN EQUIP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R TRICE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264490578522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 STATE HAULING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$19,141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267480267351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HINES VIP TRUCKING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$19,290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260269580888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BLOODLINE LOGISTICS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$20,999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$692,664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Active in-force policies expiring through Aug 25,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$310,562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259961228323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HM HILL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252344447531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 ELSTON TRUCKING AND HAY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Embedded Insurance Agency,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252999199119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CUTU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256784736603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KEOSHI DELIVERY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255466928174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RAZO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250772194249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FEARS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250471857713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AAR TRANSPORT L L 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$16,809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251333340424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BUCKYS TRANSPORTATION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$32,861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253406099755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FAAME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250504587841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DUBGEE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254742582359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 F HUDSON AND SON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42d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$19,608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255589525405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GITTA'S TRANSPORTATION SERVICES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259884083198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FIRST EXPRESS TRANSPORTATION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50d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$27,141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Policies with cancellation_date on or before Aug 25,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Lehi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$260,772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$-54,880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$-5,751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$117,415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$-27,073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$92,926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$71,637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$-38,837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528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($194,240)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(528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$266,625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$440,302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$1,744,214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$1,302,121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$85,326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$64,956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$114,444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$84,225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$-42,280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$-40,810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$88,355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$5,725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$440,302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$89,856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$440,302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1036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63% of new business ($209,734)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(1036 subs, only 22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$334,344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$575,416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$198,817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$210,690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426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(426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$265,938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$402,593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$553,760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$10,475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$126,990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$136,494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$67,568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(145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$227,748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$82,791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$59,884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221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(221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$178,295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$188,664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$47,774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$74,869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$-677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$172,366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NV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$156,031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$208,145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$314,069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$45,286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$-18,076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$32,317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$30,985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$-13,584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$156,031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$127,632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$156,031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$127,632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$127,632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Guru Commercial &amp; Crop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$-22,204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222% of new business ($148,742)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$66,958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$103,953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$146,832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$146,832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305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($48,165)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(305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$110,034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Lubemer International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Hawthorne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$155,918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Denis A. Salazar Dba Westins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$-18,276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$106,318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$35,627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Christian Charles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Signal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$-2,617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$109,097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$-35,596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$104,477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204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($63,861)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(204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$34,923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JURUPA CVALLEY 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$92,298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($20,251)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$49,237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$20,251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Robust Financial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Boerne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$11,127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($64,813)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$64,813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Upland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$58,185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$-17,509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$73,968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234% of new business ($44,760)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$19,157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$44,760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$72,057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Murrieta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$67,207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$67,207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40% of new business ($26,997)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$67,207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Thousand Oaks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$64,344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136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(136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$35,958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$-6,306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$62,247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($41,227)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$41,194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$41,227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Gabriel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$-38,334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$-32,670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$57,366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42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405% of new business ($71,003)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(42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$17,529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Garcia and Associates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Bakersfield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 Of Arizona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Mesa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$-30,807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99% of new business ($52,952)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$53,521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$52,952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$53,103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$16,980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$45,165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$39,467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($15,303)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$30,538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$15,303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Embedded Insurance Agency, LLC,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Park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$-57,702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Premiere Solutions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Yucaipa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$-21,829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$34,766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$29,840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119% of new business ($35,464)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$29,840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$35,464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West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$-15,281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$11,870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123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339% of new business ($40,292)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(123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$11,870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Success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$25,506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iTech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Fontana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Only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$22,820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$22,568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Active America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Yucca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$19,576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($19,341)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$19,341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Coast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South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Newport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$18,894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Best California Financial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$16,753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$15,915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$15,915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Nevada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$-10,786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Palmdale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$-2,273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Produ Group Dba Produ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Fullerton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Royalty Insurance Services, Inc., A Division Of World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North Carolina  |  City: Van Nuys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$-498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$-6,312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Alamar Insurance &amp; Registration Solutions.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Capital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Prescott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Covertoday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E2 Insurance &amp; Financial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Gls Insurance Group,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Nogales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Commercial Insurance And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Montclair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PLS PRO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$-2,077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Line Truck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Utah  |  City: Draper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