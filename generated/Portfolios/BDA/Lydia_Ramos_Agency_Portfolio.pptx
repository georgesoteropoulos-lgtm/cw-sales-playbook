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Lydia Ramos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29,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Lydia Ramos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$3,941,565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$2,782,254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$705,037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$-1,509,360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$9,426,845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$8,687,893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$11,312,214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$719,911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$2,455,895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$459,961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$354,005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$197,851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$169,453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Guru Commercial &amp; Crop Insurance Br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Christian Charles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$1,313,935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$1,116,879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$769,518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$3,941,565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$2,782,254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4591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67.4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+54%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52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5/25–5/29*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1842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3.7%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1,059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-415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-286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+148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Monarca Trucking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Guru Commercial &amp; Crop Insurance Broke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$-284,660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$229,200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$-309,173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$1,313,935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$56,561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$-362,699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$-329,086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$1,116,879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$769,518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$49,691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$-223,741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841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$6,002,252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$2,782,254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$-1,509,360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4,785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3,446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$169,596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$60,643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$2,191,556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$317,653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$223,061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$117,100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4.8%  ·  Declined: 155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Givesurance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Tanner Anderson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Elite Insurance &amp; Financial 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Alexis Larrazola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Chrisann Richards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 Gomez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Monarca Trucking Insurance 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RASHAD KHALILOV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Gurt (Tirath) Nijjer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Guru Commercial &amp; Crop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Janet Martinez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Cody Byrd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Cesar Cetino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Craig Johnson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Douglas Samson Jr.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Pippin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Lopez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Denis A. Salazar Dba Westins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Ramirez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Jenna Glora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Sindia Aragon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Samantha Yu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GAGANDEEP SINGH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Yannick Khan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Risa Lyn Anderson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Denise Jimenez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Eric Holmes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Premiere Solutions Insurance A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$459,961  |  Subs 1059  |  Binds 22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$459,961 YTD GWP  |  22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$469,248  |  Subs 537  |  Binds 12  |  HR 2.2%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$469,248 YTD GWP  |  12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$53,103  |  Subs 20  |  Binds 3  |  HR 15.0%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15.0% (portfolio avg: 2.9%)  |  3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$22,820  |  Subs 13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$22,820 in new business  |  Submission volume up 700%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$188,315  |  Subs 190  |  Binds 13  |  HR 6.8%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2.9%)  |  $188,315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$27,152  |  Subs 124  |  Binds 1  |  HR 0.8%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0.8% on 124 subs  |  Cancellations are 339% of new business ($40,292 vs $11,870)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$57,366  |  Subs 45  |  Binds 1  |  HR 2.2%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2.2% on 45 subs  |  Cancellations are 405% of new business ($71,003 vs $17,529)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$19,341  |  Subs 21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Cancellations are 100% of new business ($19,341 vs $19,341)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$104,477  |  Subs 209  |  Binds 2  |  HR 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209 subs  |  Cancellations are 183% of new business ($63,861 vs $34,923)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Garcia and Associates Insurance Agency,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$54,958  |  Subs 22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22 submissions with 0 binds - zero conversion  |  Submissions dropped 71% MoM (7 -&gt;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(Tailored Insurance Group, Storrs Insurance Group, I, Insurancehub Leavitt Agen) drive $1,204,763 (31%)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Embedded Insurance A (27.3%), Alamar Insurance &amp; R (25.0%), Roger Calvillo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4,591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submitting but 0 binds (117 subs): Garcia and Associate (22), Divine Insurance Age (21)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Monarca Trucking Ins (0.8%), Alliance Insurance G (1.0%), Insurancehub Leavitt (1.2%)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2.9%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20+ subs but &lt;3% HR: Monarca Trucking Ins (0.8%), Alliance Insurance G (1.0%), Insurancehub Leavitt (1.2%). Conduct submission quality training to lift conversion 2-3 points.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2.9% (132 binds / 4,591 subs). Need 97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19 agencies with 30+ subs and some binds but &lt;5% HR: Storrs Insurance Gro (1059s/22b), Tailored Insurance G (537s/12b), Insurancehub Leavitt (433s/5b).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Storrs Insurance Group, I, Tailored Insurance Group, Guru Commercial &amp; Crop In. $1,116,936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have 87 quotes but 0 binds: Divine Insurance Agency I (17q), Garcia and Associates Ins (14q), Top Line Truck Insurance  (12q).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Last 25 Bound Submissions  |  132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266011114606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MOALA &amp; CO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251960862933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SKYLINE EXPRESS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263780512370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VISA TRUCKS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260617461825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TIM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264181670995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VOEN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$41,820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263140977517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Spotter Leasing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$33,703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268126792244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SHIVAJI TRANSPORT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264631153577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STONES JOURNEY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267516791055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HADDEN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Fifield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253934149871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BELMARES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262499166700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FAMILY PITBULL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THALIA GUZMAN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257982830982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SOLENE FREIGHT SOLUTIONS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256170160572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BANDIDO EXPRESS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 Cueto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261962025565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SEA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262248049295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RAY BOY'S HAULING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261451366757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5FIVESOLUTIONS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Socorro Jurado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$23,680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265523629398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ECL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266729711473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PAYLESS LOGISTIC SERVICES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Luz Bersaida Mejia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251594164025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GENO TRUCKING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$42,900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267606868365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Pacific Coast Insurance Services 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D DE LA CRUZ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Matthew Shenouda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$26,481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264930435144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LINK USA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$22,041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250889039736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DAMATAL AUTOS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$145,392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269090008267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 HAMILTON ENTERPRISES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Amir Tajalli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263746341049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 BROWN EQUIP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R TRICE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$701,430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Active in-force policies expiring through Aug 27,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$318,386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259961228323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HM HILL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252344447531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 ELSTON TRUCKING AND HAY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252999199119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CUTU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256784736603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KEOSHI DELIVERY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255466928174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RAZO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250772194249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FEARS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250471857713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AAR TRANSPORT L L 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$16,809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251333340424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BUCKYS TRANSPORTATION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253406099755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FAAME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250504587841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DUBGEE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254742582359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 HUDSON AND SON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255589525405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GITTA'S TRANSPORTATION SERVICES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259884083198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FIRST EXPRESS TRANSPORTATION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$27,141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Policies with cancellation_date on or before Aug 27,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 Intern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Lehi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$-54,880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$-5,751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$117,415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$-27,073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$92,926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537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($194,240)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(537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$266,625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$459,961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$354,005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$1,744,214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$1,321,779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$364,579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$85,326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$64,956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$114,444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$84,225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$-40,810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$108,013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$102,054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$5,725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$459,961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$354,005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$459,961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$354,005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1059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($209,734)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(1059 subs, only 22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$354,005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$198,817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$210,690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433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(433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$265,938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$553,760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$10,475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$126,990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$136,494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$67,568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147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(147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$227,748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NV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$197,851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$-18,076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$32,317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$-13,584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$77,307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$77,307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$197,851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$197,851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$82,791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227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(227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$178,295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$188,664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$47,774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$74,869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$-677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$172,366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Guru Commercial &amp; Crop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$-22,204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222% of new business ($148,742)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$66,958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315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($67,956)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(315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$110,034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Lubemer International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Hawthorne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$155,918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Denis A. Salazar Dba Westins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$106,318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$35,627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Christian Charles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Signal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$-2,617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$109,097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$-35,596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$104,477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209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($63,861)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$34,923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JURUPA CVALLEY 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$92,298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($20,251)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$49,237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$20,251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Robust Financial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Boerne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$11,127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($64,813)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$64,813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Upland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$58,185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$-17,509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$73,968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234% of new business ($44,760)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$19,157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$44,760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Murrieta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$67,207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$67,207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40% of new business ($26,997)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$67,207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Thousand Oaks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$1,991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$66,335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$66,335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138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(138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$35,958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$-6,306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$62,247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($41,227)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$41,194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$41,227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Gabriel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$-38,334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$-32,670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$57,366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405% of new business ($71,003)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$17,529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Garcia and Associates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Bakersfield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 Of Arizona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Mesa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$-30,807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99% of new business ($52,952)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$53,521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$52,952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$53,103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$16,980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$45,165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($15,303)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$30,538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$15,303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Embedded Insurance Agency, LLC,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Park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Premiere Solutions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Yucaipa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$-21,829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$34,766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$29,840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119% of new business ($35,464)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$29,840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$35,464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West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$11,870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339% of new business ($40,292)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$11,870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Success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$25,506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iTech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Fontana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Only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$22,820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$22,568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Active America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Yucca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$19,576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($19,341)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$19,341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Coast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South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Newport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$18,894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Best California Financial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$16,753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$15,915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Nevada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$-10,786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Palmdale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$-2,273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Produ Group Dba Produ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Fullerton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Royalty Insurance Services, Inc., A Division Of World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North Carolina  |  City: Van Nuys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$-498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Alamar Insurance &amp; Registration Solutions.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Capital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Prescott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Covertoday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E2 Insurance &amp; Financial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Gls Insurance Group,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Nogales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Commercial Insurance And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Montclair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PLS PRO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$-2,077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Line Truck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Utah  |  City: Draper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