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$701,821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$-1,471,061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$8,600,633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$3,854,305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$976,467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$685,474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$-185,441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$5,823,506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$2,698,210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$-1,471,061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3,331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4.7%  ·  Declined: 153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$440,302  |  Subs 1030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$440,302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528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184  |  Binds 13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202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202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$1,185,104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Alamar Insurance &amp; R (33.3%), Embedded Insurance A (27.3%),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4,457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(114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(128 binds / 4,457 subs). Need 94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30+ subs and some binds but &lt;5% HR: Storrs Insurance Gro (1030s/22b), Tailored Insurance G (528s/13b), Insurancehub Leavitt (422s/5b).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83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268166229192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BROS LOGISTICS CORPORATIO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$198,161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$891,053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$350,356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1030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(1030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422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(422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(143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(299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(175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(135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