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54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54 Total Agencies  |  53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$4,006,888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$-1,526,847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$8,753,217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$784,872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$2,445,097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$469,665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$459,961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$354,005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$294,149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$292,709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$169,453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$1,299,976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$1,212,970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$834,479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$4,006,888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Wgb Raby Lp Dba Champion Risk &amp; Insura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54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124%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1882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1,882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1,070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$1,299,976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$1,212,970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$834,479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$-241,227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$6,084,384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$-1,526,847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4,823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3,480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$234,557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$60,643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$123,511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$2,256,517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$182,061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5.0%  ·  Declined: 158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Fernando Tirado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$459,961  |  Subs 1070  |  Binds 21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$459,961 YTD GWP  |  21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$469,665  |  Subs 540  |  Binds 13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$469,665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21  |  Binds 3  |  HR 14.3%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14.3% (portfolio avg: 2.9%)  |  3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$45,165  |  Subs 12  |  Binds 2  |  HR 16.7%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16.7% (portfolio avg: 2.9%)  |  $45,165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125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125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45  |  Binds 1  |  HR 2.2%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2.2% on 45 subs  |  Cancellations are 405% of new business ($71,003 vs $17,529)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209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209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22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Cal-Valley Insurance Serv) drive $1,223,775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Embedded Insurance A (27.3%), Alamar Insurance &amp; R (25.0%),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4,627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Wgb Raby Lp Dba Cham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(120 subs): Garcia and Associate (22), Divine Insurance Age (21)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Monarca Trucking Ins (0.8%), Alliance Insurance G (1.0%), Insurancehub Leavitt (1.1%)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(132 binds / 4,627 subs). Need 99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Monarca Trucking Ins (0.8%), Alliance Insurance G (1.0%), Insurancehub Leavitt (1.1%).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19 agencies with 30+ subs and some binds but &lt;5% HR: Storrs Insurance Gro (1070s/21b), Tailored Insurance G (540s/13b), Insurancehub Leavitt (437s/5b).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$1,134,422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have 91 quotes but 0 binds: Divine Insurance Agency I (17q), Top Line Truck Insurance  (15q), Garcia and Associates Ins (14q).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132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262033901210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EXCEL WORLDWIDE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Ahmad Alrwais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262179823296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JALLAH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Kiera Montgomery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260707982855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WHIRLWIND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$31,923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251960862933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SKYLINE EXPRESS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263780512370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VISA TRUCKS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260617461825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TIM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264181670995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VOEN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267516791055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HADDEN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Fifield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262248049295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 BOY'S HAULING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 Romero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$753,068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$359,023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$1,990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259884083198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FIRST EXPRESS TRANSPORTATION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$27,141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256282274292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 R T GROUP LOGISTICS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$938,415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$261,199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$93,343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$191,500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540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(540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$459,961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$354,005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$1,321,779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$108,013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$102,054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$459,961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$354,005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$459,961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$354,005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1070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(1070 subs, only 21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$354,005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$292,709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$618,721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$132,529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$294,149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$292,709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$294,149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$292,709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$292,709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1.1% hit ratio on 437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(437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$197,851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$77,307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$197,851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$197,851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229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(229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$-85,442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$-40,348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$-85,442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318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78% of new business ($85,442)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(318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40% of new business ($26,997)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$67,207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$1,991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$66,335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$66,335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140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(140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