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$3,855,533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$703,049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$-1,472,206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$8,601,861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$2,384,945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$1,261,643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$995,149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$3,855,533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4461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1714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$1,261,643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$995,149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$-186,587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$5,828,229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$-1,472,206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4,651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3,334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$2,157,853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4.7%  ·  Declined: 153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$440,302  |  Subs 1030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$440,302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528  |  Binds 12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184  |  Binds 13  |  HR 7.1%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41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41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202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202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$1,185,104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4,461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(114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(128 binds / 4,461 subs). Need 95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30+ subs and some binds but &lt;5% HR: Storrs Insurance Gro (1030s/22b), Tailored Insurance G (528s/12b), Insurancehub Leavitt (422s/5b).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$1,097,146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83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260193739134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EAM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257855185042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Royalty Insurance Services, Inc.,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 BEE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$711,574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$309,339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259862150945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 MERCH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$3,194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256889852840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Kennedy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256889852840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Kennedy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(1030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$334,344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422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(422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(143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(220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301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(301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(175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$107,645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($26,997)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$64,632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