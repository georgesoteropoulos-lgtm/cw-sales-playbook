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Lydia Ramos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21,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Lydia Ramos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$3,814,117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$2,658,023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$701,821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$-1,470,901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$9,426,845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$8,560,445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$11,312,214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$719,911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$2,479,326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$421,209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$315,251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$167,221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$151,272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Guru Commercial &amp; Crop Insurance Br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$145,604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$136,044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$107,645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Christian Charles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$1,275,602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$1,000,220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$645,287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$3,814,117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$2,658,023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4375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66.9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+58%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5/18–5/21*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1628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4.1%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-67.2%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-169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Monarca Trucking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Guru Commercial &amp; Crop Insurance Broke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$-284,660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$229,200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$-309,173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$1,275,602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$56,561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$-362,699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$-329,086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$1,000,220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$645,287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$49,691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$-185,281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$5,847,260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$2,658,023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$-1,470,901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4,562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3,268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$147,361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$2,157,853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$317,653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$223,061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(52%)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4.8%  ·  Declined: 151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Givesurance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Tanner Anderson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Elite Insurance &amp; Financial 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Alexis Larrazola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Chrisann Richards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 Gomez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Monarca Trucking Insurance 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RASHAD KHALILOV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Gurt (Tirath) Nijjer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Guru Commercial &amp; Crop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Janet Martinez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Cody Byrd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Cesar Cetino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Craig Johnson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Douglas Samson Jr.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Pippin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Lopez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Denis A. Salazar Dba Westins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Sindia Aragon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Ramirez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Jenna Glora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Samantha Yu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GAGANDEEP SINGH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Yannick Khan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Risa Lyn Anderson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Denise Jimenez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Eric Holmes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Premiere Solutions Insurance A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$421,209  |  Subs 1013  |  Binds 23  |  HR 2.3%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$421,209 YTD GWP  |  23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$469,248  |  Subs 522  |  Binds 13  |  HR 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$469,248 YTD GWP  |  13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$22,820  |  Subs 13  |  Binds 0  |  HR 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$22,820 in new business  |  Submission volume up 700%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$53,103  |  Subs 19  |  Binds 3  |  HR 15.8%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15.8% (portfolio avg: 2.9%)  |  3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$167,221  |  Subs 182  |  Binds 12  |  HR 6.6%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6.6% (portfolio avg: 2.9%)  |  $167,221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$27,152  |  Subs 123  |  Binds 1  |  HR 0.8%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0.8% on 123 subs  |  Cancellations are 339% of new business ($40,292 vs $11,870)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$19,341  |  Subs 21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Cancellations are 100% of new business ($19,341 vs $19,341)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$57,366  |  Subs 41  |  Binds 1  |  HR 2.4%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2.4% on 41 subs  |  Cancellations are 405% of new business ($71,003 vs $17,529)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$104,477  |  Subs 197  |  Binds 2  |  HR 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197 subs  |  Cancellations are 183% of new business ($63,861 vs $34,923)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Garcia and Associates Insurance Agency,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$54,958  |  Subs 21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Submissions dropped 86% MoM (7 -&gt; 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(Tailored Insurance Group, Storrs Insurance Group, I, Insurancehub Leavitt Agen) drive $1,166,011 (31%)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Alamar Insurance &amp; R (33.3%), Embedded Insurance A (27.3%), Roger Calvillo Insur (18.2%)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4,375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submitting but 0 binds (112 subs): Divine Insurance Age (21), Garcia and Associate (21)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Harmony Insurance Ag (0.8%), Monarca Trucking Ins (0.8%), Alliance Insurance G (1.0%)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2.9%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20+ subs but &lt;3% HR: Harmony Insurance Ag (0.8%), Monarca Trucking Ins (0.8%), Alliance Insurance G (1.0%). Conduct submission quality training to lift conversion 2-3 points.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2.9% (129 binds / 4,375 subs). Need 89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Storrs Insurance Gro (1013s/23b), Tailored Insurance G (522s/13b), Insurancehub Leavitt (410s/5b).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Storrs Insurance Group, I, Tailored Insurance Group, Guru Commercial &amp; Crop In. $1,096,986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have 82 quotes but 0 binds: Divine Insurance Agency I (17q), Garcia and Associates Ins (14q), Top Line Truck Insurance  (11q).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Last 25 Bound Submissions  |  129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253934149871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BELMARES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$46,550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262179823296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JALLAH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Kiera Montgomery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262499166700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FAMILY PITBULL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THALIA GUZMAN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257982830982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SOLENE FREIGHT SOLUTIONS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256170160572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BANDIDO EXPRESS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 Cueto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261962025565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SEA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261451366757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5FIVESOLUTIONS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Socorro Jurado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265523629398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ECL TRUCKING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$21,496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260707982855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WHIRLWIND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$31,496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266729711473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PAYLESS LOGISTIC SERVICES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Luz Bersaida Mejia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251594164025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GENO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$42,900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267606868365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Pacific Coast Insurance Services 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D DE LA CRUZ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Matthew Shenouda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263140977517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Spotter Leasing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$33,703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264930435144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LINK USA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$22,041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250889039736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DAMATAL AUTOS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$145,392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269090008267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 HAMILTON ENTERPRISES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Amir Tajalli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263746341049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 BROWN EQUIP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R TRICE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264490578522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 STATE HAULING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261106128145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 &amp; S TRUCKING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$31,970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267480267351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HINES VIP TRUCKING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$19,290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260269580888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BLOODLINE LOGISTICS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$20,999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269563556131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Z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260193739134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EAM LOGISTICS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257855185042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Royalty Insurance Services, Inc., 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 BEE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$11,711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$783,245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Active in-force policies expiring through Aug 19,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$280,499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257517876241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BATES &amp; SONS TRUCKING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259862150945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 MERCH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259961228323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HM HILL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252344447531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 ELSTON TRUCKING AND HAY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252999199119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CUTU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256784736603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KEOSHI DELIVERY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255466928174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RAZO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250772194249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FEARS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250471857713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AAR TRANSPORT L L 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$16,809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251333340424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BUCKYS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$2,125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253406099755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FAAME TRANSPORT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41d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250504587841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DUBGEE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254742582359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 HUDSON AND SON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$19,608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Policies with cancellation_date on or before Aug 19,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$11,710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$11,710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259942950259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BIG EAGLE TRANSPORT LOGISTICS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 of 1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Lehi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$260,772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$-54,880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$-5,751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$117,415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$-27,073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$92,926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522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($194,240)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(522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$266,625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$421,209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$-209,575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$1,744,214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$1,283,027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$437,334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$85,326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$64,956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$114,444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$84,225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$-40,810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$69,261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$63,300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$5,725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$421,209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$-209,575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$421,209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1013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($209,575)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(1013 subs, only 23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$315,251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$198,817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$210,690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410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(410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$265,938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$553,760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$10,475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$126,990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$136,494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$67,568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(141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$227,748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$82,791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215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(215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$178,295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$47,774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$74,869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$151,272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$-677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$151,272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$151,272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Guru Commercial &amp; Crop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$-22,204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222% of new business ($148,742)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$66,958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$35,570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292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($48,165)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(292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$110,034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Lubemer International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Hawthorne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$155,918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NV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$294,082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$-18,076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$32,317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$-13,584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$136,044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$136,044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$107,645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172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(172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$107,645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Denis A. Salazar Dba Westins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$106,318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$35,627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Christian Charles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Signal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$-2,617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$109,097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$-35,596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$104,477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197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($63,861)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(197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$34,923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JURUPA CVALLEY 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$92,298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($20,251)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$49,237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$20,251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Robust Financial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Boerne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$11,127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($64,813)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$64,813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Upland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$58,185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$-17,509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$73,968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234% of new business ($44,760)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$19,157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$44,760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Murrieta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$64,632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($26,997)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(80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$64,632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Thousand Oaks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$64,344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37 to 15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(129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$35,958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$-6,306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$62,247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($41,227)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16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$41,227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Gabriel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$-38,334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$-32,670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$57,366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405% of new business ($71,003)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(41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$17,529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Garcia and Associates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Bakersfield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 Of Arizona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Mesa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$-30,807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99% of new business ($52,952)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$53,521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$52,952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$53,103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$16,980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$45,165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($15,303)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$30,538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$15,303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Embedded Insurance Agency, LLC,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Park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$-56,556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Premiere Solutions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Yucaipa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$-21,829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$34,766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$29,840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119% of new business ($35,464)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$29,840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$35,464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West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$11,870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339% of new business ($40,292)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$11,870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Success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$25,506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iTech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Fontana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Only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$22,820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$22,568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Active America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Yucca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$19,576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($19,341)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$19,341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Coast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South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Newport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$18,894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Best California Financial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$16,753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$15,915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Nevada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$-10,786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Palmdale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$-2,273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Produ Group Dba Produ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Fullerton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Royalty Insurance Services, Inc., A Division Of World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North Carolina  |  City: Van Nuys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$-498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Alamar Insurance &amp; Registration Solutions.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Capital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Prescott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Covertoday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E2 Insurance &amp; Financial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Gls Insurance Group,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Nogales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Commercial Insurance And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Montclair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PLS PRO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$-2,077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Line Truck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Utah  |  City: Draper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