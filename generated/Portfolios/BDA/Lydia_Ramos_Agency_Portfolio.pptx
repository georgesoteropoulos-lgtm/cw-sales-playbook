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$3,854,305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$701,821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$-1,471,061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$8,600,633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$2,401,370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$1,367,579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$976,467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$685,474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$3,854,305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$1,367,579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$976,467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$685,474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$-185,441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$5,803,761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$-1,471,061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3,330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$147,361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$2,157,853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4.7%  ·  Declined: 153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$440,302  |  Subs 1030  |  Binds 22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$440,302 YTD GWP  |  22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528  |  Binds 13  |  HR 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19  |  Binds 3  |  HR 15.8%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15.8% (portfolio avg: 2.9%)  |  3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$188,315  |  Subs 184  |  Binds 13  |  HR 7.1%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7.1% (portfolio avg: 2.9%)  |  $188,315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123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123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41  |  Binds 1  |  HR 2.4%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41 subs  |  Cancellations are 405% of new business ($71,003 vs $17,529)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202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202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Submissions dropped 86% MoM (7 -&gt;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$1,185,104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Alamar Insurance &amp; R (33.3%), Embedded Insurance A (27.3%),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4,457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(114 subs): Divine Insurance Age (21), Garcia and Associate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Harmony Insurance Ag (0.7%), Monarca Trucking Ins (0.8%), Alliance Insurance G (1.0%)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Harmony Insurance Ag (0.7%), Monarca Trucking Ins (0.8%), Alliance Insurance G (1.0%).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(128 binds / 4,457 subs). Need 94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30+ subs and some binds but &lt;5% HR: Storrs Insurance Gro (1030s/22b), Tailored Insurance G (528s/13b), Insurancehub Leavitt (422s/5b).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$1,097,146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have 83 quotes but 0 binds: Divine Insurance Agency I (17q), Garcia and Associates Ins (14q), Top Line Truck Insurance  (11q).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128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264490578522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 STATE HAULING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267480267351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HINES VIP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$19,290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260269580888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BLOODLINE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269563556131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Z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260193739134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EAM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257855185042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Royalty Insurance Services, Inc., 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 BEE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$11,711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268166229192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BROS LOGISTICS CORPORATIO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$198,161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$891,053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$253,007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259862150945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 MERCH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252065546457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MC &amp; KJ TRUCKING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 of 1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(528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$1,302,121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1030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(1030 subs, only 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$334,344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422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(422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(143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220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(220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($48,165)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$294,082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(175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$107,645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($26,997)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$64,632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$64,344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