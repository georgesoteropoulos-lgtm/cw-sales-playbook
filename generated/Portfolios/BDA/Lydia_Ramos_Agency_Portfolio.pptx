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Lydia Ramos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Jan–Jun 2026  |  Generated June 01, 2026  |  54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Lydia Ramos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54 Total Agencies  |  53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$4,006,888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$2,847,215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$705,400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$-1,526,847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$9,426,845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$8,002,079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$11,312,214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$784,872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$2,445,097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$469,665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$459,961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$354,005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$294,149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$292,709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$197,851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$169,453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Guru Commercial &amp; Crop Insurance Br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$146,832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Denis A. Salazar Dba Westins Insura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Christian Charles Insurance Service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$1,299,976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$1,212,970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$834,479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75320" y="4581144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275320" y="4617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732520" y="461772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$4,006,888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509760" y="461772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$2,847,215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241280" y="46177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4629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744200" y="4617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201400" y="46177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8229600" y="5029200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8321040" y="50474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321040" y="537667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Wgb Raby Lp Dba Champion Risk &amp; Insura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C2626"/>
                </a:solidFill>
                <a:latin typeface="Segoe UI"/>
              </a:defRPr>
            </a:pPr>
            <a:r>
              <a:t>39.2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54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12–22  (Mar–Jun)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124%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6199632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199632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09360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6/1–6/1*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552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686800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5554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287000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064240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4629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132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-21.6%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78104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19656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34056" y="378104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55848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0248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2880" y="4032504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4078224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3816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4,629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19656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34056" y="4078224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5,905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0248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-22%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1,070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-396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-309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+209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+118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Monarca Trucking Insurance Services In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Guru Commercial &amp; Crop Insurance Broke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+37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54 Total Agencies  |  Jan–Jun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$82,148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$-284,660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$229,200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$-309,173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$1,299,976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$56,561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$-362,699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$36,674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$-329,086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$1,212,970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$834,479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$49,691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$-241,227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45535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4553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45535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45535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45535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45535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419855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34930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3493007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$6,084,384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37560" y="3493007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$2,847,215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63440" y="3493007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97879" y="3493007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$-1,526,847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865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4,825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009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3,482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153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29799" y="3493007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" y="3941063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$234,557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$60,643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$123,511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$2,256,517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$1,004,576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$317,653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$223,061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$182,061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(53%)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5.0%  ·  Declined: 158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Givesurance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Tanner Anderson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Elite Insurance &amp; Financial 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Alexis Larrazola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Chrisann Richards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Joe Santos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 Gomez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Monarca Trucking Insurance Ser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Sheri Berthel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RASHAD KHALILOV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Gurt (Tirath) Nijjer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Guru Commercial &amp; Crop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Janet Martinez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Cody Byrd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Cesar Cetino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Craig Johnson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Douglas Samson Jr.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Ward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Kristina Insley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Pippin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Lopez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 Salazar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Denis A. Salazar Dba Westins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Ramirez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Jenna Glora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Sindia Aragon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Samantha Yu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GAGANDEEP SINGH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Yannick Khan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Risa Lyn Anderson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Denise Jimenez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Fernando Tirado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$459,961  |  Subs 1070  |  Binds 21  |  HR 2.0%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$459,961 YTD GWP  |  21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$469,665  |  Subs 540  |  Binds 13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$469,665 YTD GWP  |  13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$53,103  |  Subs 21  |  Binds 3  |  HR 14.3%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14.3% (portfolio avg: 2.9%)  |  3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$22,820  |  Subs 13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$22,820 in new business  |  Submission volume up 700%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Roger Calvillo Insurance Agency,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$45,165  |  Subs 12  |  Binds 2  |  HR 16.7%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16.7% (portfolio avg: 2.9%)  |  $45,165 in new business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$27,152  |  Subs 125  |  Binds 1  |  HR 0.8%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0.8% on 125 subs  |  Cancellations are 339% of new business ($40,292 vs $11,870)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$57,366  |  Subs 45  |  Binds 1  |  HR 2.2%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2.2% on 45 subs  |  Cancellations are 405% of new business ($71,003 vs $17,529)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$19,341  |  Subs 21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Cancellations are 100% of new business ($19,341 vs $19,341)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$104,477  |  Subs 209  |  Binds 2  |  HR 1.0%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1.0% on 209 subs  |  Cancellations are 183% of new business ($63,861 vs $34,923)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Garcia and Associates Insurance Agency,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$54,958  |  Subs 22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22 submissions with 0 binds - zero conversion  |  Submissions dropped 71% MoM (7 -&gt; 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Lydia Ramos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Portfolio  |  Jan–Jun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(Tailored Insurance Group, Storrs Insurance Group, I, Cal-Valley Insurance Serv) drive $1,223,775 (31%)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Embedded Insurance A (27.3%), Alamar Insurance &amp; R (25.0%), Roger Calvillo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 agencies converting submissions to bound business in Jan–Jun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4,629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Jan–Jun 2026 activity: Wgb Raby Lp Dba Cham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submitting but 0 binds (120 subs): Garcia and Associate (22), Divine Insurance Age (21)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Monarca Trucking Ins (0.8%), Alliance Insurance G (1.0%), Insurancehub Leavitt (1.1%)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2.9%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2.9% (132 binds / 4,629 subs). Need 99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20+ subs but &lt;3% HR: Monarca Trucking Ins (0.8%), Alliance Insurance G (1.0%), Insurancehub Leavitt (1.1%).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19 agencies with 30+ subs and some binds but &lt;5% HR: Storrs Insurance Gro (1070s/21b), Tailored Insurance G (540s/13b), Insurancehub Leavitt (437s/5b).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Storrs Insurance Group, I, Tailored Insurance Group, Guru Commercial &amp; Crop In. $1,134,422 total cancellations - investigate retention.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have 91 quotes but 0 binds: Divine Insurance Agency I (17q), Top Line Truck Insurance  (15q), Garcia and Associates Ins (14q).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Last 25 Bound Submissions  |  132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262033901210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Saberlines,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EXCEL WORLDWIDE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Ahmad Alrwais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262179823296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JALLAH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Kiera Montgomery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$66,601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260707982855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WHIRLWIND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$31,923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251960862933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SKYLINE EXPRESS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Sheri Berthel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$23,886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263780512370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VISA TRUCKS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260617461825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TIM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264181670995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VOEN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$41,820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263140977517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Spotter Leasing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$33,703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268126792244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SHIVAJI TRANSPORT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264631153577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STONES JOURNEY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$21,094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267516791055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HADDEN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Fifield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253934149871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BELMARES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$46,550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262499166700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FAMILY PITBULL TRANSPORT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THALIA GUZMAN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257982830982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SOLENE FREIGHT SOLUTIONS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256170160572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BANDIDO EXPRESS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 Cueto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261962025565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SEA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262248049295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RAY BOY'S HAULING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261451366757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5FIVESOLUTIONS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Socorro Jurado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$23,680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265523629398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ECL TRUCKING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$21,496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266729711473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PAYLESS LOGISTIC SERVICES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Luz Bersaida Mejia Romero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$17,686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251594164025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GENO TRUCKING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$42,900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267606868365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Pacific Coast Insurance Services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JOSE D DE LA CRUZ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Matthew Shenouda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$26,481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264930435144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LINK USA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$22,041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268971650845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COASTLINE COMMITMENT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$19,790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250889039736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DAMATAL AUTOS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$145,392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$753,068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Active in-force policies expiring through Aug 30,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$303,782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Embedded Insurance Agency,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252999199119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CUTU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256784736603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KEOSHI DELIVERY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255466928174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RAZO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250772194249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FEARS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250471857713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AAR TRANSPORT L L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$16,809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251333340424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BUCKYS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253406099755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FAAME TRANSPORT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250504587841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DUBGEE LOGISTICS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254742582359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 F HUDSON AND SON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255589525405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GITTA'S TRANSPORTATION SERVICES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39d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259884083198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FIRST EXPRESS TRANSPORTATION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$27,141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256282274292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 R T GROUP LOGISTICS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$1,539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252018329601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OCEAN BRIDGE TRANSPORT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Policies with cancellation_date on or before Aug 30,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Lehi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$899,789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$261,199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$-54,880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$-5,751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$117,415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$-27,073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$93,343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$71,637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$-38,837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$469,665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$191,500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936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$117K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$475K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$469,665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540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($194,240)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(540 subs, only 13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$266,625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$459,961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$354,005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$1,744,214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$1,115,292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$85,326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$64,956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$114,444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$84,225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$-42,280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$-40,810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$108,013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$102,054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$5,725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$459,961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$354,005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$89,854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1697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$459,961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$354,005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1070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($209,734)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(1070 subs, only 21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$354,005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$292,709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$402,593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$560,322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$166,800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$10,475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$126,990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$136,494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$132,529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$294,149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$292,709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$505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$294,149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$292,709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$292,709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$453,037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$70,393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$198,817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$210,690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1.1% hit ratio on 437 subs - needs coaching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(437 subs, only 5 binds). Ask: "What are the top 2 reasons your clients go elsewhere?" Use answers to tailor appetite and pricing discussions.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$265,938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NV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$197,851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$208,145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$45,286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$-18,076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$32,317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$7,570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$30,985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$-13,584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$77,307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$77,307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$197,851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$169,453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$197,851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$169,453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$169,453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$386,028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$82,791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$59,884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229 subs - needs coaching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(229 subs, only 4 binds). Ask: "What are the top 2 reasons your clients go elsewhere?" Use answers to tailor appetite and pricing discussions.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$178,295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$47,774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$90,546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$74,869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$-677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$172,366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Guru Commercial &amp; Crop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$285,489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$-22,204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$-126,538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74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222% of new business ($148,742)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(74 subs, only 2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$66,958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$-85,442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$214,716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$-40,348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$146,832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$36,798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$-85,442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$146,832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318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78% of new business ($85,442)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(318 subs, only 6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$110,034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Lubemer International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Hawthorne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$-17,364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6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$155,918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Denis A. Salazar Dba Westins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$-18,276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$106,318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$35,627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Christian Charles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Signal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$-2,617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$109,097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$-35,596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$104,477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$34,923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1.0% hit ratio on 209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183% of new business ($63,861)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(209 subs, only 2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$34,923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JURUPA CVALLEY 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$92,298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$49,237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($20,251)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$49,237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$20,251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Robust Financial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Boerne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$11,127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$85,255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($64,813)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$64,813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Saberlines,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Upland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$58,185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$-17,509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$73,914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$33,238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$73,914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$19,157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234% of new business ($44,760)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$19,157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$44,760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$157,783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$73,322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$72,057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$72,057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Murrieta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$67,207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$67,207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40% of new business ($26,997)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94%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$67,207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Thousand Oaks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$1,991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$66,335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$66,335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$35,958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140 subs - needs coaching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(140 subs, only 2 binds). Ask: "What are the top 2 reasons your clients go elsewhere?" Use answers to tailor appetite and pricing discussions.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$35,958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$-6,306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$62,247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$41,194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($41,227)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1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$41,194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$41,227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Gabriel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$-38,334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$-32,670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$57,366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$17,529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405% of new business ($71,003)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$17,529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Garcia and Associates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Bakersfield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 Of Arizona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Mesa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$-30,807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34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99% of new business ($52,952)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(34 subs, only 1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$53,521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$53,103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$16,980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$16,980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Roger Calvillo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$45,165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$325,552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$-2,380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$39,467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$30,538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($15,303)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$30,538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$15,303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Embedded Insurance Agency, LLC,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Park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$-57,702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Premiere Solutions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Yucaipa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$-21,829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$34,766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$29,840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119% of new business ($35,464)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$29,840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$35,464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West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$-15,281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$27,152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$11,870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125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339% of new business ($40,292)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(125 subs, only 1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$11,870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Success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$25,506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iTech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Fontana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but 0 binds - follow up on pricing/coverage gaps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Only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$24,428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$15,629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$15,629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but 0 binds - follow up on pricing/coverage gaps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$22,820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$22,568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Active America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Yucca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$19,518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$19,576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($19,341)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$19,341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Coast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South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$19,168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$26,806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Newport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$18,894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Best California Financial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Orange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$16,753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$15,915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$15,915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Nevada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$-10,786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$15,602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Palmdale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$-2,273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$7,120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 submissions - highly active agency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72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(72 subs, only 2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Produ Group Dba Produ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Fullerton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$405K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Royalty Insurance Services, Inc., A Division Of World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North Carolina  |  City: Van Nuys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$-498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$-6,548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$-6,312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Alamar Insurance &amp; Registration Solutions.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Capital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Prescott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Covertoday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E2 Insurance &amp; Financial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Gls Insurance Group,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Nogales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Commercial Insurance And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Montclair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PLS PRO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$-2,227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Line Truck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Utah  |  City: Draper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