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$5,358,940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$4,332,884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$741,390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$-2,033,724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$11,226,465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$1,107,251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$3,370,308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$1,732,742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$1,448,260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3564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$1,591,950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$1,672,270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$2,244,638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$2,097,516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$1,716,085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$901,800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1621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$5,358,940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$4,332,884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148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3856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3,856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3,564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+1,815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+1,368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$1,672,270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$2,244,638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$2,097,516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$1,716,085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$901,800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$-280,834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$9,489,914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$4,332,884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$-2,033,724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9,921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6,768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$484,795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$5,006,241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$196,520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7.6%  ·  Declined: 311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$1,732,742  |  Subs 3564  |  Binds 70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$1,732,742 YTD GWP  |  70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$1,591,950  |  Subs 1368  |  Binds 33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$1,591,950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803  |  Binds 19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870  |  Binds 12  |  HR 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12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458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209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209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145  |  Binds 1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145 subs  |  Submissions dropped 63% MoM (59 -&gt; 22)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$3,786,522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Edgar Cordoba Insura (8.7%)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9,626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(483 subs): Lewis Insurance Grou (209), WTI Boyd Company (88)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Xgen Insurance Group (0.7%), JLP Insurance Servic (1.3%)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(194 binds / 9,626 subs). Need 287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20+ subs but &lt;3% HR: H2O Commercial Insur (0.7%), Xgen Insurance Group (0.7%), JLP Insurance Servic (1.3%).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21 agencies with 30+ subs and some binds but &lt;5% HR: Fino Services LLC (3564s/70b), Justin Robert Insura (1368s/33b), Rodriguez Insurance  (870s/12b).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Rodriguez Insurance Agenc. $1,470,313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264591870055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DELIVERY MATIC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261687678129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TUCSON DELIVERIES ENTERPRISES 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252763941644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MAK EAGLE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250601542537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RISCO J TRANSPORT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$3,509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256416813946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 THIRTEEN MOTIONS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$642,580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$864,716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251052115036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GARCIA BROTHERS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258582238471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PEDROSO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254053276626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STELLAR HORIZON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$3,473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$19,054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$19,054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Does Not Meet Uw G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264905880889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EAGLELINE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252548958654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252548958654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264905880889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EAGLELINE TRANSPORT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$1,732,742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$1,448,260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$3,395,891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$1,266,905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$370,122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$363,080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$1,732,742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$1,448,260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$1,732,742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$1,448,260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3564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(3564 subs, only 70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$1,448,260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$1,591,950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$273,467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$1,591,950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$1,591,950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1368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(1368 subs, only 33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803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(803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$-86,075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870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($86,075)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(870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458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(458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9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109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(109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566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(566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140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(140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11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75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