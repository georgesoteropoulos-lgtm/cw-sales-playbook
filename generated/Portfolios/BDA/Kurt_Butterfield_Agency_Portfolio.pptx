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$5,277,085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$4,279,917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$712,502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$-1,975,794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$11,144,610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$1,156,867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$3,419,626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$1,691,166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$1,416,407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$1,572,785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$1,694,025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$2,244,638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$2,164,014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$1,604,870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$848,832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$5,277,085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$4,279,917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9518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3746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3,746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3,535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+1,786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$1,694,025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$2,244,638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$2,164,014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$1,604,870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$848,832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$-222,904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$9,466,953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$4,279,917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$-1,975,794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9,810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$484,795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$5,006,241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$196,520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$1,691,166  |  Subs 3535  |  Binds 69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$1,691,166 YTD GWP  |  69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$1,572,785  |  Subs 1351  |  Binds 35  |  HR 2.6%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2.1%)  |  $1,572,785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779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2.1%)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$237,952  |  Subs 858  |  Binds 12  |  HR 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$237,952 YTD GWP  |  12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457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2.1%)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206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206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87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87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292  |  Binds 2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292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$3,725,781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Edgar Cordoba Insura (8.7%)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9,518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(478 subs): Lewis Insurance Grou (206), WTI Boyd Company (87)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JLP Insurance Servic (1.4%), Rodriguez Insurance  (1.4%)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2.1% (196 binds / 9,518 subs). Need 279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20+ subs but &lt;3% HR: H2O Commercial Insur (0.7%), JLP Insurance Servic (1.4%), Rodriguez Insurance  (1.4%).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(3535s/69b), Justin Robert Insura (1351s/35b), Rodriguez Insurance  (858s/12b).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$1,449,409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252763941644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MAK EAGLE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250601542537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RISCO J TRANSPORT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$3,509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255182549724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M EXPRESS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$29,099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268346318757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MARINEZ TRUCKING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265215588768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 EXPRESS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$13,435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251117659251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 AND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$55,493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$682,343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$844,901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256034854736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CRUX FREIGHT SOLUTIONS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257822170338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RIGHT PATH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251052115036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GARCIA BROTHERS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258582238471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PEDROSO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$39,415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262563542928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LOYAL MOVING AND STORAGE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262563542928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LOYAL MOVING AND STORAGE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$1,691,166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$1,416,407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$3,354,314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$1,254,839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$328,546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$-40,218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$1,691,166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$1,416,407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$112,979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$-394,923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$1,691,166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$1,416,407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3535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(3535 subs, only 69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$1,416,407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$1,572,785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$200,190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$2,178,791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$753,565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$271,474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$1,572,785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$1,572,785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1351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($712,902)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(1351 subs, only 35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779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(779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$237,952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$237,952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$-86,075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858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($86,075)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(858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$137,364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(457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561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73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