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20,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$5,171,205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$4,201,602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$254,002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$715,601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$-1,921,030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$11,038,730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$1,165,101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$1,668,376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$1,393,022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$1,515,984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$1,317,666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$207,291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$137,364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$103,030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$1,662,245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$2,233,632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$2,119,543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$1,543,672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$770,517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1405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$5,171,205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$4,201,602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9415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+140%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115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5/18–5/20*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3646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2.9%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1,379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3,646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6,395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3,487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+1,738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1,342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+1,342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-202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+642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-205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-505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+76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$1,662,245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$2,233,632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$2,119,543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$1,543,672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$770,517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$16,580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$-168,140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$9,318,497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$4,201,602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$254,002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$-1,921,030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9,705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6,627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$466,468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$160,388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$4,860,505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$1,520,033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$196,520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$322,577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$401,871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$62,832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7.5%  ·  Declined: 305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$1,668,376  |  Subs 3487  |  Binds 67  |  HR 1.9%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$1,668,376 YTD GWP  |  67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$1,515,984  |  Subs 1342  |  Binds 32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$1,515,984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$461,830  |  Subs 769  |  Binds 20  |  HR 2.6%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2.6% (portfolio avg: 2.0%)  |  $461,830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$207,291  |  Subs 849  |  Binds 11  |  HR 1.3%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$207,291 YTD GWP  |  11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$138,150  |  Subs 454  |  Binds 14  |  HR 3.1%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3.1% (portfolio avg: 2.0%)  |  $138,150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$-0  |  Subs 203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203 submissions with 0 binds - zero conversion  |  Negative net written premium: $-0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87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87 submissions with 0 binds - zero conversion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$-1,158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Negative net written premium: $-1,158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41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$23,509  |  Subs 290  |  Binds 2  |  HR 0.7%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290 subs  |  Cancellations are 106% of new business ($24,818 vs $23,509)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$3,646,190 (71%)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Transportation Insur (12.5%), Edgar Cordoba Insura (9.1%), Armor Texas Insuranc (5.7%)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9,415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 agencies submitting but 0 binds (485 subs): Lewis Insurance Grou (203), WTI Boyd Company (87)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H2O Commercial Insur (0.7%), Rodriguez Insurance  (1.3%), JLP Insurance Servic (1.4%)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2.0% (192 binds / 9,415 subs). Need 278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20+ subs but &lt;3% HR: H2O Commercial Insur (0.7%), Rodriguez Insurance  (1.3%), JLP Insurance Servic (1.4%).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20 agencies with 30+ subs and some binds but &lt;5% HR: Fino Services LLC (3487s/67b), Justin Robert Insura (1342s/32b), Rodriguez Insurance  (849s/11b).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71%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cancellations &gt;40% of new biz: Justin Robert Insurance A, The Mcclure Agency Llc, Dream Assurance Llc. $1,395,853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192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264859258134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TACE TRUCKING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$100,584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253037269313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MDH TRANSPORTATION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255446420436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 &amp; D RESIDENTIAL SERVICES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269017891415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KIMBERLY F CIFUENTES BARRIOS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$13,387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264800012672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DANDD TRANSPORTING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264081876397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SIMMERS ENTERPRISES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251392030764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&amp; C TRANSPORTS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$64,185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266367201835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BRAINA TRANSPORT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$85,492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268914061018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RHINO XPRESS TRANSPORTATION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Jose Mercado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266683418991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ROSEWAY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268060519403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HT TRUCKING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250196831564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GONZALEZ HOT SHOT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260849311480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PLATINUM ROUTE TRANSPORT SOLUTIO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262292614662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TAPIA FAMILY TRUCKING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$41,787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261093598371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AND G EXPRESS TRANSPORTATION L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252763941644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MAK EAGLE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250601542537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RISCO J TRANSPORT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$3,509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256416813946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 THIRTEEN MOTIONS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255182549724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M EXPRESS TRUCKING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$29,099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268346318757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JR MARINEZ TRUCKING CORP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265215588768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 EXPRESS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$13,435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251117659251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C&amp;C TRUCKING AND SERVICES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$55,493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256539181546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AAC TRUCKING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Ashish Vaja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$53,697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255547705283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SAH TRANSPORTATION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$24,583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$723,398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18,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$820,848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256034854736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CRUX FREIGHT SOLUTIONS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257822170338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RIGHT PATH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251052115036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GARCIA BROTHERS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257469231057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258582238471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PEDROSO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254053276626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STELLAR HORIZON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251311015017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DACRISAM TRANSPORT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257548363146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THE MONEY RECORDS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$11,182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255306732706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GERMANTOWN ENTERPRISE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$9,838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256038454652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ANGELOS TELLEZ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$14,219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62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18,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$1,668,376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$1,393,022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$3,331,525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$415,776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$1,181,994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$305,756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$307,842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$-39,010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$1,668,376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$1,393,022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$-393,716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$1,668,376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$1,393,022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3487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(3487 subs, only 67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$1,393,022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$1,515,984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$198,318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$-712,902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$2,121,989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$731,884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$30,274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$-64,629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$1,515,984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$1,317,666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$198,318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$-712,902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$1,515,984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$1,317,666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1342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($712,902)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(1342 subs, only 32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$1,317,666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$-195,377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$831,244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$-20,055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$-195,377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769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($195,377)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(769 subs, only 20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$408,199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$207,291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$137,364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$-62,688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$647,737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$47,829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$207,291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$137,364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$-62,688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$207,291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$137,364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849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($62,688)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(849 subs, only 11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$137,364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$219,698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($70,995)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$70,995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139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16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$-5,766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21 to 8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$-29,545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$-29,545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$103,030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$-29,545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$103,030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(159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86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($28,382)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108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$38,767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$54,616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$25,676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560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($63,108)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(560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$25,676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137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(137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41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(41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290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(290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(55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$-1,585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11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70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(70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($-0)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($-1,158)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