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Kurt Butterfield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28,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Kurt Butterfield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42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$5,566,617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$4,516,520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$284,666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$765,431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$-2,126,733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9925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$10,361,268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$11,434,142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$12,433,522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$1,256,104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$3,480,972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$1,834,636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$1,549,246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3683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$1,642,471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$1,400,130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$479,793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$424,779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$259,066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$1,692,667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1814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$2,328,230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2450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$2,174,308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2329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$1,927,113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$1,085,435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1928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$5,566,617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$4,516,520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9925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Laredo Commercial Insurance Agency, In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Meadors Adams And Lee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46%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42 of 45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176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183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8.1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5/25–5/28*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44%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4158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113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2.7%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2,256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1,899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4,158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6,395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3,683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+1,934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1,408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+1,408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+687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-487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+256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+79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$-588,514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1,706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$1,692,667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$51,285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$-377,916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1,222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$2,328,230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$108,390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$-325,459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2,450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1,597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$2,174,308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$58,229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$-461,000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$1,927,113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$1,085,435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$47,244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$-373,843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1,928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$9,881,724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$4,516,520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$284,666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$-2,126,733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10,227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6,994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$496,344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$173,702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AZ,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$5,472,792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$1,644,683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$320,622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$322,577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$407,565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$116,529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576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(27%)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8.1%  ·  Declined: 315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9925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Robert Insurance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 +1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Joya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H2O Commercial Insurance Agenc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Meagan Cooper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Alejandro Rodriguez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McClure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Dakota Coffman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Covenant Insurance Services LL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Josbriela Castro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Alejandra Pineda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Sheileen Maymi Carrillo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 Aulestia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Faith Insurance Group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Rozmin J Kurjee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Weserv Insurance &amp; Financial 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Frances M Nunez-Jimenez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moncada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Esperanza Finol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HEDY PENA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Armor Texas Insurance Agency,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Daisy Fuentes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ELIZONDO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And Tax Enterprises 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Dathaniel Campbell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Jose Medrano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Barbra Garcia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Jay Boyd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Cordoba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Dannielle D'Arcy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38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$1,834,636  |  Subs 3683  |  Binds 77  |  HR 2.1%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2.1% (portfolio avg: 2.0%)  |  $1,834,636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$1,642,471  |  Subs 1408  |  Binds 31  |  HR 2.2%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2.2% (portfolio avg: 2.0%)  |  $1,642,471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$479,793  |  Subs 814  |  Binds 20  |  HR 2.5%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2.5% (portfolio avg: 2.0%)  |  $479,793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$259,066  |  Subs 900  |  Binds 14  |  HR 1.6%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$259,066 YTD GWP  |  14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$54,616  |  Subs 586  |  Binds 12  |  HR 2.0%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2.0% (portfolio avg: 2.0%)  |  12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$26,063  |  Subs 88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88 submissions with 0 binds - zero conversion  |  New business dropped sharply MoM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$550  |  Subs 220  |  Binds 1  |  HR 0.5%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0.5% on 220 subs  |  Cancellations are 450% of new business ($2,474 vs $550)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$23,268  |  Subs 41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7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$23,509  |  Subs 316  |  Binds 2  |  HR 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316 subs  |  Cancellations are 106% of new business ($24,818 vs $23,509)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$54,616  |  Subs 586  |  Binds 12  |  HR 2.0%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2.0% on 586 subs  |  Cancellations are 246% of new business ($63,108 vs $25,676)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2/2 appointed agencies have submitted (100%)  •  0/2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Kurt Butterfield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(Fino Services LLC, Justin Robert Insurance A, The Mcclure Agency Llc) drive $3,956,900 (71%)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Transportation Insur (12.5%), Amen Ra Insurance Se (10.0%), FelJo Insurance Serv (9.1%)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9,925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Eagles Insurnace Age, Laredo Commercial In, Meadors Adams And 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 agencies submitting but 0 binds (232 subs): WTI Boyd Company (88), Weserv Insurance &amp; F (41)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Lewis Insurance Grou (0.5%), H2O Commercial Insur (0.6%), JLP Insurance Servic (1.3%)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2.0%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2.0% (202 binds / 9,925 subs). Need 294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20 agencies with 20+ subs but &lt;3% HR: Lewis Insurance Grou (0.5%), H2O Commercial Insur (0.6%), JLP Insurance Servic (1.3%).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23 agencies with 30+ subs and some binds but &lt;5% HR: Fino Services LLC (3683s/77b), Justin Robert Insura (1408s/31b), Rodriguez Insurance  (900s/14b).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71% of premium. Develop mid-tier: Rodriguez Insurance Agenc, Dream Assurance Llc, Xgen Insurance Group Llc. Target 25-50% growth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cancellations &gt;40% of new biz: Justin Robert Insurance A, The Mcclure Agency Llc, Dream Assurance Llc. $1,565,797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Last 25 Bound Submissions  |  202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256539181546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AAC TRUCKING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Ashish Vaja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$53,697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255058940573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TRIDENT LOGISTICS CARGO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259608754651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ERP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255469442384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VELASCO TRANSPORT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$97,642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261687678129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TUCSON DELIVERIES ENTERPRISES 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$13,878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255756262432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JR SPEED TRANSPORT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Manuel Rodriguez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261330375749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G&amp;G FREIGHTWORKS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$58,395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260669200272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J'S TRUCKING SERVICE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269993949391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DREAMERS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264145034996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A&amp;S TRANSPORT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$16,192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269367770001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FORWARD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$16,580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269557742783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B &amp; G TRUCKING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268863027423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PENN TRANSPORT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253988220574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BG&amp;DD TRANSPORT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260295333679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SYS PROTRANSPORT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$12,245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266220640339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JJ AUTO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$21,114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252351535949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CP2 Logistics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Brian Gutierrez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$121,883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264859258134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TACE TRUCKING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$15,475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263869781188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I-NAVA HOTSHOTS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$20,172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253037269313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MDH TRANSPORTATION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$21,560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269017891415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KIMBERLY F CIFUENTES BARRIOS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$13,387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263623277074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ABREU TRUCKING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$16,128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269555706134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H&amp;N TRANSPORTATION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$27,236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264081876397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SIMMERS ENTERPRISES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$22,018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260967097210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E&amp;DD TRANSPORT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$18,965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$731,058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Active in-force policies expiring through Aug 26,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$920,015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257548363146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 THE MONEY RECORDS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255058940573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TRIDENT LOGISTICS CARGO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255306732706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GERMANTOWN ENTERPRISE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256038454652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ANGELOS TELLEZ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256807321043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HUSKY TOWING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258521273201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EXPEDITE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$1,842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254926439836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GEMINI 1 LOGISTICS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254741930136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DAHEH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252554025552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E&amp;E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$13,950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252375991103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EJC MID-CITY EXPRESS LLC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$13,917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251133593562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Boricua Trucking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253988220574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BG&amp;DD TRANSPORT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$60,313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256705646288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EYTA DELIVERY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62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Policies with cancellation_date on or before Aug 26,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$15,353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$15,353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Does Not Meet Uw G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256416813946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THIRTEEN MOTIONS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256416813946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THIRTEEN MOTIONS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262543893679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3D MARTI TRANSPORT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262543893679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3D MARTI TRANSPORT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262543893679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3D MARTI TRANSPORT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5 of 5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Katy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$1,834,636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$1,549,246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$3,497,785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$421,194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$1,415,486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$133,974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$75,356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$58,618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$-87,914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$143,338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$-40,526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$450,577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$348,176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$-102,374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$634,731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$554,794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$45,171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$-123,891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$472,016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$464,066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$-8,080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$-77,244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$1,834,636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$1,549,246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$123,610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$1,834,636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$1,549,246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3683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(3683 subs, only 77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$1,549,246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Humble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$1,642,471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$1,400,130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$-733,806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$606,006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$2,248,477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$601,610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$547,186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$-327,222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$384,239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$302,621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$81,618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$-122,908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$181,612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$176,848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$4,764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$-124,083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$151,789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$-74,060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$323,988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$266,862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$-85,533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$1,642,471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$1,400,130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$242,342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$-733,806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$1,642,471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$1,400,130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1408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($733,806)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(1408 subs, only 31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$1,400,130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$479,793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$424,779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$491,880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$849,206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$401,362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$74,101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$63,952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$-73,227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$95,743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$-25,034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$187,449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$-51,792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$97,384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$66,433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$30,950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$-50,225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$479,793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$424,779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$55,014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$479,793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$424,779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814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($225,547)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(814 subs, only 20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$424,779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Richardson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$259,066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$1,074,520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$699,512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$42,204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$-39,863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$-20,733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$30,251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$99,605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$69,129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$30,663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$-51,122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$259,066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$-113,810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$259,066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900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($113,810)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(900 subs, only 14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$158,478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$-136,269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$-67,541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$-136,269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472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($136,269)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(472 subs, only 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150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(150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$-5,769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$-5,766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21 to 10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$97,002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Prague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$129,706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AR  |  City: Cabot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$307,852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$-19,402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166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(166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$87,181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90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($28,382)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(90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$69,553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$65,416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111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(111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$50,317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$11,840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$-11,840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195% of new business ($47,758)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$24,491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$47,758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$23,077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$-27,934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$54,616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$25,676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586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($63,108)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(586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$25,676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($20,540)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$15,172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$20,540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Rimaq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$45,624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($21,055)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$20,321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$21,055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$40,779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$18,607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141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(141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$18,607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Champions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Friendswood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4895%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($37,921)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$37,921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Cano Molina Insurance Broker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$-26,913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$-29,070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159% of new business ($55,983)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$35,251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Solutions,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$32,354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$17,240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($28,906)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$17,240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FelJo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LA  |  City: Laplace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$26,437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Lufkin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$26,063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Faith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Nitsche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Giddings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($25,420)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$25,420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Border City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$23,768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34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121%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(34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$30,194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The Woodlands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316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($24,818)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(316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$23,509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Tyler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Amen 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$183,346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$14,537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$-3,881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$14,537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(62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And Tax Enterprises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164%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15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Todd Lykke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Nacogdoches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0.5% hit ratio on 220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450% of new business ($2,474)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(220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Affordable American 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CO  |  City: Thornton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Belus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McKinney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Bq Insurance Agency Mcallen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$-1,585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Georgetown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78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78 subs - needs coaching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(78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K3 S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CO  |  City: Denver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Throne Insurance &amp; Financial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Pasadena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$121,883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$-1,459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$-1,459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$-301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$-1,459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($-1,459)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35 subs - needs coaching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(35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