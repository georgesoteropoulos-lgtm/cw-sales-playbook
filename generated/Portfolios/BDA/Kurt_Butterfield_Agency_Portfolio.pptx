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$5,664,013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$4,606,582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$297,310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$760,122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$-2,161,721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$11,531,539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$1,240,212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$3,377,243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$1,885,608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$1,600,218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$1,660,052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$1,417,721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$474,612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$258,966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$47,174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$2,351,881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$2,168,364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$1,837,281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$1,175,497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$5,664,013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$4,606,582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4361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2,107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4,361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3,761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+1,427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+697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$2,351,881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$2,168,364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$1,837,281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$1,175,497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$59,888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$-408,831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$9,809,599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$4,606,582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$297,310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$-2,161,721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10,433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7,147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$5,556,179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$1,644,683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$490,952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320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$1,885,608  |  Subs 3761  |  Binds 79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2.0%)  |  $1,885,608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$1,660,052  |  Subs 1427  |  Binds 30  |  HR 2.1%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2.0%)  |  $1,660,052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$474,612  |  Subs 824  |  Binds 20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$474,612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$258,966  |  Subs 910  |  Binds 14  |  HR 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$258,966 YTD GWP  |  14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$76,131  |  Subs 595  |  Binds 15  |  HR 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2.0%)  |  15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226  |  Binds 1  |  HR 0.4%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0.4% on 226 subs  |  Cancellations are 450% of new business ($2,474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$-1,459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Negative net written premium: $-1,459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9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325  |  Binds 2  |  HR 0.6%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325 subs  |  Cancellations are 106% of new business ($24,818 vs $23,509)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$4,020,272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Specialized Program  (25.0%), D King Agency LLC (9.1%), Edgar Cordoba Insura (7.4%)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10,124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(294 subs): WTI Boyd Company (88), Weserv Insurance &amp; F (41)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Lewis Insurance Grou (0.4%), H2O Commercial Insur (0.6%), Xgen Insurance Group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(205 binds / 10,124 subs). Need 301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20+ subs but &lt;3% HR: Lewis Insurance Grou (0.4%), H2O Commercial Insur (0.6%), Xgen Insurance Group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22 agencies with 30+ subs and some binds but &lt;5% HR: Fino Services LLC (3761s/79b), Justin Robert Insura (1427s/30b), Rodriguez Insurance  (910s/14b).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Justin Robert Insurance A, The Mcclure Agency Llc, Dream Assurance Llc. $1,600,785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205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250281443140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NGONG AND SONS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267964028499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KINGDOM TRANSPORTATION ENTERPRIS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258929089396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HOTSHOT SOLUTIONS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258169192131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AMR TRUCKING &amp; FREIGHT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$27,713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250558150287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ANDESSA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Tim Scott Smith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260885030257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LOMELIS AUTO TRANSPORT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260867786187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TREVINO TRANSPORTATION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$36,855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259608754651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ERP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259906318088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ERP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$83,387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255756262432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SPEED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Manuel Rodriguez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266877829276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PAULINOS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260669200272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J'S TRUCKING SERVICE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269993949391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DREAMERS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264753726839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264145034996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A&amp;S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$16,192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269367770001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FORWARD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263840839029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RAMOS TRUCKING SERVICES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$565,337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$953,045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$60,313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256705646288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EYTA DELIVERY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257820101651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ALL-IN TEXAS SERVICES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252717889859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LOVE NATION ENTERPRISE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$1,885,608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$1,600,218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$3,548,757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$1,419,304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$522,988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$515,038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$1,885,608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$1,600,218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$1,885,608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$1,600,218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3761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(3761 subs, only 79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$1,600,218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$1,660,052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$1,417,721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$2,266,058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$341,569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$284,454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$-104,090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$1,660,052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$1,417,721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$-752,363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$1,660,052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1427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($752,363)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(1427 subs, only 30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$1,417,721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$474,612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$844,025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$92,203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$66,433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$474,612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$49,833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$474,612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(824 subs, only 20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$424,779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$99,504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$258,966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$66,384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910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(910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(490 subs, only 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$-44,812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($44,812)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(112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$76,131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$47,174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$76,131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$47,174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595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134%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(595 subs, only 15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$47,174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148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(148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(48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$12,644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$12,644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0.4% hit ratio on 226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450% of new business ($2,474)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($-35)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79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 subs, only 2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($-1,459)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