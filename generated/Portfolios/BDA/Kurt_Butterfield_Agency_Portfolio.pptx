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Kurt Butterfield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26, 2026  |  45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Kurt Butterfield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45 Total Agencies  |  42 Active  |  3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$5,432,708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$4,383,665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$284,666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$764,377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$-2,085,851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$10,361,268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$11,300,233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$12,433,522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$1,156,867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$3,436,112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$1,744,986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$1,460,505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$161,780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$1,614,937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$1,372,596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$461,830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$408,199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$259,066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$158,478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$34,104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Allnations Insurance Agency, Inc.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$113,562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$97,002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$108,839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$87,081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$102,440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$97,927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$69,553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$83,081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Armor Texas Insurance Agency,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$67,932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$24,491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$1,759,405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$769,973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$1,692,667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$646,809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1814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$2,264,697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$801,130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2451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$2,140,830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$1,213,173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2329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$1,784,136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$952,581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1727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$5,432,708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$4,383,665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9730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(3)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Eagles Insurnace Agency Llc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Laredo Commercial Insurance Agency, In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Meadors Adams And Lee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+132%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46%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42 of 45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155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6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161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8.1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5/25–5/26*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3959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107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2.7%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-38.1%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-68.2%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1,186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1,094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1,350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2,259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1,405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1,697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1,360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+25%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3,959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6,395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-38%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3,606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+1,857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1,392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+1,392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-170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807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+680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-194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-497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+70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+78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-59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45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$1,759,405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$769,973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$-588,514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1,706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1,187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$1,692,667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$646,809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$51,285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$-377,916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1,814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1,222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$2,264,697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$801,130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$108,390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$-325,459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2,451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1,598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$2,140,830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$1,213,173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$58,229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$-461,000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2,329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$1,784,136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$952,581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$47,244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$-332,961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1,727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1,205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$9,641,735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$4,383,665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$284,666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$-2,085,851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10,027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6,843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352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Kurt Butterfield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$496,344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$173,702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$178,715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$3,788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$20,481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AZ,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Kurt Butterfield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$5,130,342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$1,581,149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$320,622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$322,577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$401,871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$62,832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36.8%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$680,133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569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(65%)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(27%)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7.7%  ·  Declined: 312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Robert Insurance Agency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Javier Rodriguez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 +1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Barzaga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Jenny Joya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H2O Commercial Insurance Agenc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Dustin Lewis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Leeza Kanwal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Sandra Sanchez Parra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Meagan Cooper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Alejandro Rodriguez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Josbriela Castro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McClure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Dakota Coffman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Covenant Insurance Services LL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Alejandra Pineda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Sheileen Maymi Carrillo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Island Fleet Insurance Agency 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Gabriel Aulestia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Faith Insurance Group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Rozmin J Kurjee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Weserv Insurance &amp; Financial S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moncada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Allnations Insurance Agency, I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Frances M Nunez-Jimenez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Island Fleet Insurance Agency 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Esperanza Finol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HEDY PENA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Armor Texas Insurance Agency, 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Daisy Fuentes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Dathaniel Campbell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Jose Medrano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ELIZONDO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And Tax Enterprises 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Barbra Garcia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Allnations Insurance Agency, I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Jay Boyd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Cordoba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Edgar Cordoba Insurance Agency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Dannielle D'Arcy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Border City Insurance Services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38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$1,744,986  |  Subs 3606  |  Binds 71  |  HR 2.0%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$1,744,986 YTD GWP  |  71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$1,614,937  |  Subs 1392  |  Binds 33  |  HR 2.4%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2.4% (portfolio avg: 2.0%)  |  $1,614,937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$461,830  |  Subs 807  |  Binds 19  |  HR 2.4%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2.4% (portfolio avg: 2.0%)  |  $461,830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$259,066  |  Subs 881  |  Binds 12  |  HR 1.4%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$259,066 YTD GWP  |  12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$138,150  |  Subs 462  |  Binds 12  |  HR 2.6%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2.6% (portfolio avg: 2.0%)  |  $138,150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$26,063  |  Subs 88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88 submissions with 0 binds - zero conversion  |  New business dropped sharply MoM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$550  |  Subs 214  |  Binds 1  |  HR 0.5%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0.5% on 214 subs  |  Cancellations are 450% of new business ($2,474 vs $550)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$-1,158  |  Subs 35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35 submissions with 0 binds - zero conversion  |  Negative net written premium: $-1,158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Weserv Insurance &amp; Financial Services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$23,268  |  Subs 41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41 submissions with 0 binds - zero conversion  |  6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$131,844  |  Subs 146  |  Binds 1  |  HR 0.7%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0.7% on 146 subs  |  Submissions dropped 61% MoM (59 -&gt; 23)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2/2 appointed agencies have submitted (100%)  •  0/2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Kurt Butterfield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(Fino Services LLC, Justin Robert Insurance A, The Mcclure Agency Llc) drive $3,821,754 (70%)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Transportation Insur (12.5%), Amen Ra Insurance Se (10.0%), FelJo Insurance Serv (9.1%)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9,730 total submissions across 42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with zero Jan–May 2026 activity: Eagles Insurnace Age, Laredo Commercial In, Meadors Adams And 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 agencies submitting but 0 binds (263 subs): WTI Boyd Company (88), Weserv Insurance &amp; F (41)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Lewis Insurance Grou (0.5%), H2O Commercial Insur (0.7%), Xgen Insurance Group (0.7%)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2.0%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2.0% (198 binds / 9,730 subs). Need 288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18 agencies with 20+ subs but &lt;3% HR: Lewis Insurance Grou (0.5%), H2O Commercial Insur (0.7%), Xgen Insurance Group (0.7%).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22 agencies with 30+ subs and some binds but &lt;5% HR: Fino Services LLC (3606s/71b), Justin Robert Insura (1392s/33b), Rodriguez Insurance  (881s/12b).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70% of premium. Develop mid-tier: Rodriguez Insurance Agenc, Dream Assurance Llc, Xgen Insurance Group Llc. Target 25-50% growth each.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15 agencies with cancellations &gt;40% of new biz: Justin Robert Insurance A, The Mcclure Agency Llc, Rodriguez Insurance Agenc. $1,524,915 total cancellations - investigate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Last 25 Bound Submissions  |  198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260669200272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&amp; J'S TRUCKING 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Dustin Lewis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25,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251042062932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NY SUAREZ TRANSPORT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Sandra Sanchez Parra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264591870055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DELIVERY MATIC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$58,130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261687678129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TUCSON DELIVERIES ENTERPRISES LL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$13,755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269557742783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B &amp; G TRUCKING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$11,549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268863027423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PENN TRANSPORT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253988220574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BG&amp;DD TRANSPORT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260295333679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SYS PROTRANSPORT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$12,245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266220640339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JJ AUTO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$21,114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264859258134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TACE TRUCKING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$15,475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263869781188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I-NAVA HOTSHOTS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$20,172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255469442384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VELASCO TRANSPORT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$100,584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253037269313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MDH TRANSPORTATION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$21,560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255446420436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 &amp; D RESIDENTIAL SERVICES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$22,851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269017891415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KIMBERLY F CIFUENTES BARRIOS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$13,387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263623277074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ABREU TRUCKING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$16,128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264081876397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SIMMERS ENTERPRISES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266700983923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FLYING A HOT SHOT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$20,031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251392030764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 &amp; C TRANSPORTS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$64,185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268914061018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Border City Insurance Services Inc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RHINO XPRESS TRANSPORTATION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Jose Mercado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266683418991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ROSEWAY TRANSPORT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268060519403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HT TRUCKING INC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$11,725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250196831564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GONZALEZ HOT SHOT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260849311480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PLATINUM ROUTE TRANSPORT SOLUTIO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$23,385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262292614662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TAPIA FAMILY TRUCKING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$41,787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$623,829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Active in-force policies expiring through Aug 24,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$868,799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250943768959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JESUS TRUCKING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$23,545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251311015017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DACRISAM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255058940573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TRIDENT LOGISTICS CARGO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 King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257548363146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ALL THE MONEY RECORDS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Border City Insurance Services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255306732706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GERMANTOWN ENTERPRISE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256807321043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HUSKY TOWING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256038454652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ANGELOS TELLEZ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258521273201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EXPEDITE TRUCKING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$1,842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254741930136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DAHEH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Specialized Program Solutions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254926439836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GEMINI 1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252554025552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E&amp;E LOGISTICS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$13,950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252375991103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EJC MID-CITY EXPRESS LLC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251133593562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Boricua Trucking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$1,500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60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Policies with cancellation_date on or before Aug 24,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Katy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$1,744,986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$1,460,505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$122,702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$-431,949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$2,752,833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$3,408,135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$357,661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$1,303,775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$133,974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$75,356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$58,618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$-87,914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$143,338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$106,854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$-40,526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$450,577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$348,176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$88,269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$-102,374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$634,731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$554,794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$34,766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$45,171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$-123,891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$382,366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$375,325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$-8,988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$-77,244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$1,744,986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$1,460,505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$161,780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$122,702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$-431,949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3694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$1.7M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$1,744,986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$1,460,505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3606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(3606 subs, only 71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$1,460,505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Humble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$1,614,937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$1,372,596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$-733,806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$606,006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$2,220,943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$196,520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$713,708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$547,186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$502,010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$45,176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$-327,222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$384,239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$302,621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$81,618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$-122,908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$181,612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$176,848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$4,764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$-124,083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$205,445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$151,789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$-74,060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$296,454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$239,328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$57,126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$-85,533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$1,614,937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$1,372,596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$242,342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$-733,806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$1,614,937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$1,372,596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1392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53% of new business ($733,806)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(1392 subs, only 33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$1,372,596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$461,830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$408,199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$53,631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$-225,547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$491,880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$831,244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$352,929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$-25,269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$74,101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$63,952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$10,149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$-73,227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$95,743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$9,457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$-25,034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$187,449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$198,651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$-11,202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$-51,792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$79,422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$49,854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$29,568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$-50,225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$461,830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$408,199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$53,631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$-225,547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$461,830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$408,199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807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55% of new business ($225,547)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(807 subs, only 19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$408,199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Richardson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$259,066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$158,478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$-113,810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$1,074,520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$699,512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$199,611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$47,902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$42,204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$-39,863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$15,474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$-2,093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$-20,733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$101,868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$68,177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$30,251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$99,605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$69,129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$30,663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$-51,122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$259,066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$158,478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$34,104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$66,484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$-113,810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$259,066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$158,478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881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72% of new business ($113,810)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(881 subs, only 12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$158,478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$-95,387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$1,922,060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$1,063,313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$182,033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$27,910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$-26,211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$-26,659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$-95,387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2.6% hit ratio on 462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70% of new business ($95,387)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(462 subs, only 12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$135,859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Northlake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146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59 to 23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(146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$103,874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Allnations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$113,562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$97,002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$128,529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$77,255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$60,695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$16,560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$113,562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$97,002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$16,560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$-822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$-5,769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$-5,766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$113,562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$97,002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71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21 to 10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(71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$97,002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OK  |  City: Prague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$108,839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$129,706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$87,011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$86,531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$108,839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$87,081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$21,757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$108,839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$87,081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76%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$87,081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AR  |  City: Cabot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$102,440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$15,259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$307,852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$163,224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$93,930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$6,749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$19,394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$102,440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$15,259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$-19,402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$-30,135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$102,440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$87,181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162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255%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(162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$87,181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$97,927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$28,373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$88,375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$44,295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$28,373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$97,927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$69,553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$28,373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$97,927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$69,553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88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($28,382)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(88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$69,553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$65,416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$83,081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$50,317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110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(110 subs, only 3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$50,317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Armor Texas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Fort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$43,441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$-47,758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$13,303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$13,303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$-13,303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$11,840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$-11,840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$32,863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$67,932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$43,441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$-47,758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$67,932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195% of new business ($47,758)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$24,491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$47,758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$25,676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$909,401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$525,930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$-11,518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$2,782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$-21,056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$23,077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$-27,934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$54,616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$25,676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$6,082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$-63,108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$54,616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$25,676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571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246% of new business ($63,108)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(571 subs, only 14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$25,676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Edgar Cordoba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El Paso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$45,393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$13,550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$49,262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$15,172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$34,090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$49,262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$15,172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($20,540)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$15,172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$20,540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Rimaq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$45,624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104% of new business ($21,055)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$20,321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$21,055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$40,779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$40,779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$18,607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141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(141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$18,607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Champions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Friendswood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4895%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$479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$-322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$37,921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$37,921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($37,921)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$37,921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Cano Molina Insurance Broker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$-55,983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$-26,913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$-29,070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$-55,983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$35,251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$35,251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159% of new business ($55,983)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$35,251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$55,983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Insurance Solutions,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OK  |  City: Edmond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$-13,792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$-28,906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$32,354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$17,240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($28,906)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$17,240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$28,906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FelJo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LA  |  City: Laplace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$24,712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$26,437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Lufkin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88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$26,063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Faith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$8,873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$26,170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$26,170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46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(46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$26,170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Nitsche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Giddings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$25,420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$25,420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($25,420)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$25,420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Border City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El Paso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$23,768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121%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11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$30,194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The Woodlands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297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106% of new business ($24,818)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(297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$23,509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Weserv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Tyler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$-38,090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$-18,321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$-19,769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$-38,090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$23,268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$-2,946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$234,735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$184,281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$15,472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$-2,946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$15,472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$18,418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59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(59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Amen Ra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$29,454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$15,983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10.0%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And Tax Enterprises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$59,904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$45,066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$4,773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164%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15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Specialized Program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$54,351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62%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Todd Lykke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Nacogdoches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$158,962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(45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$73,396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$46,634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0.5% hit ratio on 214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450% of new business ($2,474)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(214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$550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Affordable American 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CO  |  City: Thornton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$137,258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Belus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McKinney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Bq Insurance Agency Mcallen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N/A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 King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$51,727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$-1,585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Georgetown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$117,452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76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1.3% hit ratio on 76 subs - needs coaching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(76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K3 S Insurance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CO  |  City: Denver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N/A  |  City: Norman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Throne Insurance &amp; Financial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Pasadena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$127,188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$-1,158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($-1,158)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