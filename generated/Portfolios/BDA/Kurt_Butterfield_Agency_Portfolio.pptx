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$5,171,205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$4,201,602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$254,002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$715,601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$-1,921,030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$11,038,730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$1,179,272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$3,236,510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$1,668,376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$1,393,022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$1,515,984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$1,317,666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$207,291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$137,364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$103,030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$1,662,245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$2,233,632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$2,082,236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$1,241,204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$770,517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$5,171,205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$4,201,602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9320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3548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3,548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3,448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+1,699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+1,333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$1,662,245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$2,233,632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$2,082,236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$1,241,204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$770,517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$-168,140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$8,978,721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$4,201,602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$254,002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$-1,921,030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9,602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6,545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$466,468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$160,388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$4,695,735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$1,520,033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$196,520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$595,513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7.4%  ·  Declined: 303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$1,668,376  |  Subs 3448  |  Binds 64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$1,668,376 YTD GWP  |  64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$1,515,984  |  Subs 1333  |  Binds 30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2.3% (portfolio avg: 2.0%)  |  $1,515,984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763  |  Binds 19  |  HR 2.5%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$207,291  |  Subs 843  |  Binds 10  |  HR 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$207,291 YTD GWP  |  10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453  |  Binds 13  |  HR 2.9%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2.9%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197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197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87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87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34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40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285  |  Binds 2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285 subs  |  Cancellations are 106% of new business ($24,818 vs $23,509)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$3,646,190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Edgar Cordoba Insura (9.1%), Rimaq Llc (5.9%)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9,320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(476 subs): Lewis Insurance Grou (197), WTI Boyd Company (87)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Rodriguez Insurance  (1.2%), JLP Insurance Servic (1.4%)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(184 binds / 9,320 subs). Need 282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20+ subs but &lt;3% HR: H2O Commercial Insur (0.7%), Rodriguez Insurance  (1.2%), JLP Insurance Servic (1.4%).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30+ subs and some binds but &lt;5% HR: Fino Services LLC (3448s/64b), Justin Robert Insura (1333s/30b), Rodriguez Insurance  (843s/10b).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Dream Assurance Llc. $1,395,853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184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266367201835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BRAINA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$85,492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252763941644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MAK EAGLE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250601542537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RISCO J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255182549724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M EXPRESS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$29,099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268346318757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MARINEZ TRUCKING CORP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265215588768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 EXPRESS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261330375749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FREIGHTWORKS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$56,897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$12,847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251117659251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 AND SERVICES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Ashish Vaja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255547705283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SAH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267094651034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GONZALEZ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$14,606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261970775385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LOST BOYZ TRANSPORT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254943984813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3L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264345782184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TEXAN TRUCKS AND TRAILERS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260110992709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BENJAMINS TRANSPORTATION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$23,110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268384373816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ROAM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$15,554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$622,615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$777,219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256034854736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CRUX FREIGHT SOLUTIONS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257822170338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RIGHT PATH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251052115036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GARCIA BROTHERS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258582238471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PEDROSO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254053276626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STELLAR HORIZON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$39,415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$9,838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265476286492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US FREIGHT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265476286492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US FREIGHT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$1,668,376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$1,393,022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$3,331,525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$544,135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$307,842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$-39,010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$1,668,376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$1,393,022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$-393,716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$1,668,376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$1,393,022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3448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(3448 subs, only 64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$1,393,022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$1,515,984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$198,318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$-712,902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$2,121,989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$-64,629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$1,515,984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$1,317,666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$198,318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$-712,902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$1,515,984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$1,317,666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($712,902)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(1333 subs, only 30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$1,317,666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$-195,377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$392,882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$-20,055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$-195,377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763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($195,377)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(763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$207,291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$-62,688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$207,291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$137,364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$-62,688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$207,291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$137,364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843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($62,688)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(843 subs, only 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$137,364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453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(453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$-29,545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$-29,545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$103,030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$-29,545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$103,030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(153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(556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3.0% hit ratio on 135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(135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40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(40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70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