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Kurt Butterfield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27, 2026  |  45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Kurt Butterfield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45 Total Agencies  |  42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$5,495,636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$4,446,447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$764,523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$-2,085,851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$10,361,268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$11,363,161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$12,433,522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$1,226,192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$3,441,087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$1,791,188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$1,506,706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$1,614,937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$479,793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$424,779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$1,671,357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1814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$2,275,703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2451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$2,092,790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2329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$1,904,748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$1,015,362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1819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$5,495,636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$4,446,447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9820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Laredo Commercial Insurance Agency, In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42 of 45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165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7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172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8.1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5/25–5/27*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4050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2.7%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-36.7%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1,094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-100%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2,257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1,405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1,790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1,360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+32%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4,050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6,395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3,640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+1,891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+1,400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-163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+683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+245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45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$1,759,405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$769,973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$19,518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$-588,514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1,706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$1,671,357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$646,809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$51,285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$-377,916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1,814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1,221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$2,275,703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$801,130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$108,390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$-325,459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2,451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1,599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$2,092,790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$1,213,173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$58,229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$-461,000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2,329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$1,904,748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$1,015,362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$47,244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$-332,961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$9,704,003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$4,446,447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$284,666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$-2,085,851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10,119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6,906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356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$496,344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$173,702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AZ,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Kurt Butterfield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$5,349,868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$1,581,149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$320,622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$322,577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$401,871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$62,832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36.8%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$680,133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(28%)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7.9%  ·  Declined: 313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Robert Insurance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Rodriguez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 +1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Barzaga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Jenny Joya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H2O Commercial Insurance Agenc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Meagan Cooper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Alejandro Rodriguez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McClure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Josbriela Castro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Dakota Coffman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Covenant Insurance Services LL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Alejandra Pineda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Sheileen Maymi Carrillo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 Aulestia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Faith Insurance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Rozmin J Kurjee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Weserv Insurance &amp; Financial S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Frances M Nunez-Jimenez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Island Fleet Insurance Agency 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moncada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Esperanza Finol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HEDY PENA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Armor Texas Insurance Agency,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Daisy Fuentes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Dathaniel Campbell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Jose Medrano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ELIZONDO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And Tax Enterprises 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Barbra Garcia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Allnations Insurance Agency, I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Jay Boyd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Edgar Cordoba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Dannielle D'Arcy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39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$1,791,188  |  Subs 3640  |  Binds 73  |  HR 2.0%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$1,791,188 YTD GWP  |  73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$1,614,937  |  Subs 1400  |  Binds 31  |  HR 2.2%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2.2% (portfolio avg: 2.0%)  |  $1,614,937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$479,793  |  Subs 810  |  Binds 20  |  HR 2.5%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2.0%)  |  $479,793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$259,066  |  Subs 888  |  Binds 12  |  HR 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$259,066 YTD GWP  |  12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$138,150  |  Subs 465  |  Binds 12  |  HR 2.6%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2.0%)  |  $138,150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$26,063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New business dropped sharply MoM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$550  |  Subs 220  |  Binds 1  |  HR 0.5%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0.5% on 220 subs  |  Cancellations are 450% of new business ($2,474 vs $550)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$23,268  |  Subs 41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6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$23,509  |  Subs 305  |  Binds 2  |  HR 0.7%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0.7% on 305 subs  |  Cancellations are 106% of new business ($24,818 vs $23,509)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147  |  Binds 2  |  HR 1.4%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147 subs  |  Submissions dropped 59% MoM (59 -&gt; 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Kurt Butterfield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2/2 appointed agencies have submitted (100%)  •  0/2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Kurt Butterfield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(Fino Services LLC, Justin Robert Insurance A, The Mcclure Agency Llc) drive $3,885,918 (71%)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Transportation Insur (12.5%), Amen Ra Insurance Se (10.0%), FelJo Insurance Serv (9.1%)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9,820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Eagles Insurnace Age, Laredo Commercial In,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 agencies submitting but 0 binds (229 subs): WTI Boyd Company (88), Weserv Insurance &amp; F (41)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Lewis Insurance Grou (0.5%), H2O Commercial Insur (0.7%), JLP Insurance Servic (1.3%)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2.0%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2.0% (201 binds / 9,820 subs). Need 290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20 agencies with 20+ subs but &lt;3% HR: Lewis Insurance Grou (0.5%), H2O Commercial Insur (0.7%), JLP Insurance Servic (1.3%).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23 agencies with 30+ subs and some binds but &lt;5% HR: Fino Services LLC (3640s/73b), Justin Robert Insura (1400s/31b), Rodriguez Insurance  (888s/12b).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71% of premium. Develop mid-tier: Rodriguez Insurance Agenc, Dream Assurance Llc, Xgen Insurance Group Llc. Target 25-50% growth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cancellations &gt;40% of new biz: Justin Robert Insurance A, The Mcclure Agency Llc, Rodriguez Insurance Agenc. $1,524,915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Last 25 Bound Submissions  |  201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255756262432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JR SPEED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Manuel Rodriguez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261330375749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G&amp;G FREIGHTWORKS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$58,395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260669200272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&amp; J'S TRUCKING SERVICE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Dustin Lewis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264145034996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A&amp;S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$16,192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269367770001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FORWARD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Leeza Kanwal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251042062932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NY SUAREZ TRANSPORT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Sandra Sanchez Parra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269557742783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B &amp; G TRUCKING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268863027423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PENN TRANSPORT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260295333679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SYS PROTRANSPORT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266220640339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JJ AUTO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$21,114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252351535949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CP2 Logistics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Brian Gutierrez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$121,883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264859258134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TACE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$15,475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263869781188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I-NAVA HOTSHOTS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$20,172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255446420436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 &amp; D RESIDENTIAL SERVICES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269017891415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KIMBERLY F CIFUENTES BARRIOS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$13,387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263623277074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ABREU TRUCKING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$16,128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269555706134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H&amp;N TRANSPORTATION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$27,236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264081876397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SIMMERS ENTERPRISES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$22,018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266700983923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FLYING A HOT SHOT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Robert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$20,031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260967097210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E&amp;DD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Oscar Rodriguez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$18,965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251392030764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 &amp; C TRANSPORTS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Rodrigo Rodriguez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$64,185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268914061018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RHINO XPRESS TRANSPORTATION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Jose Mercado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$735,679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Active in-force policies expiring through Aug 25,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$880,575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251311015017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DACRISAM TRANSPORT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257548363146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ALL THE MONEY RECORDS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255058940573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TRIDENT LOGISTICS CARGO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$37,200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Border City Insurance Services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255306732706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GERMANTOWN ENTERPRISE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256038454652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ANGELOS TELLEZ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256807321043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HUSKY TOWING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258521273201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EXPEDITE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$18,206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254926439836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GEMINI 1 LOGISTICS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254741930136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DAHEH INC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252554025552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E&amp;E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252375991103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EJC MID-CITY EXPRESS LLC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$13,917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251133593562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253988220574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BG&amp;DD TRANSPORT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$60,313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61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Kurt Butterfield  |  Policies with cancellation_date on or before Aug 25,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Fino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Katy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$1,791,188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$1,506,706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$2,752,833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$3,454,337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$357,661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$1,347,228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$133,974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$75,356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$-87,914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$106,854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$-40,526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$450,577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$348,176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$14,132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$-102,374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$634,731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$554,794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$34,766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$45,171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$-123,891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$428,568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$421,526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$-8,988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$-77,244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$1,791,188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$1,506,706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$161,780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$-431,949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$635K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$1,791,188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$1,506,706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3640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(3640 subs, only 73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$1,506,706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Robert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Humble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$1,614,937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$2,220,943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$609,028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$547,186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$-327,222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$384,239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$302,621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$81,618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$-122,908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$181,612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$176,848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$4,764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$-124,083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$151,789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$-74,060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$296,454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$239,328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$-85,533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$1,614,937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$1,372,596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$242,342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$-733,806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$1,614,937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$1,372,596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1400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($733,806)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(1400 subs, only 31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$1,372,596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Mcclure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$479,793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$424,779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$491,880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$849,206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$401,362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$74,101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$63,952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$-73,227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$95,743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$-25,034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$187,449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$198,651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$-11,202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$-51,792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$97,384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$66,433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$30,950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$-50,225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$479,793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$424,779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$55,014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$-225,547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$479,793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$424,779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($225,547)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(810 subs, only 20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$424,779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Rodriguez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Richardson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$1,074,520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$699,512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$194,196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$42,204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$-39,863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$-20,733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$68,177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$30,251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$99,605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$69,129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$30,663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$-51,122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$259,066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$158,478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$34,104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$66,484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$-113,810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907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$-5,357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$259,066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$158,478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888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($113,810)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(888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$158,478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$-26,659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465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($95,387)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(465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147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Allnations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$113,562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$97,002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$-822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$-5,769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$-5,766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$113,562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$97,002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71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21 to 10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$97,002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Covenant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Prague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$92,341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$129,706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$108,839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$87,081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$108,839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$87,081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76%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$87,081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Cooper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AR  |  City: Cabot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$307,852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$93,930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$6,749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$19,394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$102,440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$87,181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$15,259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$-7,479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$-19,402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$-30,135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$102,440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$87,181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166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255%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(166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$87,181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Island Fleet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$44,295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$97,927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$69,553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$28,373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$-28,382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$97,927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$69,553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89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41% of new business ($28,382)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$69,553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(110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Armor Texas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$178,847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$13,303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$9,926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$-11,840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$32,863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$67,932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$24,491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$-47,758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$67,932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$24,491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195% of new business ($47,758)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$24,491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$47,758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VL 17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$525,930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$23,077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$-27,934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$54,616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$25,676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$22,858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$-63,108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$54,616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$25,676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579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246% of new business ($63,108)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(579 subs, only 14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$25,676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Edgar Cordoba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$13,550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$15,172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$34,090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$-20,540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$49,262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$15,172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($20,540)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$15,172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$20,540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Rimaq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$17,609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$45,624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$25,789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$-21,055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$45,624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($21,055)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$20,321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$21,055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Supra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$40,779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$20,023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$40,779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$18,607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141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(141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$18,607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Champions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Friendswood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4895%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$37,921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$-322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$37,921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($37,921)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$37,921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Cano Molina Insurance Broker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$-26,913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$-29,070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$35,251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$-55,983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$35,251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159% of new business ($55,983)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$35,251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$55,983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Solutions,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OK  |  City: Edmond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$32,354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$17,240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$32,354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$17,240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($28,906)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$17,240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$28,906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FelJo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LA  |  City: Laplace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$24,712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$26,437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$26,437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$26,437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WTI Boyd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Lufkin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$26,063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Faith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$26,062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$26,062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$26,170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Nitsche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Giddings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$25,420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$-25,420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$25,420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($25,420)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$25,420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Border City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El Paso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$23,768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$30,194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$23,768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$30,194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121%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(34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$30,194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H2O Commercial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The Woodlands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$78,872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$23,509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$-24,818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$23,509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305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($24,818)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(305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$23,509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Weserv Insurance &amp;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Tyler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$-38,090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Amen Ra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$15,983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$-18,448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$15,148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$183,346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$14,537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(61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And Tax Enterprises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$59,904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$45,066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$-8,504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$4,773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164%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15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Specialized Program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$2,128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$-6,161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Todd Lykke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Nacogdoches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$158,962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$867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(45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Lewis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$73,396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$-2,474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0.5% hit ratio on 220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450% of new business ($2,474)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(220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$550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Affordable American 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CO  |  City: Thornton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$137,258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Belus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McKinney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Bq Insurance Agency Mcallen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 King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$-1,585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JLP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Georgetown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$117,452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$74,400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77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77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(77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K3 S Insurance Agency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CO  |  City: Denver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$22,342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Throne Insurance &amp; Financial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Allen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JAMCO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Pasadena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$127,188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$2,082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$-3,129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$-301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$-1,459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($-1,459)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2.9% hit ratio on 35 subs - needs coaching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(35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