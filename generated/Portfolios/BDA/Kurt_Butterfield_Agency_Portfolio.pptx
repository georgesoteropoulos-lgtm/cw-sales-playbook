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Kurt Butterfield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18,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Kurt Butterfield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42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$5,148,830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$4,188,167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$254,002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$706,661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$-1,919,012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$10,361,268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$11,016,355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$12,433,522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$1,264,215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$3,233,725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$1,668,376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$1,393,022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$1,531,788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$1,317,666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$432,915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$193,856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$123,929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$117,336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$71,532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$1,661,332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$2,233,632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2451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$2,076,291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2329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$1,111,078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$757,082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$5,148,830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$4,188,167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9242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Laredo Commercial Insurance Agency,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77.9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42 of 45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98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5/18–5/18*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3470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99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2.9%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2,273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1,194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3,470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6,395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-46%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3,429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+1,680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1,325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+1,325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+627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-506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+30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$-588,514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1,706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$1,661,332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$51,285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$-377,916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1,225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$2,233,632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$108,390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$-325,459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2,451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1,598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$2,076,291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$58,229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$-461,000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$1,111,078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$757,082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$16,580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$-166,123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1,217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$8,841,739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$4,188,167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$254,002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$-1,919,012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9,519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6,493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$466,468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$173,702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$160,388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AZ,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$4,532,806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$1,520,033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$196,520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$258,392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$401,871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$62,832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542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(27%)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7.2%  ·  Declined: 301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Robert Insurance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 +1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Joya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H2O Commercial Insurance Agenc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Alejandro Rodriguez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Dakota Coffman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Covenant Insurance Services LL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McClure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Alejandra Pineda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Sheileen Maymi Carrillo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Rozmin J Kurjee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 Aulestia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Faith Insurance Group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moncada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Esperanza Finol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Frances M Nunez-Jimenez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HEDY PENA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Armor Texas Insurance Agency,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Dathaniel Campbell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Jose Medrano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Barbra Garcia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ELIZONDO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And Tax Enterprises 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Jay Boyd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Dannielle D'Arcy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Cordoba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38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$1,668,376  |  Subs 3429  |  Binds 64  |  HR 1.9%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$1,668,376 YTD GWP  |  64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$1,531,788  |  Subs 1325  |  Binds 32  |  HR 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2.0%)  |  $1,531,788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$432,915  |  Subs 754  |  Binds 19  |  HR 2.5%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2.5% (portfolio avg: 2.0%)  |  $432,915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$138,150  |  Subs 453  |  Binds 13  |  HR 2.9%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2.9% (portfolio avg: 2.0%)  |  $138,150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$193,856  |  Subs 834  |  Binds 10  |  HR 1.2%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$193,856 YTD GWP  |  10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$-0  |  Subs 190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190 submissions with 0 binds - zero conversion  |  Negative net written premium: $-0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$26,063  |  Subs 86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86 submissions with 0 binds - zero conversion  |  Submissions dropped 60% MoM (10 -&gt; 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$-1,158  |  Subs 34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34 submissions with 0 binds - zero conversion  |  Negative net written premium: $-1,158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$23,268  |  Subs 40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40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136  |  Binds 1  |  HR 0.7%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136 subs  |  Submissions dropped 78% MoM (59 -&gt; 13)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2/2 appointed agencies have submitted (100%)  •  0/2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Kurt Butterfield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(Fino Services LLC, Justin Robert Insurance A, The Mcclure Agency Llc) drive $3,633,079 (71%)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Transportation Insur (12.5%), Edgar Cordoba Insura (9.1%), Rimaq Llc (5.9%)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9,242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Eagles Insurnace Age, Laredo Commercial In,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 agencies submitting but 0 binds (467 subs): Lewis Insurance Grou (190), WTI Boyd Company (86)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H2O Commercial Insur (0.7%), Xgen Insurance Group (0.7%), Rodriguez Insurance  (1.2%)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2.0%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2.0% (187 binds / 9,242 subs). Need 275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20+ subs but &lt;3% HR: H2O Commercial Insur (0.7%), Xgen Insurance Group (0.7%), Rodriguez Insurance  (1.2%).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20 agencies with 30+ subs and some binds but &lt;5% HR: Fino Services LLC (3429s/64b), Justin Robert Insura (1325s/32b), Rodriguez Insurance  (834s/10b).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71% of premium. Develop mid-tier: Rodriguez Insurance Agenc, Dream Assurance Llc, Xgen Insurance Group Llc.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cancellations &gt;40% of new biz: Justin Robert Insurance A, The Mcclure Agency Llc, Dream Assurance Llc. $1,393,835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Last 25 Bound Submissions  |  187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266683418991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ROSEWAY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268060519403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HT TRUCKING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250196831564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GONZALEZ HOT SHOT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262292614662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TAPIA FAMILY TRUCKING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$41,787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261093598371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AND G EXPRESS TRANSPORTATION 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252763941644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MAK EAGLE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250601542537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RISCO J TRANSPORT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256416813946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 THIRTEEN MOTIONS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255182549724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M EXPRESS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$29,099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268346318757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JR MARINEZ TRUCKING CORP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264859258134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TACE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$12,847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251117659251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C&amp;C TRUCKING AND SERVICES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$55,493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256539181546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AAC TRUCKING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Ashish Vaja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$53,697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255547705283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SAH TRANSPORTATION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$24,583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267094651034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GONZALEZ TRANSPORT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$14,606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261970775385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LOST BOYZ TRANSPORT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$16,199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253261029533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JM BROTHERS LOGISTICS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254943984813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3L TRUCKING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260736470390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MIGUEL ANGEL RODRIGUEZ GARCIA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$11,582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264345782184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TEXAN TRUCKS AND TRAILERS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$34,657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260110992709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BENJAMINS TRANSPORTATION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$23,110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268384373816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ROAM TRANSPORT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$15,554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268674281512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5G TRUCKING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Sheileen Maymi Carrillo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266033599271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SALDIVAR'S HOTSHOTS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$51,277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09,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258097579343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KDJ TRANSPORT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Ashish Vaja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$21,343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$537,624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Active in-force policies expiring through Aug 16,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$989,155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252876318601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DARK NIGHT REFRIGERATION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252513499195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GREAT CARRIER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$32,920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257822170338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RIGHT PATH TRANSPORT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256034854736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CRUX FREIGHT SOLUTIONS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$18,775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257469231057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251052115036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GARCIA BROTHERS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258582238471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PEDROSO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254053276626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STELLAR HORIZON LOGISTICS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$3,473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251311015017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DACRISAM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255058940573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TRIDENT LOGISTICS CARGO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257548363146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THE MONEY RECORDS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255306732706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GERMANTOWN ENTERPRISE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$9,838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64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Policies with cancellation_date on or before Aug 16,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Katy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$1,668,376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$1,393,022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$3,331,525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$544,135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$1,093,484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$133,974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$75,356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$-87,914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$143,338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$-40,526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$450,577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$348,176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$-102,374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$634,731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$554,794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$-123,891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$305,756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$307,842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$-39,010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$1,668,376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$1,393,022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$113,575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$-393,716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$1,668,376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$1,393,022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3429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(3429 subs, only 64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$1,393,022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Humble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$1,531,788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$1,317,666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$214,122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$-710,885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$2,137,794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$750,171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$547,186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$-327,222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$384,239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$302,621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$81,618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$-122,908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$181,612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$176,848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$4,764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$151,789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$-74,060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$230,477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$46,078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$-62,612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$1,531,788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$1,317,666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$214,122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$-710,885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$1,531,788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$1,317,666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1325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($710,885)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(1325 subs, only 32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$1,317,666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$432,915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$24,715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$-195,377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$491,880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$802,328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$355,587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$74,101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$63,952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$-73,227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$95,743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$-25,034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$187,449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$-51,792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$50,506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$49,854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$-20,055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$432,915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$24,715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$-195,377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$432,915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754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($195,377)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(754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$408,199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Richardson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$-62,688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$1,074,520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$634,302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$-39,863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$-20,733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$30,251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$34,394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$193,856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$123,929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$-62,688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$193,856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$123,929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834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51% of new business ($62,688)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(834 subs, only 10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$123,929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453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($70,995)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(453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136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13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AR  |  City: Cabot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$307,852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$-15,239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$-15,239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$117,336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$30,155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$-19,402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$-15,239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$117,336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153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(153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$87,181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Prague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($28,382)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$69,553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$28,382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879%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$60,695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$-5,769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$-5,766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21 to 8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$97,002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$71,532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106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(106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$38,767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$-11,840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195% of new business ($47,758)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$24,491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$47,758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$23,077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$-27,934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$54,616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$25,676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547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($63,108)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(547 subs, only 14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$25,676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($20,540)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$15,172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$20,540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Rimaq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($21,055)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$20,321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$21,055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$40,779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3.0% hit ratio on 134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(134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$18,607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Champions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Friendswood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4895%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($37,921)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$37,921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Cano Molina Insurance Broker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$-26,913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$-29,070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159% of new business ($55,983)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$35,251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Solutions,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$32,354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$17,240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($28,906)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$17,240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Border City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 to 5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$30,194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Lufkin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$26,063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Faith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40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(40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Nitsche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Giddings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($25,420)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$25,420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The Woodlands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($24,818)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(281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$23,509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Tyler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53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(53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Amen 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And Tax Enterprises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164%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15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Todd Lykke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Nacogdoches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44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Affordable American 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CO  |  City: Thornton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13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Belus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McKinney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Bq Insurance Agency Mcallen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$-1,585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FelJo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LA  |  City: Laplace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11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Georgetown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68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68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(68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K3 S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CO  |  City: Denver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Throne Insurance &amp; Financial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($-0)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Pasadena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($-1,158)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