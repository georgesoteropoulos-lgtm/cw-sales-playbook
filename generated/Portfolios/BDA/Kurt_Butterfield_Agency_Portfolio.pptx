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$764,377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$11,299,683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$1,156,867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$3,387,075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$1,672,270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$2,275,703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$2,147,132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9706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2.6%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+1,377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$1,672,270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$2,275,703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$2,147,132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$-308,569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$9,600,210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$-2,061,459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10,003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$5,130,342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7.7%  ·  Declined: 312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$1,744,986  |  Subs 3604  |  Binds 71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$1,744,986 YTD GWP  |  71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$1,614,937  |  Subs 1377  |  Binds 33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$1,614,937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806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881  |  Binds 11  |  HR 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462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211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211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$3,821,754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9,706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submitting but 0 binds (474 subs): Lewis Insurance Grou (211), WTI Boyd Company (88)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Xgen Insurance Group (0.7%), Rodriguez Insurance 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(196 binds / 9,706 subs). Need 289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20+ subs but &lt;3% HR: H2O Commercial Insur (0.7%), Xgen Insurance Group (0.7%), Rodriguez Insurance 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21 agencies with 30+ subs and some binds but &lt;5% HR: Fino Services LLC (3604s/71b), Justin Robert Insura (1377s/33b), Rodriguez Insurance  (881s/11b).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Rodriguez Insurance Agenc. $1,498,049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264591870055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DELIVERY MATIC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$641,342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$907,508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254053276626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STELLAR HORIZON LOGISTICS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59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266568282357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ALVARADO ENERGY MARKETING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266568282357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ALVARADO ENERGY MARKETING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266568282357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ALVARADO ENERGY MARKETING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$3,408,135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$382,366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$375,325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3604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(3604 subs, only 71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$1,460,505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$2,220,943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$296,454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1377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(1377 subs, only 33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(806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881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(881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(569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76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