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Jan–Jun 2026  |  Generated June 01,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$5,836,417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$4,684,387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$391,908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$760,122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$-2,161,721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$10,882,916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$1,190,596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$3,357,809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$2,006,774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$1,657,851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$225,313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$1,680,224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$1,437,894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$290,031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$65,169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$1,691,754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$2,118,748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$1,817,848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$1,175,497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$77,805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$5,836,417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$4,684,387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8321040" y="555955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8321040" y="574243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205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212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10.1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12–22  (Mar–Jun)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5/25–5/31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6/1–6/1*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Jan–Jun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10124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202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2,107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10,124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7,893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+28%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3,761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+1,660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+1,362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-294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-802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-83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Jan–Jun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$1,691,754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$2,351,881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$2,118,748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$1,817,848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$1,175,497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$59,888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$-408,831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2,134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$77,805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$94,598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$9,739,636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$4,684,387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$391,908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$-2,161,721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10,433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7,145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364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$5,556,179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$1,644,683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$490,952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$116,529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8.1%  ·  Declined: 320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Jan–Jun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$2,006,774  |  Subs 3761  |  Binds 79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2.1% (portfolio avg: 2.0%)  |  $2,006,774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$1,680,224  |  Subs 1427  |  Binds 28  |  HR 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$1,680,224 YTD GWP  |  28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$474,612  |  Subs 824  |  Binds 20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$474,612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$290,031  |  Subs 910  |  Binds 14  |  HR 1.5%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$290,031 YTD GWP  |  14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$76,131  |  Subs 595  |  Binds 15  |  HR 2.5%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15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226  |  Binds 1  |  HR 0.4%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0.4% on 226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$-1,459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Negative net written premium: $-1,459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9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325  |  Binds 2  |  HR 0.6%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0.6% on 325 subs  |  Cancellations are 106% of new business ($24,818 vs $23,509)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Jan–Jun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$4,161,610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Specialized Program  (25.0%), D King Agency LLC (9.1%), Edgar Cordoba Insura (7.4%)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Jan–Jun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10,124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Jan–Jun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 agencies submitting but 0 binds (294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(0.4%), H2O Commercial Insur (0.6%), Xgen Insurance Group (0.6%)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(202 binds / 10,124 subs). Need 304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20+ subs but &lt;3% HR: Lewis Insurance Grou (0.4%), H2O Commercial Insur (0.6%), Xgen Insurance Group (0.6%).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22 agencies with 30+ subs and some binds but &lt;5% HR: Fino Services LLC (3761s/79b), Justin Robert Insura (1427s/28b), Rodriguez Insurance  (910s/14b).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Dream Assurance Llc. $1,600,785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202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250281443140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NGONG AND SONS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267964028499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KINGDOM TRANSPORTATION ENTERPRIS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258929089396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HOTSHOT SOLUTIONS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258169192131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AMR TRUCKING &amp; FREIGHT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$27,713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250558150287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ANDESSA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Tim Scott Smith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260885030257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LOMELIS AUTO TRANSPORT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$19,472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260867786187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TREVINO TRANSPORTATION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$36,855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259608754651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259906318088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ERP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$83,387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255756262432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SPEED TRANSPORT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Manuel Rodriguez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266877829276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PAULINOS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$13,567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269993949391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DREAMERS TRUCKING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264753726839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N/A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264145034996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A&amp;S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269367770001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FORWARD LOGISTICS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263840839029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RAMOS TRUCKING SERVICES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$565,337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30,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$878,411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256705646288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EYTA DELIVERY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256539181546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AAC TRUCKING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$6,837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257820101651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ALL-IN TEXAS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252717889859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LOVE NATION ENTERPRISE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30,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$2,006,774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$1,657,851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$3,456,962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$1,419,304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$522,988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$515,038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$121,166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$63,533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$2,006,774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$1,657,851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$225,313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$123,610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3761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3464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2101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$523K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$2,006,774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$1,657,851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3761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77%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(3761 subs, only 79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$1,657,851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$1,680,224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$1,437,894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$2,244,814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$576,678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$341,569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$284,454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$-104,090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$1,680,224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$1,437,894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$242,330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$-752,363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1427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$1,680,224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$1,437,894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1427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($752,363)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(1427 subs, only 28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$1,437,894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$835,622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$92,203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$66,433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$25,770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$474,612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$49,833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$474,612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824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($225,547)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(824 subs, only 20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$424,779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$584,624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$99,504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$31,065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$290,031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$65,169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$66,384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$290K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$290,031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910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(910 subs, only 14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$854,221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$160,245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$-67,541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$-136,269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1292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($136,269)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(490 subs, only 10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155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$-6,385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73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 subs, only 2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170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(170 subs, only 3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$135,897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$36,349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$-16,430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$-44,812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1.1% hit ratio on 92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64% of new business ($44,812)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(92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$-533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112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(112 subs, only 3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$502,413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$22,065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$76,131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$47,174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$76,131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$47,174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595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134% of new business ($63,108)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(595 subs, only 15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$47,174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$-11,304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148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(148 subs, only 4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48 subs - needs coaching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(48 subs, only 1 binds). Ask: "What are the top 2 reasons your clients go elsewhere?" Use answers to tailor appetite and pricing discussions.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325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(325 subs, only 2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62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$12,644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$12,644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 submissions - highly active agency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5 MoM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0.4% hit ratio on 226 subs - needs coaching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(226 subs, only 1 binds). Ask: "What are the top 2 reasons your clients go elsewhere?" Use answers to tailor appetite and pricing discussions.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19 submissions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($-35) - cancellations exceed production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79 subs - needs coaching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 subs, only 2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Jan–Jun 2025 vs Jan–Jun 2026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35" name="TextBox 1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Jun '26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'25 Tot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Jan–Ju '26 Tot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generated - active in pipeline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($-1,459) - cancellations exceed production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