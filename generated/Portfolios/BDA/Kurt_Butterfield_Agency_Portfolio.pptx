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Kurt Butterfield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24,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Kurt Butterfield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$5,432,158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$4,383,115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$764,377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$-2,061,459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8961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$10,361,268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$11,299,683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$12,433,522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$1,156,867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$3,376,069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$1,744,986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$1,460,505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$1,614,937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$1,671,357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$2,264,697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$2,147,132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$1,745,700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$952,031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$5,432,158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$4,383,115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9711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Laredo Commercial Insurance Agency,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+140%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42 of 45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161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3940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2.6%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2,259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1,678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3,940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6,395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-38%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3,605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+1,856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1,380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+1,380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-170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+679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$-588,514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1,706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$1,671,357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$51,285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$-377,916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1,221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$2,264,697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$108,390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$-325,459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2,451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1,598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$2,147,132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$58,229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$-461,000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$1,745,700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$952,031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$-308,569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1,708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$9,588,291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$4,383,115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$-2,061,459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10,008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6,826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$496,344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$173,702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AZ,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$5,130,342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$1,581,149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$320,622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$322,577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$401,871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$62,832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$680,133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(27%)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7.7%  ·  Declined: 312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Robert Insurance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 +1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Joya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H2O Commercial Insurance Agenc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Alejandro Rodriguez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McClure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Dakota Coffman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Covenant Insurance Services LL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Alejandra Pineda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 Aulestia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Faith Insurance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Rozmin J Kurjee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moncada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Esperanza Finol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Frances M Nunez-Jimenez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HEDY PENA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Armor Texas Insurance Agency,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Dathaniel Campbell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Jose Medrano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ELIZONDO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And Tax Enterprises 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Barbra Garcia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Jay Boyd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Cordoba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Dannielle D'Arcy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38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$1,744,986  |  Subs 3605  |  Binds 70  |  HR 1.9%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$1,744,986 YTD GWP  |  70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$1,614,937  |  Subs 1380  |  Binds 33  |  HR 2.4%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2.0%)  |  $1,614,937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$461,830  |  Subs 806  |  Binds 19  |  HR 2.4%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2.4% (portfolio avg: 2.0%)  |  $461,830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$259,066  |  Subs 881  |  Binds 11  |  HR 1.2%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$259,066 YTD GWP  |  11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$138,150  |  Subs 462  |  Binds 12  |  HR 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2.6% (portfolio avg: 2.0%)  |  $138,150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$-0  |  Subs 211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211 submissions with 0 binds - zero conversion  |  Negative net written premium: $-0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$26,063  |  Subs 88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New business dropped sharply MoM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$-1,158  |  Subs 35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Negative net written premium: $-1,158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$23,268  |  Subs 41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6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146  |  Binds 1  |  HR 0.7%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146 subs  |  Submissions dropped 61% MoM (59 -&gt; 23)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2/2 appointed agencies have submitted (100%)  •  0/2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Kurt Butterfield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(Fino Services LLC, Justin Robert Insurance A, The Mcclure Agency Llc) drive $3,821,754 (70%)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Transportation Insur (12.5%), Amen Ra Insurance Se (10.0%), FelJo Insurance Serv (9.1%)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9,711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Eagles Insurnace Age, Laredo Commercial In,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 agencies submitting but 0 binds (474 subs): Lewis Insurance Grou (211), WTI Boyd Company (88)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H2O Commercial Insur (0.7%), Xgen Insurance Group (0.7%), Rodriguez Insurance  (1.2%)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2.0% (195 binds / 9,711 subs). Need 290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17 agencies with 20+ subs but &lt;3% HR: H2O Commercial Insur (0.7%), Xgen Insurance Group (0.7%), Rodriguez Insurance  (1.2%).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21 agencies with 30+ subs and some binds but &lt;5% HR: Fino Services LLC (3605s/70b), Justin Robert Insura (1380s/33b), Rodriguez Insurance  (881s/11b).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70% of premium. Develop mid-tier: Rodriguez Insurance Agenc, Dream Assurance Llc, Xgen Insurance Group Llc.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14 agencies with cancellations &gt;40% of new biz: Justin Robert Insurance A, The Mcclure Agency Llc, Rodriguez Insurance Agenc. $1,498,049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Last 25 Bound Submissions  |  195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251042062932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NY SUAREZ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264591870055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DELIVERY MATIC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261687678129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TUCSON DELIVERIES ENTERPRISES 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269557742783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B &amp; G TRUCKING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268863027423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PENN 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260295333679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SYS PROTRANSPORT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266220640339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JJ AUTO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$21,114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264859258134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TACE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$15,475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263869781188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I-NAVA HOTSHOTS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$20,172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$100,584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253037269313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MDH TRANSPORTATION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255446420436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 &amp; D RESIDENTIAL SERVICES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269017891415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KIMBERLY F CIFUENTES BARRIOS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$13,387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263623277074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ABREU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$16,128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264081876397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SIMMERS ENTERPRISES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266700983923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FLYING A HOT SHOT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251392030764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&amp; C TRANSPORTS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$64,185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268914061018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RHINO XPRESS TRANSPORTATION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Jose Mercado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266683418991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ROSEWAY TRANSPORT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268060519403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HT TRUCKING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$11,725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250196831564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GONZALEZ HOT SHOT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260849311480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PLATINUM ROUTE TRANSPORT SOLUTIO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$23,385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262292614662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TAPIA FAMILY TRUCKING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$41,787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261093598371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AND G EXPRESS TRANSPORTATION L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$18,063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$641,342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Active in-force policies expiring through Aug 22,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$841,664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251311015017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DACRISAM TRANSPORT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257548363146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THE MONEY RECORDS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255306732706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GERMANTOWN ENTERPRISE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256038454652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ANGELOS TELLEZ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258521273201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EXPEDITE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$1,842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254926439836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GEMINI 1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254741930136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DAHEH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252554025552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E&amp;E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252375991103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EJC MID-CITY EXPRESS LLC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$13,917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$60,313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60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Policies with cancellation_date on or before Aug 22,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Katy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$1,744,986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$1,460,505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$3,408,135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$1,265,889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$133,974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$75,356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$-87,914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$-40,526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$450,577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$348,176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$-102,374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$634,731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$554,794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$-123,891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$382,366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$375,325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$-77,244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$1,744,986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$1,460,505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$1,744,986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$1,460,505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3605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(3605 subs, only 70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$1,460,505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Humble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$1,614,937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$2,220,943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$547,186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$-327,222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$384,239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$302,621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$81,618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$-122,908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$176,848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$151,789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$-74,060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$296,454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$239,328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$-85,533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$1,614,937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$242,342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$1,614,937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1380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($733,806)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(1380 subs, only 33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$1,372,596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$491,880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$831,244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$74,101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$-73,227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$-25,034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$187,449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$-51,792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$49,854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$29,568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$-50,225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$461,830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$408,199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$461,830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$408,199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806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55% of new business ($225,547)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(806 subs, only 19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$408,199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$1,074,520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$699,512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$-39,863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$69,129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881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($113,810)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(881 subs, only 11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$158,478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($70,995)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(462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$-5,769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$-5,766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21 to 10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Prague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AR  |  City: Cabot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$-19,402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162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(162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$87,181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87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($28,382)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$69,553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(110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195% of new business ($47,758)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$24,491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$47,758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$23,077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$-27,934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$54,616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$25,676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570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($63,108)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(570 subs, only 14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$25,676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($20,540)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$15,172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$20,540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Rimaq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($21,055)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$20,321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$21,055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$40,779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(141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$18,607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Champions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Friendswood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($37,921)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$37,921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Cano Molina Insurance Broker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$-26,913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$-29,070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159% of new business ($55,983)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$35,251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Solutions,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$32,354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$17,240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($28,906)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$17,240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FelJo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LA  |  City: Laplace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$26,437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Lufkin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$26,063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Faith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Nitsche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Giddings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($25,420)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$25,420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Border City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$23,768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$30,194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The Woodlands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297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($24,818)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(297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$23,509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Tyler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$184,281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$-2,946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$-3,782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59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Amen 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And Tax Enterprises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164%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15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Nacogdoches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Affordable American 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CO  |  City: Thornton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Belus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McKinney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Bq Insurance Agency Mcallen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$-1,585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Georgetown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76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76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(76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K3 S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CO  |  City: Denver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Throne Insurance &amp; Financial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($-0)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Pasadena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$-1,158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($-1,158)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