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$342,181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$4,083,905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$688,301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$1,394,488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$1,211,463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3934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+165%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1570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2.1%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$1,211,463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$4,072,868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4,047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12.1%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769  |  Binds 16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1.9%)  |  $666,445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$171,604  |  Subs 73  |  Binds 6  |  HR 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1.9%)  |  $171,604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339  |  Binds 5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1.9%)  |  $140,015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190 submissions with 0 binds - zero conversion  |  126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68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126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126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In Trucks Insurance Corp) drive $1,000,441 (49%)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American Insurance B (12.5%), Yd Insurance &amp; Finan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3,934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(414 subs): Orbis Insurance Grou (190), Barbee Jackson Insur (68)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(73 binds / 3,934 subs). Need 123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(769s/16b), Insurance Team Of Am (476s/3b), In Trucks Insurance  (339s/5b).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261 quotes but 0 binds: Orbis Insurance Group LLC (126q), Barbee Jackson Insurance (40q),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$83,078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263928512415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R&amp;D MOVING &amp; STORAGE COMPANY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$721,647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$313,202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