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Portia Lewis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Portia Lewis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47 Active  |  6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$1,948,124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$324,798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$-744,362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$3,790,370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$4,001,535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$4,548,444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$674,519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$1,401,986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Combined Insurance &amp; Tax of Florida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$640,377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$191,438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$1,948,124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3895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(6)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Allstars Insurance Partners, Inc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Assured Insurance Consultants,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Clark Farley Insurance Agency - A Rela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Lake Marion Agency LLC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Paramount Trucking Specialist Llc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Patrick Phillips Insurance Agency,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+178%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194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205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1530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2.2%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2,212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Sbh Capital Llc Dba Southeastern Insur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-92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Combined Insurance &amp; Tax of Florida 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&amp; Beyond Llc Dba Elite Insur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$526,954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$191,905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$17,397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$-112,633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$564,957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$188,133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$-151,408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$1,070,933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$392,607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$-173,597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$1,190,108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$572,833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$-119,451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$640,377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$191,438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$-187,273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$3,993,329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$1,536,916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$86,410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$-744,362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4,006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2,841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$175,647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$91,546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Portia Lewis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$3,210,529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$271,068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$203,340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Sbh Capital LLC Dba Southeastern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$81,735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$333,831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12.2%  ·  Declined: 98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Seeman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Sbh Capital Llc Dba Southeaste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Racero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Mustapha Rahal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Combined Insurance &amp; Tax of Fl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Ariana Carrasquel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VERA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Caleb Jackson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Mariana Zorrilla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Battle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Rhonda Dixon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&amp; Beyond Llc Dba Eli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Patrick Phelan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Relation Insurance Services Of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Jaime Louisdhon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Laguado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Markie Lethcho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Danay De La Noval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Zenith Insurance Partners,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Kelli Ford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Oliveira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Short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Stewart Short Insurance Servic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Rigoberto Huerta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Royster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Osiel Giraldo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Beloved Insurance Agency Llc D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Marisol Tiburcio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Lianny Soto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PointeNorth Insurance Group, 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RENADO ROBINSON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Crosswinds Insurance Agency, L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56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$666,445  |  Subs 765  |  Binds 19  |  HR 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1.9%)  |  $666,445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$162,392  |  Subs 331  |  Binds 5  |  HR 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$162,392 YTD GWP  |  5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6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400%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$154,221  |  Subs 73  |  Binds 5  |  HR 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6.8% (portfolio avg: 1.9%)  |  $154,221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$140,015  |  Subs 33  |  Binds 4  |  HR 12.1%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12.1% (portfolio avg: 1.9%)  |  $140,015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188 submissions with 0 binds - zero conversion  |  125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$23,550  |  Subs 68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68 submissions with 0 binds - zero conversion  |  Cancellations are 141% of new business ($33,206 vs $23,550)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Relation Insurance Services Of North Carol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  |  Subs 29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29 submissions with 0 binds - zero conversion  |  21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$36,883  |  Subs 476  |  Binds 3  |  HR 0.6%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476 subs  |  Submissions dropped 94% MoM (36 -&gt; 2)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$84,029  |  Subs 318  |  Binds 3  |  HR 0.9%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0.9% on 318 subs  |  Cancellations are 127% of new business ($39,814 vs $31,402)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Portia Lewis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32d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1  •  Total GWP: $22,202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Portia Lewis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(Vantage Ins Llc, In Trucks Insurance Corp, Ins Professionals Of Geor) drive $983,059 (50%)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Business Expansion S (20.0%), Yd Insurance &amp; Finan (16.7%), Zenith Insurance Par (12.1%)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3,895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with zero Jan–May 2026 activity: Allstars Insurance P, Assured Insurance Co, Clark Farley Insuran...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(420 subs): Orbis Insurance Grou (188), Barbee Jackson Insur (68)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Sbh Capital Llc Dba  (0.6%), Insurance Team Of Am (0.6%), Go Safe Agency Corp (0.7%)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1.9%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1.9% (73 binds / 3,895 subs). Need 121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Sbh Capital Llc Dba  (0.6%), Insurance Team Of Am (0.6%), Go Safe Agency Corp (0.7%).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30+ subs and some binds but &lt;5% HR: Vantage Ins Llc (765s/19b), Insurance Team Of Am (476s/3b), In Trucks Insurance  (331s/5b).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have 265 quotes but 0 binds: Orbis Insurance Group LLC (125q), Barbee Jackson Insurance (40q), Relation Insurance Servic (21q).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cancellations &gt;40% of new biz: Vantage Ins Llc, Art Insurance Family, Ins Professionals Of Geor. $646,100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Last 25 Bound Submissions  |  73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250042587299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 MX LOGISTIC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$32,447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262713191179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RAMTRANS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Cifuentes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Torres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$124,824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 Thomas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268856830312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I&amp;T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261284235399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AUXVAC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Creamer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263806877206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VALIANT ENTERPRISES OF TEXAS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Cutler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268495088531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AMMA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Rheingold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260118406736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ALC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263665821438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 WILSON GUZMAN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258202203794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Sbh Capital Llc Dba Southeastern 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OSEJO'S PRESTIGE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265603097956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CAMC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268342495732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JTS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Diego Martinez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250440657611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NOMADZ GLOBAL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Rasa Kacinskas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252407639732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GIL'S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$69,297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254360816370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SANCHEZ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$12,930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262312486831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&amp; Beyond Llc Dba Elite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PROFESSIONAL DELIVERY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KARLA HERRERA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257778536580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 &amp; Z LOGISTICS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$28,729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260130212901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LRZ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264366579790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BLUERIDGE LOGISTIC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$15,447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265935484994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HERRERA PILOT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Yulima Valcarcel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261234067209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MJM TRANSPORTATION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Diana Munoz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262228899761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 CLASS TRUCKING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TAWANDA BOWE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262910225239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SERINETY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Hudson Nwakanma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$61,724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$760,532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$327,177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256688453500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PDC EXPRESS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253928598753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QUEEN OF THE ROAD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255078974376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JRC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255767854495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SYNERGY EXPRESS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251582712237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HERCULES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Business Expansion Strategies,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252768380121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LOWES LOGISTICS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$105,922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257713728754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SALDIVIA GROUP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258164280507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THE CUCURU 056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$12,344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251590584351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 MINUTE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60d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$35,511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254367774752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HUMBLE WEAR APPAREL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$14,473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258576398076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FELICITY ENTERPRISES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Tiburcio Professional Group Co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252651166959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 M H TRUCKING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71d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254472807421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D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$18,278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Portia Lewis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765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(765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 Trucks Insurance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$162,392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$162,392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$152,140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331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(331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$152,140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 Professionals Of 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Rex (Clayton)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$154,517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$-19,563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$61,624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$62,477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$-35,752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$133,703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$133,703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($55,315)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$133,703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$55,315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Zenith Insurance Partners,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$113,243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$253,258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$117,226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$-20,407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$117,226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$117,226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Aligned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Gadsden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$35,085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Go Safe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3563%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283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(283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 &amp; 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North Carolina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$10,990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$84,029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$84,029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$31,402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0.9% hit ratio on 318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127% of new business ($39,814)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$31,402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&amp; Beyond Llc Dba Elite Insurance &amp;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$82,299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$82,299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$81,152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Navsav Holdings Ii,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Beaumont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$23,874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68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Art Insurance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Conyers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$55,841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$-640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$55,201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$55,841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($55,841)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$55,841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Garzor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$46,912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$-6,538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$46,912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$24,611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180% of new business ($44,281)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$24,611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Combined Insurance &amp; Tax of Florida Inc DBA Insure Our Truck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Aventura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$45,960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$45,960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181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($26,940)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$45,960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Sbh Capital Llc Dba Southeastern Insurance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Carrollton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$43,362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$43,362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331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(331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Stewart Short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$39,564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$39,564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Team Of America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$19,869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$-16,693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$37,290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476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($16,693)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$37,290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White Bull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St. Petersburg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$25,261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11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$24,054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Barbee Jackson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Crestview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$-16,746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141% of new business ($33,206)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PointeNorth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$23,186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Untouchable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$22,427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$22,427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$22,427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Expansion Strategies,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Palm Harbor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$221,853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$10,088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$10,088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$5,201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$5,201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$5,201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Verafy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Ocala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$-17,536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96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(96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Public Transportation Specialist,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Advantage Plus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$108,899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Tiburcio Professional Group Corp Dba People Insurance Group Dba People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Relation Insurance Services Of North Carolina,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$16,659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Allcom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Doral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Beloved Insurance Agency Llc Dba Sebanda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Camp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Casa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Crosswinds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SC  |  City: Fort Mill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Devon Property &amp; Casualty Company Dba Radius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Hollywood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Gulf South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Lester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VA  |  City: Wytheville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Mas Insurance &amp; Accounting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Nelson Legacy Group Dba Nelson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WA  |  City: Thomson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Orbis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$54,435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Rdr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NC  |  City: Charlotte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Stagstone Risk Management,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Tennessee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Bayou Agency, Llc Dba Bayou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LA  |  City: Monroe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TransRisk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  |  City: Troy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Tucker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Nashville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$-19,506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Venus Insurance Consulting Services Corp Dba Libre Commercial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 Insure,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Sunrise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Yd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Yomtob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