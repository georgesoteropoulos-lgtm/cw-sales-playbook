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46 Active  |  7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$1,908,681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$1,493,943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$328,328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$-726,979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$3,962,092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$549,695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$1,419,091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$666,285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$151,590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$120,367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$97,578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Combined Insurance &amp; Tax of Florida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$563,778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$564,957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$465,567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$148,466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$1,908,681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$1,493,943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3815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(7)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62179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+174%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46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1450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2.2%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$563,778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$564,957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$465,567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$148,466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$-169,891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$3,855,343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$1,493,943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$-726,979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3,925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2,783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$3,014,726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$132,361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12.0%  ·  Declined: 97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RENADO ROBINSON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Crosswinds Insurance Agency,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56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$666,285  |  Subs 747  |  Binds 18  |  HR 2.4%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1.9%)  |  $666,285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$154,221  |  Subs 72  |  Binds 6  |  HR 8.3%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8.3% (portfolio avg: 1.9%)  |  $154,221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$162,073  |  Subs 319  |  Binds 3  |  HR 0.9%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$162,073 YTD GWP  |  3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5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300%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$120,367  |  Subs 33  |  Binds 3  |  HR 9.1%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9.1% (portfolio avg: 1.9%)  |  $120,367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184 submissions with 0 binds - zero conversion  |  122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66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66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$46,912  |  Subs 123  |  Binds 2  |  HR 1.6%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1.6% on 123 subs  |  Cancellations are 180% of new business ($44,281 vs $24,611)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1  •  Total GWP: $22,202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 Trucks Insurance Corp, Ins Professionals Of Geor) drive $982,579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Yd Insurance &amp; Finan (16.7%), Untouchable Insuranc (11.1%), Business Expansion S (10.0%)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3,815 total submissions across 46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 agencies with zero Jan–May 2026 activity: Allcom Insurance Cor, Allstars Insurance P, Assured Insurance Co...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(410 subs): Orbis Insurance Grou (184), Barbee Jackson Insur (66)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1.9% (72 binds / 3,815 subs). Need 118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9 agencies with 20+ subs but &lt;3% HR: Sbh Capital Llc Dba  (0.6%), Insurance Team Of Am (0.6%), Go Safe Agency Corp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(747s/18b), Insurance Team Of Am (476s/3b), Sbh Capital Llc Dba  (325s/2b).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253 quotes but 0 binds: Orbis Insurance Group LLC (122q), Barbee Jackson Insurance (39q),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cancellations &gt;40% of new biz: Vantage Ins Llc, Art Insurance Family, Garzor Insurance Llc. $590,785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261383983851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SGLogistics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$37,618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261284235399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AUXVAC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$22,549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263806877206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VALIANT ENTERPRISES OF TEXAS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260370154615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EDGE EXPRESS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252407639732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GIL'S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$69,297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$33,037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$61,724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263928512415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R&amp;D MOVING &amp; STORAGE COMPANY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$780,262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$251,686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256688453500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PDC EXPRESS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$108,742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$36,152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$14,473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$1,322,967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$70,742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$666,285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$666,285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747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(747 subs, only 18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$151,590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$151,590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0.9% hit ratio on 319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(319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$151,590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$154,517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10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$120,367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$120,367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26 to 12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273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(273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312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(312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177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(177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$42,794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$42,794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$37,911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10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66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$12,907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95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