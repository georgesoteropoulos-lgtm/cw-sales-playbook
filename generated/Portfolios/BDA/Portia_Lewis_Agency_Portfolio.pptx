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46 Active  |  7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$1,908,681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$1,493,943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$328,328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$-726,979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$3,962,092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$800,765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$1,373,387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$151,590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$120,367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$97,578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Combined Insurance &amp; Tax of Florida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$569,917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$148,466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$1,908,681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$1,493,943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3759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(7)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+168%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46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1391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2.2%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1,391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$569,917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$148,466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$-169,891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$3,922,869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$1,493,943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$-726,979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3,865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2,735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$152,873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$2,863,510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$132,361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11.9%  ·  Declined: 96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RENADO ROBINSON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Crosswinds Insurance Agency, 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$666,285  |  Subs 738  |  Binds 19  |  HR 2.6%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1.9%)  |  $666,285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$154,221  |  Subs 71  |  Binds 6  |  HR 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8.5% (portfolio avg: 1.9%)  |  $154,221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$162,073  |  Subs 314  |  Binds 3  |  HR 1.0%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$162,073 YTD GWP  |  3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$120,367  |  Subs 33  |  Binds 3  |  HR 9.1%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9.1% (portfolio avg: 1.9%)  |  $120,367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$106,203  |  Subs 70  |  Binds 4  |  HR 5.7%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5.7% (portfolio avg: 1.9%)  |  $106,203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178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178 submissions with 0 binds - zero conversion  |  116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65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65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28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28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121  |  Binds 2  |  HR 1.7%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1.7% on 121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 Trucks Insurance Corp, Ins Professionals Of Geor) drive $982,579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Yd Insurance &amp; Finan (16.7%), Untouchable Insuranc (11.1%)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3,759 total submissions across 46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 agencies with zero Jan–May 2026 activity: Allcom Insurance Cor, Allstars Insurance P, Assured Insurance Co...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(394 subs): Orbis Insurance Grou (178), Barbee Jackson Insur (65)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(73 binds / 3,759 subs). Need 114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20+ subs but &lt;3% HR: Sbh Capital Llc Dba  (0.6%), Insurance Team Of Am (0.6%), Go Safe Agency Corp (0.8%).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30+ subs and some binds but &lt;5% HR: Vantage Ins Llc (738s/19b), Insurance Team Of Am (476s/3b), Sbh Capital Llc Dba  (324s/2b).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238 quotes but 0 binds: Orbis Insurance Group LLC (116q), Barbee Jackson Insurance (37q),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cancellations &gt;40% of new biz: Vantage Ins Llc, Art Insurance Family, Garzor Insurance Llc. $590,785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261383983851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SGLogistics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260370154615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EDGE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263928512415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R&amp;D MOVING &amp; STORAGE COMPANY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266126873766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VER-GLEN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$49,121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$933,734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252545290139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SUPER FREIGHT CARGO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$108,742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$36,152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$1,322,967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$70,742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738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(738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$151,590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$151,590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314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(314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$151,590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$154,517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$120,367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$120,367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26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264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(264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310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(310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121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68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$12,907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178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