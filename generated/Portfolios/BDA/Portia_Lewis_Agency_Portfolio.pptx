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Portia Lewis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21, 2026  |  53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Portia Lewis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53 Total Agencies  |  46 Active  |  7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$1,950,303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$1,536,366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$327,528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$-744,362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3549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$3,790,370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$4,003,714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$4,548,444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$620,674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$1,383,573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$666,355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$469,323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$161,842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$151,590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$154,221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$133,703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$140,015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$117,226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$106,203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$89,533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$84,029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$31,402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$16,297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&amp; Beyond Llc Dba Elite In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$82,299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$81,152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$65,569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$60,686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$55,201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$46,912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$24,611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Combined Insurance &amp; Tax of Florida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$45,960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$45,960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$526,954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$191,905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$564,957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$188,133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$1,070,933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$392,607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$1,190,108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$572,833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898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$519,112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$190,888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$1,950,303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$1,536,366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3858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(7)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Allcom Insurance Corporation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Allstars Insurance Partners, Inc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Assured Insurance Consultants,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8321040" y="566928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Clark Farley Insurance Agency - A Rela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8321040" y="585216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Lake Marion Agency LLC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321040" y="60350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Paramount Trucking Specialist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8321040" y="62179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Patrick Phillips Insurance Agency,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84.7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+177%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54%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46 of 53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87%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181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11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192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8.5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66%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106%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84%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5/18–5/21*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60%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1493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34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2.3%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-32.5%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-77.8%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395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455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+103%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+16%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1,493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2,212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-33%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755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+536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+476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Sbh Capital Llc Dba Southeastern Insur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+228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+327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-94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+272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-91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Combined Insurance &amp; Tax of Florida In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+173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Verafy Insurance,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-146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+33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Barbee Jackson Insurance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&amp; Beyond Llc Dba Elite Insur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 |  53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$526,954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$191,905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$17,397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$-112,633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594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$564,957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$188,133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$-151,408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$1,070,933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$392,607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$-173,597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577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$1,190,108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$572,833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$-119,451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898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642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$519,112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$190,888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$-187,273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625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$3,872,064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$1,536,366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$86,410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$-744,362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3,968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2,813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Portia Lewis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$175,647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4.4%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$26,295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$23,662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$91,546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Sbh Capital LLC Dba Southeastern Insurance Associates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GA, TX, VA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Portia Lewis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$3,085,705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$964,820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$271,068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$203,340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Sbh Capital LLC Dba Southeastern Insurance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$81,735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$333,831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236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(63%)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(29%)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(8%)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12.1%  ·  Declined: 98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755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Karen Seeman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Jorge Hernandez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Sbh Capital Llc Dba Southeaste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Jennifer Cifuentes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Rasa Kacinskas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Mary Racero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Mustapha Rahal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Combined Insurance &amp; Tax of Fl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Ariana Carrasquel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VERA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Verafy Insurance,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Caleb Jackson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Barbee Jackson Insurance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 Thomas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Mariana Zorrilla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Christina Battle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Rhonda Dixon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KARLA HERRERA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&amp; Beyond Llc Dba Eli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Diana Munoz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Yulima Valcarcel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White Bull Insurance Group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Patrick Phelan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Relation Insurance Services Of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Jaime Louisdhon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Luis Laguado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Markie Lethcho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Stagstone Risk Management, Llc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Jennifer Rheingold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Danay De La Noval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Hudson Nwakanma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Zenith Insurance Partners, Inc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Jessica Creamer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Kimberly Oliveira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Kelli Ford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Short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Stewart Short Insurance Servic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Jesus Rigoberto Huerta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Mas Insurance Group Inc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Diego Martinez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Mas Insurance Group Inc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Royster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Rdr Insurance Services, Inc.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Osiel Giraldo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Beloved Insurance Agency Llc D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TAWANDA BOWE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Marisol Tiburcio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Tiburcio Professional Group Co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Lianny Soto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PointeNorth Insurance Group, L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RENADO ROBINSON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Crosswinds Insurance Agency, L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56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$666,355  |  Subs 755  |  Binds 19  |  HR 2.5%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2.5% (portfolio avg: 1.9%)  |  $666,355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$154,221  |  Subs 73  |  Binds 5  |  HR 6.8%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6.8% (portfolio avg: 1.9%)  |  $154,221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$140,015  |  Subs 33  |  Binds 4  |  HR 12.1%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12.1% (portfolio avg: 1.9%)  |  $140,015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$161,842  |  Subs 328  |  Binds 4  |  HR 1.2%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$161,842 YTD GWP  |  4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$84,029  |  Subs 316  |  Binds 5  |  HR 1.6%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5 binds in Q1  |  $31,402 in new business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186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186 submissions with 0 binds - zero conversion  |  124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Barbee Jackson Insurance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$23,550  |  Subs 67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67 submissions with 0 binds - zero conversion  |  Cancellations are 141% of new business ($33,206 vs $23,550)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Relation Insurance Services Of North Carol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$10  |  Subs 29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29 submissions with 0 binds - zero conversion  |  21 quotes generated but 0 converted to binds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$36,883  |  Subs 476  |  Binds 3  |  HR 0.6%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0.6% on 476 subs  |  Submissions dropped 94% MoM (36 -&gt; 2)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$46,912  |  Subs 125  |  Binds 2  |  HR 1.6%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1.6% on 125 subs  |  Cancellations are 180% of new business ($44,281 vs $24,611)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32d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58d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3/3 appointed agencies have submitted (100%)  •  1/3 have bound (33%)  •  Total bound: 1  •  Total GWP: $22,202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Untouchable Insurance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Gulf South Insurance Agency Llc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Camp Insurance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Portia Lewis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(Vantage Ins Llc, In Trucks Insurance Corp, Ins Professionals Of Geor) drive $982,418 (50%)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Yd Insurance &amp; Finan (16.7%), Zenith Insurance Par (12.1%), Untouchable Insuranc (11.1%)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3,858 total submissions across 46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 agencies with zero Jan–May 2026 activity: Allcom Insurance Cor, Allstars Insurance P, Assured Insurance Co...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 agencies submitting but 0 binds (415 subs): Orbis Insurance Grou (186), Barbee Jackson Insur (67)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Sbh Capital Llc Dba  (0.6%), Insurance Team Of Am (0.6%), Go Safe Agency Corp (0.7%)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1.9%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1.9% (73 binds / 3,858 subs). Need 119 more binds. Focus on submission quality and appetite education.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with 20+ subs but &lt;3% HR: Sbh Capital Llc Dba  (0.6%), Insurance Team Of Am (0.6%), Go Safe Agency Corp (0.7%). Conduct submission quality training to lift conversion 2-3 points.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14 agencies with 30+ subs and some binds but &lt;5% HR: Vantage Ins Llc (755s/19b), Insurance Team Of Am (476s/3b), Sbh Capital Llc Dba  (330s/2b). Small HR improvements on large volume = significant premium lift.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14 agencies have 260 quotes but 0 binds: Orbis Insurance Group LLC (124q), Barbee Jackson Insurance (39q), Relation Insurance Servic (21q). Follow up on pricing, coverage, response time gaps.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8 agencies with cancellations &gt;40% of new biz: Vantage Ins Llc, Art Insurance Family, Ins Professionals Of Geor. $646,100 total cancellations - investigate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 |  Last 25 Bound Submissions  |  73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269494375302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BATRES TRANSPORTATION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Jennifer Cifuentes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$70,979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251590584351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 MINUTE INC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 Thomas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268856830312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I&amp;T TRUCKING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Hudson Nwakanma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$19,423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16,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261284235399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AUXVAC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Jessica Creamer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$22,549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263806877206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Untouchable Insurance Inc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VALIANT ENTERPRISES OF TEXAS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Harold Cutler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260370154615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NEW EDGE EXPRESS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Rasa Kacinskas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$16,145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268495088531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AMMA Logistics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Jennifer Rheingold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260118406736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ALC TRUCKING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$37,717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263665821438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TRANSP WILSON GUZMAN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$18,746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258202203794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Sbh Capital Llc Dba Southeastern I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OSEJO'S PRESTIGE HAULING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Jorge Hernandez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$91,816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265603097956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CAMC LOGISTICS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$13,877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268342495732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Mas Insurance Group Inc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JTS LOGISTICS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Diego Martinez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$2,752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250440657611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NOMADZ GLOBAL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Rasa Kacinskas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$16,181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06,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252407639732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GIL'S TRUCKING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$69,297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04,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269140358808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DUNCAN ENTERPRISE OF CHARLOTTE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Rasa Kacinskas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$20,411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01,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254360816370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SANCHEZ EXPRESS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$12,930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262312486831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&amp; Beyond Llc Dba Elite I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PROFESSIONAL DELIVERY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KARLA HERRERA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$82,315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257778536580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 &amp; Z LOGISTICS INC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$28,729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255008182541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OS LOGISTICS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$33,037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260130212901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LRZ TRANSPORTATION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264366579790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BLUERIDGE LOGISTIC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Hudson Nwakanma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$15,447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265935484994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White Bull Insurance Group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HERRERA PILOT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Yulima Valcarcel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$25,285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27,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261234067209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MJM TRANSPORTATION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Diana Munoz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$2,169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25,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262228899761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GOLD CLASS TRUCKING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TAWANDA BOWE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24,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262910225239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SERINETY TRANSPORT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Hudson Nwakanma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$61,724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24,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$710,247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 |  Active in-force policies expiring through Aug 19,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$254,898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256688453500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PDC EXPRESS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Business Expansion Strategies,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255767854495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SYNERGY EXPRESS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16d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253928598753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QUEEN OF THE ROAD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16d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255078974376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JRC LOGISTICS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16d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$33,494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251582712237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HERCULES TRANSPORTATION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30d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Business Expansion Strategies,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252768380121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LOWES LOGISTICS INC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40d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$108,742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257713728754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 SALDIVIA GROUP INC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49d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258164280507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THE CUCURU 056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51d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$12,344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251590584351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 MINUTE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61d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$35,511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254367774752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HUMBLE WEAR APPAREL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2026-07-24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64d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Tiburcio Professional Group Co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252651166959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 M H TRUCKING INC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72d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$14,106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258576398076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FELICITY ENTERPRISES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72d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$7,066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MS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254472807421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PAUL D TRUCKING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77d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15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 |  Policies with cancellation_date on or before Aug 19,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$3,217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$3,217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Material Changes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262010851338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BSMB DISPATCH SOLUTIONS LLC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 Professionals Of Georgi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262010851338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BSMB DISPATCH SOLUTIONS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 Professionals Of Georgi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2 of 2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$666,355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$469,323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$152,924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$761,577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$1,323,037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$189,240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$399,572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$86,046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$68,097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$17,948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$-17,037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$196,128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$103,155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$48,865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$-114,675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$114,149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$48,762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$65,388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$-62,815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$199,219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$178,418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$-36,967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$70,812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$70,890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$-142,515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$666,355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$469,323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$152,924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755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804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$666,355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$469,323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2.5% hit ratio on 755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80% of new business ($374,009)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(755 subs, only 19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$469,323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Fort Lauderdale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$161,842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$151,590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$161,842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$129,467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$60,178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$60,178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$18,827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$57,589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$58,488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$25,480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$14,098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$161,842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$151,590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$10,252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$-230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$161,842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$151,590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1.2% hit ratio on 328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(328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$151,590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Rex (Clayton)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$154,221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$133,703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$-55,315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$154,517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597%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$111,474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$19,563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$-19,563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$61,624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$62,477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$51,605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$49,796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$-35,752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$154,221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$133,703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$20,518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$-55,315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$154,221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$133,703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41% of new business ($55,315)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23 to 11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$133,703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$55,315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$140,015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$117,226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$-20,407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$113,243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$253,258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$117,001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$-20,407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$99,960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$77,171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$22,789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$19,648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$140,015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$117,226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$22,789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$-20,407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$140,015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$117,226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$117,226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AL  |  City: Gadsden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$89,533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$49,732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$141,776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178%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$70,793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$35,085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$18,966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$16,120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$35,656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$35,656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$106,203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$89,533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$16,120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$106,203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$89,533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26 to 12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$89,533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3563%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$23,267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$105,002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$105,002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279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(279 subs, only 2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$105,002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North Carolina  |  City: Charlotte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$84,029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$31,402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$16,297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$36,330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$-39,814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$479,965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$293,982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$86,784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$36,125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$16,297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$-19,828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$4,960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$4,960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$15,182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$10,990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$15,825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$16,219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$-3,395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$84,029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$31,402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$16,297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$36,330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$-39,814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$947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$84,029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$31,402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316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127% of new business ($39,814)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(316 subs, only 5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$31,402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&amp; Beyond Llc Dba Elite Insurance &amp; Beyond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Florida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$82,299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$152,072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$79,452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$82,315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$81,152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$81,152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$82,299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$81,152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$-1,430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$82,299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$81,152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$81,152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Beaumont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$65,569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$53,210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$118,504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$23,649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$4,120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$24,638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$23,874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$65,569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$60,686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$4,883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$65,569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$60,686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2.9% hit ratio on 68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(68 subs, only 2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$60,686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GA  |  City: Conyers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$184,770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$-55,841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$55,201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$-55,841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$55,201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$55,841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($55,841)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$55,841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$55,841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Orlando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$46,912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$22,301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$-44,281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$15,111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$49,996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259%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$23,662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$23,662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$23,250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$22,301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$-43,499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$46,912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$24,611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$22,301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$-44,281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$-6,538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$46,912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$24,611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125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180% of new business ($44,281)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(125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$24,611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Combined Insurance &amp; Tax of Florida Inc DBA Insure Our Truck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Aventura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$-26,940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$22,692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$34,589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$34,589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$-10,560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$-26,940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$45,960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$45,960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1.7% hit ratio on 178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59% of new business ($26,940)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(178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$45,960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Sbh Capital Llc Dba Southeastern Insurance Associates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Carrollton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$43,362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$51,083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$18,251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$18,251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$3,483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$3,483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$22,098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$22,098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$-1,259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$43,362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$18,251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$25,110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$-1,259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$43,362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$18,251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330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260%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(330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$18,251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Stewart Short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Albany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$50,506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$39,564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$39,564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$39,564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$39,564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$39,564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$39,564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18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$39,564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Medley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$37,290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$65,916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$102,798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$19,461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$19,869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$17,421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$17,421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$-16,693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$36,883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$37,290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$-408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$-16,693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$36,883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$37,290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476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45% of new business ($16,693)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(476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$37,290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White Bull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N/A  |  City: St. Petersburg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$25,261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$25,261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$24,054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$25,261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$24,054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23 to 10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$24,054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Barbee Jackson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Crestview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$-33,206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$47,678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$-16,460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$-16,746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$-33,206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141% of new business ($33,206)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67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$23,550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PointeNorth Insurance Group,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Georgia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$23,186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$23,186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Untouchable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N/A  |  City: Miramar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$22,202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$22,427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$22,427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$22,427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$22,427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Business Expansion Strategies,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Palm Harbor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$12,907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$12,907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$221,853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$198,505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$-739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$9,281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$9,281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$2,947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$2,947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$-9,006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$12,907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$12,907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$-10,324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$12,907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10.0%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68%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Mas Insurance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Homestead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$37,572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$18,471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$4,252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$4,252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$6,371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$5,201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$6,371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$5,201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$5,201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Verafy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Ocala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$334,773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$33,117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$-16,343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$-17,536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$2,092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95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2.1% hit ratio on 95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(95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Public Transportation Specialist,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 Lakes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$67,008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 to 1 MoM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SUNRISE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$108,899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$72,764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Tiburcio Professional Group Corp Dba People Insurance Group Dba People Trucking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 Gardens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$39,017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$-341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Relation Insurance Services Of North Carolina,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Charlotte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$16,659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Insurance Brokers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Doral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$9,988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Beloved Insurance Agency Llc Dba Sebanda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Hialeah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Camp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Casa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Crosswinds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SC  |  City: Fort Mill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12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Devon Property &amp; Casualty Company Dba Radius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Hollywood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Gulf South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Central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Lester Insurance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VA  |  City: Wytheville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Mas Insurance &amp; Accounting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Florida  |  City: Kissimmee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Nelson Legacy Group Dba Nelson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WA  |  City: Thomson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$54,435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$34,180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124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186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186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124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Rdr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NC  |  City: Charlotte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Stagstone Risk Management,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Tennessee  |  City: Nashville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$177,430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$139,903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$137,917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7.4%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27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20 to 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Bayou Agency, Llc Dba Bayou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LA  |  City: Monroe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$-42,226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$-42,226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$-42,226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TransRisk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AL  |  City: Troy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Agency has some Jan–May 2026 activity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Assigned to portfolio - opportunity for development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Tucker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Nashville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$417,734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$-19,506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$-5,814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$-5,814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Venus Insurance Consulting Services Corp Dba Libre Commercial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Marietta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$48,424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Agency has some Jan–May 2026 activity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Assigned to portfolio - opportunity for development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 Insure,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Sunrise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Yd Insurance &amp;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16.7%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Yomtob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SC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$-777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