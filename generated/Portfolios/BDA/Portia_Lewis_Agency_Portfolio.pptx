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$2,253,625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$1,683,467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$469,382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$-789,078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$4,307,035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$709,071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$1,253,947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$851,003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$171,497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$165,238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$1,211,463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$695,604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$337,989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$2,253,625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$1,683,467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4052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+171%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240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1690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1,690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$1,211,463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$695,604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$337,989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$14,917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$-231,990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$4,194,243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$1,683,467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$-789,078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4,169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2,965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$3,373,840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12.2%  ·  Declined: 101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$851,003  |  Subs 794  |  Binds 17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1.8%)  |  $851,003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353  |  Binds 5  |  HR 1.4%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Nelson Legacy Group Llc Dba Nelson Insuran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$14,367  |  Subs 5  |  Binds 1  |  HR 20.0%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20.0% (portfolio avg: 1.8%)  |  Submission volume up 200%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$171,497  |  Subs 73  |  Binds 5  |  HR 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1.8%)  |  $171,497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6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400%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205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205 submissions with 0 binds - zero conversion  |  138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70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70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$39,564  |  Subs 20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 submissions with 0 binds - zero conversion  |  Cancellations are 86% of new business ($33,927 vs $39,564)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0/3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Ins Professionals Of Geor, Zenith Insurance Partners) drive $1,187,739 (53%)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Nelson Legacy Group  (20.0%), Yd Insurance &amp; Finan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4,052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 agencies submitting but 0 binds (465 subs): Orbis Insurance Grou (205), Barbee Jackson Insur (70)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1.8%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1.8% (71 binds / 4,052 subs). Need 131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(794s/17b), Insurance Team Of Am (476s/3b), In Trucks Insurance  (353s/5b).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have 297 quotes but 0 binds: Orbis Insurance Group LLC (138q), Barbee Jackson Insurance (42q),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9 agencies with cancellations &gt;40% of new biz: Vantage Ins Llc, Art Insurance Family, Ins Professionals Of Geor. $680,027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268068971832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BROWNS LOGISTICS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261284235399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AUXVAC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263928512415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R&amp;D MOVING &amp; STORAGE COMPANY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$764,768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$403,658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$281,234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$1,507,686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$255,461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$851,003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$281,234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$851,003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794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(794 subs, only 17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$171,497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$171,497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$44,872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$44,872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$165,238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353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(353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302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(302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0.9% hit ratio on 330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(330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$64,988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375%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86% of new business ($33,927)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38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(38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70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Llc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205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