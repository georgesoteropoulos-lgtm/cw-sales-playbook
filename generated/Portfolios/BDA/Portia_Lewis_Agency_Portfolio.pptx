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$2,030,494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$342,181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$-744,362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$4,083,905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$689,818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$1,356,435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$585,836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$1,135,271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$1,212,980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$576,520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$256,426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$2,030,494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3927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+169%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1564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2.2%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$585,836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$1,135,271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$1,212,980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$576,520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$256,426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$-187,273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$4,037,561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$1,601,904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$-744,362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2,864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$3,210,529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12.1%  ·  Declined: 98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$666,445  |  Subs 769  |  Binds 16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1.8%)  |  $666,445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$171,604  |  Subs 73  |  Binds 6  |  HR 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1.8%)  |  $171,604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334  |  Binds 5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6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400%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$140,015  |  Subs 33  |  Binds 4  |  HR 12.1%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12.1% (portfolio avg: 1.8%)  |  $140,015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190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190 submissions with 0 binds - zero conversion  |  126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68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$46,912  |  Subs 126  |  Binds 2  |  HR 1.6%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1.6% on 126 subs  |  Cancellations are 180% of new business ($44,281 vs $24,611)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  •  Total GWP: $22,202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Ins Professionals Of Geor, In Trucks Insurance Corp) drive $1,000,441 (49%)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American Insurance B (12.5%), Yd Insurance &amp; Finan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3,927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submitting but 0 binds (414 subs): Orbis Insurance Grou (190), Barbee Jackson Insur (68)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1.8%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1.8% (72 binds / 3,927 subs). Need 124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(769s/16b), Insurance Team Of Am (476s/3b), In Trucks Insurance  (334s/5b).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261 quotes but 0 binds: Orbis Insurance Group LLC (126q), Barbee Jackson Insurance (40q),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cancellations &gt;40% of new biz: Vantage Ins Llc, Art Insurance Family, Ins Professionals Of Geor. $646,100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262280930746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Q FLEET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Chelsea Jenkins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263806877206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VALIANT ENTERPRISES OF TEXAS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$84,596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$33,037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$719,548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$417,326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256688453500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PDC EXPRESS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60d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$14,473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$18,278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334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(334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$117,226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287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(287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319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(319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70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$64,988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(185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96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