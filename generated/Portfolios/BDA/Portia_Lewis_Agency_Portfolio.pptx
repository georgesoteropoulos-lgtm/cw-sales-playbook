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31,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$2,337,997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$1,739,272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$497,949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$-789,078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$4,391,408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$984,320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$1,397,197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$184,224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$171,497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$125,403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$108,733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$84,236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$1,123,145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$393,794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$2,337,997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$1,739,272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4079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+166%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235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250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1718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2.4%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-22.3%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1,718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$600,203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$1,160,019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$1,123,145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$393,794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$14,917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$-231,990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$4,600,429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$1,739,272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$100,776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$-789,078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4,198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2,989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$3,579,793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$371,707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$438,494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12.8%  ·  Declined: 101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$860,378  |  Subs 799  |  Binds 19  |  HR 2.4%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1.9%)  |  $860,378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$184,224  |  Subs 33  |  Binds 5  |  HR 15.2%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15.2% (portfolio avg: 1.9%)  |  $184,224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359  |  Binds 5  |  HR 1.4%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Nelson Legacy Group Llc Dba Nelson Insuran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$14,367  |  Subs 5  |  Binds 1  |  HR 20.0%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20.0% (portfolio avg: 1.9%)  |  Submission volume up 200%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$171,497  |  Subs 73  |  Binds 5  |  HR 6.8%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1.9%)  |  $171,497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70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70 submissions with 0 binds - zero conversion  |  Cancellations are 141% of new business ($33,206 vs $23,550)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$39,564  |  Subs 20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 submissions with 0 binds - zero conversion  |  Cancellations are 86% of new business ($33,927 vs $39,564)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Tiburcio Professional Group Corp Dba Peopl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  |  Subs 25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25 submissions with 0 binds - zero conversion  |  15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0/3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Zenith Insurance Partners, Ins Professionals Of Geor) drive $1,216,100 (52%)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Nelson Legacy Group  (20.0%), Zenith Insurance Par (15.2%)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4,079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Jan–May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(264 subs): Barbee Jackson Insur (70), Relation Insurance S (29)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Orbis Insurance Grou (0.5%), Sbh Capital Llc Dba  (0.6%), Insurance Team Of Am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1.9% (79 binds / 4,079 subs). Need 124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20+ subs but &lt;3% HR: Orbis Insurance Grou (0.5%), Sbh Capital Llc Dba  (0.6%), Insurance Team Of Am (0.6%).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(799s/19b), Insurance Team Of Am (476s/3b), In Trucks Insurance  (359s/5b).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have 162 quotes but 0 binds: Barbee Jackson Insurance (42q), Relation Insurance Servic (22q), Tiburcio Professional Gro (15q).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52% of premium. Develop mid-tier: In Trucks Insurance Corp, Aligned Insurance, Llc, Go Safe Agency Corp.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263519704644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CONNECT LOGISTICS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$25,654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$104,663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250521146933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 ANGEL TRANSPORT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$50,947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262286691723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IJ &amp; JOHNSON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263834509699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BONAVENTURE INTERNATIONAL GROUP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262010851338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BSMB DISPATCH SOLUTIONS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256829738511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 EXPRESS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$100,639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261284235399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AUXVAC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$22,549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252407639732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GIL'S TRUCKING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$69,297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269140358808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DUNCAN ENTERPRISE OF CHARLOTTE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$20,411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$993,631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29,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$390,042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$14,473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258672826945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HOPE SOLUTION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72d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29,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$1,517,061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$264,836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$137,606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(799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$44,872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$184,224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$184,224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$171,497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$171,497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$-10,789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359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$125,403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$108,733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$125,403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$108,733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$108,733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306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(306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$294,188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$84,236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$36,537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$84,236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(330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$64,988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$64,988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$64,988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191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(191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$91,922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375%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86% of new business ($33,927)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206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$36,605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39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(39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70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Llc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$14,367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