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$1,965,507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$342,181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$4,018,917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$605,222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$1,353,821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Combined Insurance &amp; Tax of Florida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$191,438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$1,965,507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1561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$191,438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$3,950,351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4,037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12.1%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769  |  Binds 16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1.8%)  |  $666,445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$171,604  |  Subs 73  |  Binds 6  |  HR 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1.8%)  |  $171,604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334  |  Binds 5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1.8%)  |  $140,015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190 submissions with 0 binds - zero conversion  |  126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68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126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126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In Trucks Insurance Corp) drive $1,000,441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Yd Insurance &amp; Finan (14.3%), Zenith Insurance Par (12.1%)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3,924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(422 subs): Orbis Insurance Grou (190), Barbee Jackson Insur (68)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1.8%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1.8% (71 binds / 3,924 subs). Need 125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(769s/16b), Insurance Team Of Am (476s/3b), In Trucks Insurance  (334s/5b).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have 266 quotes but 0 binds: Orbis Insurance Group LLC (126q), Barbee Jackson Insurance (40q),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262280930746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Q FLEET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Chelsea Jenkins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$696,676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$288,780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$10,927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$23,070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319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