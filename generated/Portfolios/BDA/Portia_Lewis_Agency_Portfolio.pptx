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Portia Lewis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28, 2026  |  53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Portia Lewis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53 Total Agencies  |  47 Active  |  6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$2,253,731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$1,683,467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$100,776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$469,488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$-789,078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4019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3695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$3,790,370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$4,307,142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$4,548,444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59669"/>
                </a:solidFill>
                <a:latin typeface="Segoe UI"/>
              </a:defRPr>
            </a:pPr>
            <a:r>
              <a:t>50%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$709,071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$1,347,054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$851,003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$525,662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$171,604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$133,703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$165,238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$142,450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$162,392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$152,140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$106,203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$89,533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$84,029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$31,402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$16,297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 &amp; Beyond Llc Dba Elite In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$82,299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$81,152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$65,569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$60,686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American Insurance Brokers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$64,988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$64,988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$55,201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$55,841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$46,912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$24,611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$526,954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$191,905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$600,203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$188,133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826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$1,160,019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$392,607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$1,190,108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$572,833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898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$772,492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$337,989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$2,253,731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$1,683,467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4019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(6)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Allstars Insurance Partners, Inc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321040" y="53035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Assured Insurance Consultants, LLC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321040" y="548640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Clark Farley Insurance Agency - A Rela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8321040" y="566928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Lake Marion Agency LLC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8321040" y="585216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Paramount Trucking Specialist Llc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321040" y="60350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Patrick Phillips Insurance Agency,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Portia Lewis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86.2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+170%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59%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47 of 53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89%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Portia Lewis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216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11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227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10.2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66%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106%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84%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86%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5/25–5/28*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44%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Portia Lewis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1656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34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2.1%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-25.1%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-78.1%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395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455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433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+102%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781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529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+48%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1,656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2,212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-25%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787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+568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+476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+349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Sbh Capital Llc Dba Southeastern Insur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+232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-80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+290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Orbis Insurance Group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-78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Combined Insurance &amp; Tax of Florida In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+181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Verafy Insurance, LLC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-142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+58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Barbee Jackson Insurance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+16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&amp; Beyond Llc Dba Elite Insur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Portia Lewis  |  53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$526,954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$191,905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$17,397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$-112,633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799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594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$600,203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$188,133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$-151,408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$1,160,019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$392,607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$-173,597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820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577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$1,190,108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$572,833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$23,186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$-119,451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898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642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$772,492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$337,989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$14,917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$-231,990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792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552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$4,249,775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$1,683,467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$100,776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$-789,078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4,135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2,932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Portia Lewis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$175,647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$26,295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$23,662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$91,546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Sbh Capital LLC Dba Southeastern Insurance Associates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GA, TX, VA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Portia Lewis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$3,373,840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$1,128,131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$271,068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$203,340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Sbh Capital LLC Dba Southeastern Insurance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$81,735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30.8%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$333,831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248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(64%)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(29%)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(7%)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12.3%  ·  Declined: 100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Portia Lewis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4019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787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Karen Seeman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Jennifer Cifuentes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Jorge Hernandez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Sbh Capital Llc Dba Southeaste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Rasa Kacinskas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Mary Racero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Mustapha Rahal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Combined Insurance &amp; Tax of Fl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Ariana Carrasquel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Orbis Insurance Group LLC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VERA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Verafy Insurance,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Caleb Jackson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Barbee Jackson Insurance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 Thomas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Mariana Zorrilla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Christina Battle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Rhonda Dixon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KARLA HERRERA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&amp; Beyond Llc Dba Eli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Diana Munoz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Yulima Valcarcel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White Bull Insurance Group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Patrick Phelan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Relation Insurance Services Of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Jaime Louisdhon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Advantage Plus Insurance Inc.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Luis Laguado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Jessica Creamer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Markie Lethcho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Stagstone Risk Management,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Danay De La Noval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Orbis Insurance Group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Jennifer Rheingold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Kimberly Oliveira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Hudson Nwakanma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Zenith Insurance Partners, Inc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Kelli Ford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Short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Stewart Short Insurance Servic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Jesus Rigoberto Huerta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Mas Insurance Group Inc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Diego Martinez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Mas Insurance Group Inc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Royster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Rdr Insurance Services, Inc.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Osiel Giraldo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Beloved Insurance Agency Llc D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Harold Cutler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Untouchable Insurance Inc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Marisol Tiburcio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Tiburcio Professional Group Co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TAWANDA BOWE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Lianny Soto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PointeNorth Insurance Group, L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56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$851,003  |  Subs 787  |  Binds 18  |  HR 2.3%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2.3% (portfolio avg: 1.8%)  |  $851,003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$162,392  |  Subs 350  |  Binds 5  |  HR 1.4%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$162,392 YTD GWP  |  5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$171,604  |  Subs 73  |  Binds 5  |  HR 6.8%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6.8% (portfolio avg: 1.8%)  |  $171,604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Nelson Legacy Group Llc Dba Nelson Insuran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$14,367  |  Subs 5  |  Binds 1  |  HR 20.0%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20.0% (portfolio avg: 1.8%)  |  Submission volume up 200% MoM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Lester Insurance Group, Inc.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6  |  Binds 0  |  HR 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Submission volume up 400% MoM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Orbis Insurance Group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199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199 submissions with 0 binds - zero conversion  |  132 quotes generated but 0 converted to binds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Barbee Jackson Insurance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$23,550  |  Subs 69  |  Binds 0  |  HR 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69 submissions with 0 binds - zero conversion  |  Cancellations are 141% of new business ($33,206 vs $23,550)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Relation Insurance Services Of North Carol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$10  |  Subs 29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29 submissions with 0 binds - zero conversion  |  21 quotes generated but 0 converted to binds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$36,883  |  Subs 476  |  Binds 3  |  HR 0.6%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0.6% on 476 subs  |  Submissions dropped 94% MoM (36 -&gt; 2)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Stewart Short Insurance Services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$39,564  |  Subs 19  |  Binds 0  |  HR 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19 submissions with 0 binds - zero conversion  |  Cancellations are 86% of new business ($33,927 vs $39,564)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Portia Lewis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32d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3/3 appointed agencies have submitted (100%)  •  0/3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Untouchable Insurance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Gulf South Insurance Agency Llc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Camp Insurance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Portia Lewis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Portia Lewis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(Vantage Ins Llc, Ins Professionals Of Geor, Zenith Insurance Partners) drive $1,187,846 (53%)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Business Expansion S (20.0%), Nelson Legacy Group  (20.0%), Yd Insurance &amp; Finan (12.5%)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4,019 total submissions across 47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 agencies with zero Jan–May 2026 activity: Allstars Insurance P, Assured Insurance Co, Clark Farley Insuran...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 agencies submitting but 0 binds (455 subs): Orbis Insurance Grou (199), Barbee Jackson Insur (69)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Sbh Capital Llc Dba  (0.6%), Insurance Team Of Am (0.6%), Go Safe Agency Corp (0.7%)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1.8%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1.8% (74 binds / 4,019 subs). Need 126 more binds. Focus on submission quality and appetite education.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11 agencies with 20+ subs but &lt;3% HR: Sbh Capital Llc Dba  (0.6%), Insurance Team Of Am (0.6%), Go Safe Agency Corp (0.7%). Conduct submission quality training to lift conversion 2-3 points.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14 agencies with 30+ subs and some binds but &lt;5% HR: Vantage Ins Llc (787s/18b), Insurance Team Of Am (476s/3b), In Trucks Insurance  (350s/5b). Small HR improvements on large volume = significant premium lift.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16 agencies have 287 quotes but 0 binds: Orbis Insurance Group LLC (132q), Barbee Jackson Insurance (41q), Relation Insurance Servic (21q). Follow up on pricing, coverage, response time gaps.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9 agencies with cancellations &gt;40% of new biz: Vantage Ins Llc, Art Insurance Family, Ins Professionals Of Geor. $680,027 total cancellations - investigate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Portia Lewis  |  Last 25 Bound Submissions  |  74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255008182541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OS LOGISTICS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$43,368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261098435080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METROHAUL LOGISTICS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$119,943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262793909054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LOGOS EXPRESS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$56,339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258202203794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Sbh Capital Llc Dba Southeastern 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OSEJO'S PRESTIGE HAULING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Jorge Hernandez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$87,439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262010851338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BSMB DISPATCH SOLUTIONS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Christina Battle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$20,375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262713191179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RAMTRANS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Jennifer Cifuentes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252768380121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Business Expansion Strategies,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LOWES LOGISTICS INC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Torres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$124,824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251590584351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 MINUTE INC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Andre Thomas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$24,316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268856830312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I&amp;T TRUCKING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Hudson Nwakanma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$19,423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16,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261284235399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AUXVAC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Jessica Creamer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$22,549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268495088531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AMMA Logistics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Jennifer Rheingold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260118406736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ALC TRUCKING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$37,717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263665821438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TRANSP WILSON GUZMAN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$18,746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265603097956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CAMC LOGISTICS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$13,877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268342495732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Mas Insurance Group Inc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JTS LOGISTICS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Diego Martinez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$2,752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250440657611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NOMADZ GLOBAL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Rasa Kacinskas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$16,181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06,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269140358808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DUNCAN ENTERPRISE OF CHARLOTTE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Rasa Kacinskas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$20,411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01,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254360816370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SANCHEZ EXPRESS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$12,930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30,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262312486831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&amp; Beyond Llc Dba Elite I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PROFESSIONAL DELIVERY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KARLA HERRERA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$82,315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30,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257778536580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 &amp; Z LOGISTICS INC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$28,729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29,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260130212901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LRZ TRANSPORTATION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264366579790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BLUERIDGE LOGISTIC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Hudson Nwakanma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$15,447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265935484994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White Bull Insurance Group Llc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HERRERA PILOT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Yulima Valcarcel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$25,285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27,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261234067209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MJM TRANSPORTATION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Diana Munoz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$2,169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25,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262228899761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GOLD CLASS TRUCKING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TAWANDA BOWE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24,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$797,886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Portia Lewis  |  Active in-force policies expiring through Aug 26,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$408,474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253928598753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QUEEN OF THE ROAD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9d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$10,927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255078974376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JRC LOGISTICS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9d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$33,494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Business Expansion Strategies,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255767854495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SYNERGY EXPRESS INC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9d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$2,013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Advantage Plus Insurance Inc.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251582712237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HERCULES TRANSPORTATION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23d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$4,393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Business Expansion Strategies,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252768380121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LOWES LOGISTICS INC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2026-06-30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33d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$105,922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257713728754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 SALDIVIA GROUP INC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42d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258164280507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THE CUCURU 056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2026-07-11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44d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$12,344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251590584351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 MINUTE INC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2026-07-21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54d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$35,511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254367774752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HUMBLE WEAR APPAREL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57d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Tiburcio Professional Group Co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252651166959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 M H TRUCKING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2026-08-01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65d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Advantage Plus Insurance Inc.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258576398076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FELICITY ENTERPRISES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2026-08-01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65d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$1,613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MS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Advantage Plus Insurance Inc.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254472807421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PAUL D TRUCKING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2026-08-06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70d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$18,278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258672826945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HOPE SOLUTION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2026-08-11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75d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$1,729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20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Portia Lewis  |  Policies with cancellation_date on or before Aug 26,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$9,878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$9,878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Non Payment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256708199045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RELIABLE ROUTE RUNNER LLC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Stewart Short Insurance Ser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256708199045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RELIABLE ROUTE RUNNER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Stewart Short Insurance Ser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5526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256708199045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8920" y="329183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RELIABLE ROUTE RUNNER LLC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94960" y="329183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Stewart Short Insurance Ser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329183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$5,194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1832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8308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269744345946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88920" y="3602735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J&amp;M AUTO MOBILE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94960" y="3602735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523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095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66760" y="3602735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$4,086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1832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3877055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78308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269744345946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788920" y="3913631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J&amp;M AUTO MOBILE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913631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523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095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66760" y="3913631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41832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5 of 5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$851,003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$525,662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$44,107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$281,234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$-374,009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$761,577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$1,507,686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93%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$223,792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$357,438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$86,046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$68,097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$17,948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$-17,037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$196,128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$103,155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$48,865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$-114,675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$114,149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$48,762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$65,388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$-62,815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$199,219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$178,418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$-36,967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$255,461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$127,230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$128,231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$-142,515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$851,003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$525,662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$281,234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$-374,009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787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$255K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$851K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$851,003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$525,662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2.3% hit ratio on 787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71% of new business ($374,009)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(787 subs, only 18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$525,662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Rex (Clayton)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$171,604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$133,703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$37,901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$-55,315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$21,525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$171,900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664%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$111,474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$20,879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$20,879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$19,563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$-19,563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$61,624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$62,477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$68,988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$49,796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$19,191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$-35,752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$171,604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$133,703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$37,901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$-55,315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$171,604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$133,703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41% of new business ($55,315)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$133,703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$55,315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$165,238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$142,450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$-20,407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$113,243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$278,481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$80,026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$20,407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$-20,407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$99,960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$77,171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$22,789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$44,872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$44,872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$165,238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$142,450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$22,789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$-20,407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$165,238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$142,450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55%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$142,450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Fort Lauderdale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$162,392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$152,140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$162,392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$58,488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$83,856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$60,178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$60,178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$18,827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$18,827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$57,589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$58,488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$25,480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$14,098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$11,382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$-10,789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$162,392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$152,140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$10,252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$-10,789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$162,392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$152,140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1.4% hit ratio on 350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(350 subs, only 5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$152,140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AL  |  City: Gadsden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$89,533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$49,732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$141,776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178%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$70,793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$35,085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$18,966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$16,120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$35,656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$35,656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$106,203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$89,533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$16,120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$106,203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$89,533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$89,533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$2,456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$105,002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3563%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$23,267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$105,002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$105,002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0.7% hit ratio on 297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(297 subs, only 2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$105,002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North Carolina  |  City: Charlotte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$84,029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$31,402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$16,297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$36,330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$-39,814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$479,965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$293,982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$86,859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$36,125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$16,297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$19,828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$-19,828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$4,960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$4,960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$-16,591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$26,172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$15,182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$10,990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$15,825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$16,219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$-3,395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$84,029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$31,402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$16,297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$36,330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$-39,814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$947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$84,029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$31,402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1.5% hit ratio on 330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127% of new business ($39,814)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(330 subs, only 5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$31,402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&amp; Beyond Llc Dba Elite Insurance &amp; Beyond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Florida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$82,299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$81,152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$152,072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$79,452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$82,315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$82,102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$81,152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$81,152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$82,299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$81,152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$-1,430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$82,299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$81,152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$81,152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NC  |  City: Beaumont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$65,569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$60,686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$4,883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$53,210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$118,504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$23,649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$4,120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$24,638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$23,874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$65,569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$60,686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$4,883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$65,569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$60,686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2.7% hit ratio on 73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(73 subs, only 2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$60,686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American Insurance Brokers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Doral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$64,988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$64,988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$9,988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$64,988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$64,988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$64,988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$64,988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$64,988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$64,988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$64,988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$64,988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GA  |  City: Conyers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$55,201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$-55,841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$184,770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$80,157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$55,841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$55,841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$-55,841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$-640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$-640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$55,201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$55,841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$-55,841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$-640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$55,201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$55,841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($55,841)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$55,841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$55,841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Orlando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$46,912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$22,301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$-44,281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$15,111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$49,996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259%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$23,662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$23,662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$23,250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$22,301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$-43,499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$46,912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$24,611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$22,301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$-44,281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$-6,538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$46,912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$24,611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127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180% of new business ($44,281)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(127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$24,611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Combined Insurance &amp; Tax of Florida Inc DBA Insure Our Truck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Aventura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$45,960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$45,960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$-26,940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$22,692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$46,909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169%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$45,960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$34,589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$34,589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$-10,560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$45,960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$45,960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$-26,940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$45,960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$45,960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186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59% of new business ($26,940)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(186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$45,960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Sbh Capital Llc Dba Southeastern Insurance Associates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Carrollton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$24,199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$51,083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$91,922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$105,691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$18,251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$18,251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$3,483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$3,483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$22,098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$22,098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$-2,170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$-2,170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$42,450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$18,251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$24,199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$-2,170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$42,450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$18,251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0.6% hit ratio on 334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375%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(334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$18,251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Stewart Short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Albany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$39,564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$39,564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$-33,927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$50,506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$39,564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$39,564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$-33,927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$39,564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$39,564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$-33,927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$39,564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$39,564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86% of new business ($33,927)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19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$39,564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Medley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$36,883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$37,290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$65,916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$102,798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$19,461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$19,869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$17,421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$17,421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$-16,693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$36,883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$37,290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$-408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$-16,693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$36,883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$37,290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0.6% hit ratio on 476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45% of new business ($16,693)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(476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$37,290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White Bull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N/A  |  City: St. Petersburg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$24,054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$1,207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$25,261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$24,054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$1,207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$25,261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$24,054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$1,207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$25,261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$24,054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2.7% hit ratio on 37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(37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$24,054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Barbee Jackson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Crestview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$-33,206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$47,678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$-16,460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$-16,746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$-33,206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141% of new business ($33,206)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69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$23,550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PointeNorth Insurance Group,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Georgia  |  City: Atlanta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$22,799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$23,036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$23,186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$23,186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$23,186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$23,186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$23,186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$23,186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Untouchable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N/A  |  City: Miramar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$22,427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$22,427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$22,427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$22,427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$22,427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$22,427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$22,427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Nelson Legacy Group Llc Dba Nelson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WA  |  City: Thomson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$14,367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$14,367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$14,367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$14,367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$14,367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$14,367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$14,367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$14,367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$14,367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$14,367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Business Expansion Strategies,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FL  |  City: Palm Harbor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$10,088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$10,088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$-10,324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$221,853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$195,685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$124,824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$2,013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$-739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$9,281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$9,281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$-579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$-9,006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$10,088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$10,088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$-10,324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$10,088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20.0%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Mas Insurance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Homestead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$6,371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$37,572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$18,471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$3,701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$-632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$4,252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$4,252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$6,371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$5,201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$6,371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$5,201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$5,201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Verafy Insurance,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FL  |  City: Ocala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$2,092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$2,092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$334,773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$33,117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$2,092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$-16,343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$2,092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$2,092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$-17,536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$2,092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2.0% hit ratio on 99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(99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Public Transportation Specialist,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 Lakes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$67,008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Advantage Plus Insurance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SUNRISE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$108,899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$72,764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Tiburcio Professional Group Corp Dba People Insurance Group Dba People Trucking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 Gardens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$39,017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$-341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22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Relation Insurance Services Of North Carolina,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NC  |  City: Charlotte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$16,659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29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21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Allcom Insurance Corporation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Sunrise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Beloved Insurance Agency Llc Dba Sebanda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Hialeah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10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Camp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Casa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Crosswinds Insurance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SC  |  City: Fort Mill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12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12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9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Devon Property &amp; Casualty Company Dba Radius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Hollywood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Gulf South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Central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Lester Insurance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VA  |  City: Wytheville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Mas Insurance &amp; Accounting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Florida  |  City: Kissimmee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Orbis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$54,435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$34,180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199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132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199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199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199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132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Rdr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NC  |  City: Charlotte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16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Stagstone Risk Management,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Tennessee  |  City: Nashville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$177,430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$139,903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$137,917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$26,323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7.4%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27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20 to 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Bayou Agency, Llc Dba Bayou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LA  |  City: Monroe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$-42,226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$84,222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$84,222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$-42,226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$-42,226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TransRisk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AL  |  City: Troy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Agency has some Jan–May 2026 activity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Assigned to portfolio - opportunity for development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Tucker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TN  |  City: Nashville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$-5,814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$417,734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$-19,506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$-5,814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$-5,814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Venus Insurance Consulting Services Corp Dba Libre Commercial Insurance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Marietta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$48,424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$-903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Agency has some Jan–May 2026 activity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Assigned to portfolio - opportunity for development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 Insure,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Sunrise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Yd Insurance &amp; Financial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$18,247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$18,247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12.5%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8 submissions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Yomtob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SC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$-777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