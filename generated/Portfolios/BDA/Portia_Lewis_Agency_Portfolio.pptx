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Portia Lewis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Jan–Jun 2026  |  Generated June 01,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Portia Lewis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53 Total Agencies  |  47 Active  |  6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$2,358,408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$1,759,683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$100,776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$497,949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$-819,753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$3,790,370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$4,133,248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$4,548,444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$984,320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$1,397,197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$860,378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$184,224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$142,450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$171,497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$125,403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$108,733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$104,647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$51,813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$600,203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$1,160,019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$1,123,145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$393,794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$20,411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75320" y="4581144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275320" y="4617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732520" y="461772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$2,358,408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509760" y="461772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$1,759,683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241280" y="46177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4080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744200" y="4617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201400" y="46177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8229600" y="5029200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8321040" y="50474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(6)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321040" y="537667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Allstars Insurance Partners, Inc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8321040" y="555955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Assured Insurance Consultants, LLC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321040" y="574243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Clark Farley Insurance Agency - A Rela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321040" y="592531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Lake Marion Agency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8321040" y="610819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Paramount Trucking Specialist Llc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321040" y="629107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Patrick Phillips Insurance Agency,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87.5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+63%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236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252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11.9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12–22  (Mar–Jun)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6199632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199632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09360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6/1–6/1*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552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686800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5554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287000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064240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4080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+46.0%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+59%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78104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19656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34056" y="378104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55848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0248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2880" y="4032504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4078224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3816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4,080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19656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34056" y="4078224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2,795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0248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+46%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+457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Sbh Capital Llc Dba Southeastern Insur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+299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Combined Insurance &amp; Tax of Florida In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+186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+57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&amp; Beyond Llc Dba Elite Insur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53 Total Agencies  |  Jan–Jun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$17,397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$-112,633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$600,203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$-151,408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$1,160,019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$-173,597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$-119,451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$1,123,145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$393,794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$14,917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$-231,990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45535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4553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45535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$20,411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45535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45535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$-30,674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45535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419855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34930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3493007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$4,600,429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37560" y="3493007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$1,759,683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63440" y="3493007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$100,776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97879" y="3493007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$-819,753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865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4,199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009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2,990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153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29799" y="3493007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" y="3941063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$175,647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$91,546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$3,579,793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$1,128,131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$371,707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$203,340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$81,735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$438,494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12.8%  ·  Declined: 101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Seeman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Sbh Capital Llc Dba Southeaste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Mustapha Rahal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Combined Insurance &amp; Tax of Fl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Ariana Carrasquel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VERA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Caleb Jackson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Mariana Zorrilla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Rhonda Dixon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&amp; Beyond Llc Dba Eli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Jaime Louisdhon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Patrick Phelan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Relation Insurance Services Of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Laguado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Danay De La Noval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Markie Lethcho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Oliveira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Zenith Insurance Partners, Inc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Kelli Ford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Short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Stewart Short Insurance Servic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Rigoberto Huerta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Royster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Cutler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Marisol Tiburcio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Osiel Giraldo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Beloved Insurance Agency Llc D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Lianny Soto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PointeNorth Insurance Group, L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$860,378  |  Subs 799  |  Binds 19  |  HR 2.4%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1.9%)  |  $860,378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$184,224  |  Subs 33  |  Binds 5  |  HR 15.2%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15.2% (portfolio avg: 1.9%)  |  $184,224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$162,392  |  Subs 359  |  Binds 5  |  HR 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$162,392 YTD GWP  |  5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Nelson Legacy Group Llc Dba Nelson Insuran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$14,367  |  Subs 5  |  Binds 1  |  HR 20.0%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20.0% (portfolio avg: 1.9%)  |  Submission volume up 200%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$171,497  |  Subs 73  |  Binds 5  |  HR 6.8%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6.8% (portfolio avg: 1.9%)  |  $171,497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$23,550  |  Subs 70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70 submissions with 0 binds - zero conversion  |  Cancellations are 141% of new business ($33,206 vs $23,550)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Relation Insurance Services Of North Carol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  |  Subs 29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29 submissions with 0 binds - zero conversion  |  22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$39,564  |  Subs 20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20 submissions with 0 binds - zero conversion  |  Cancellations are 86% of new business ($33,927 vs $39,564)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$36,883  |  Subs 476  |  Binds 3  |  HR 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476 subs  |  Submissions dropped 94% MoM (36 -&gt; 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Tiburcio Professional Group Corp Dba Peopl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  |  Subs 25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25 submissions with 0 binds - zero conversion  |  15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32d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0/3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Portia Lewis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Portfolio  |  Jan–Jun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(Vantage Ins Llc, Zenith Insurance Partners, Ins Professionals Of Geor) drive $1,216,100 (52%)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Business Expansion S (20.0%), Nelson Legacy Group  (20.0%), Zenith Insurance Par (15.2%)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 agencies converting submissions to bound business in Jan–Jun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4,080 total submissions across 47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with zero Jan–Jun 2026 activity: Allstars Insurance P, Assured Insurance Co, Clark Farley Insuran...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 agencies submitting but 0 binds (264 subs): Barbee Jackson Insur (70), Relation Insurance S (29)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Orbis Insurance Grou (0.5%), Sbh Capital Llc Dba  (0.6%), Insurance Team Of Am (0.6%)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1.9%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1.9% (79 binds / 4,080 subs). Need 125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20+ subs but &lt;3% HR: Orbis Insurance Grou (0.5%), Sbh Capital Llc Dba  (0.6%), Insurance Team Of Am (0.6%).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30+ subs and some binds but &lt;5% HR: Vantage Ins Llc (799s/19b), Insurance Team Of Am (476s/3b), In Trucks Insurance  (359s/5b).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have 162 quotes but 0 binds: Barbee Jackson Insurance (42q), Relation Insurance Servic (22q), Tiburcio Professional Gro (15q).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52% of premium. Develop mid-tier: In Trucks Insurance Corp, Aligned Insurance, Llc, Go Safe Agency Corp.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Last 25 Bound Submissions  |  79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257713728754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SALDIVIA GROUP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Mariana Zorrilla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263519704644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CONNECT LOGISTICS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$25,654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262910225239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SERINETY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$104,663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250521146933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 ANGEL TRANSPORT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$50,947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262286691723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IJ &amp; JOHNSON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Ariana Carrasquel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263834509699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BONAVENTURE INTERNATIONAL GROUP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Rhonda Dixon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255008182541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261098435080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METROHAUL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$119,943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258202203794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Sbh Capital Llc Dba Southeastern 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OSEJO'S PRESTIGE HAULING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262010851338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BSMB DISPATCH SOLUTIONS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262713191179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RAMTRANS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256829738511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ANA EXPRESS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$100,639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Torres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$124,824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268856830312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I&amp;T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$19,423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261284235399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AUXVAC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$22,549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268495088531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AMMA Logistics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260118406736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ALC TRUCKING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$37,717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263665821438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 WILSON GUZMAN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265603097956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CAMC LOGISTICS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$13,877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268342495732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JTS LOGISTICS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250440657611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NOMADZ GLOBAL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$16,181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252407639732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GIL'S TRUCKING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$69,297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269140358808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DUNCAN ENTERPRISE OF CHARLOTTE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$20,411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254360816370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SANCHEZ EXPRESS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$12,930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$993,631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Active in-force policies expiring through Aug 30,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$384,275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253928598753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QUEEN OF THE ROAD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255767854495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SYNERGY EXPRESS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255078974376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JRC LOGISTICS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$33,494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251582712237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HERCULES TRANSPORTATION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$105,922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257713728754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SALDIVIA GROUP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38d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258164280507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THE CUCURU 056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$35,511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254367774752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HUMBLE WEAR APPAREL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258576398076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FELICITY ENTERPRISES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61d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$23,070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252651166959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M H TRUCKING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61d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254472807421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D TRUCKING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$18,278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258672826945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HOPE SOLUTION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71d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$2,999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Policies with cancellation_date on or before Aug 30,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$4,982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Does Not Meet Uw G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265386388415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JACKSON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265386388415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JACKSON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265386388415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JACKSON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265386388415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JACKSON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4 of 4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$860,378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$1,493,490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$352,045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$264,836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$127,230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$137,606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$860,378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$290,608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$860,378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799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($374,009)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(799 subs, only 19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$525,662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$99,960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$44,872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$184,224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$142,450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$41,775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$184,224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$142,450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Rex (Clayton)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$-19,563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$61,624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$62,477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$-35,752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$171,497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$37,794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$171,497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($55,315)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$133,703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$55,315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$-10,789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359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(359 subs, only 5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$152,140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Gadsden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$144,970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$35,085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$125,403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$108,733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$-30,674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$125,403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$108,733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$108,733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3563%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306 subs - needs coaching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(306 subs, only 2 binds). Ask: "What are the top 2 reasons your clients go elsewhere?" Use answers to tailor appetite and pricing discussions.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North Carolina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$292,657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$100,639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$10,990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$104,647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$51,813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$36,537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$104,647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$51,813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331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77% of new business ($39,814)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(331 subs, only 6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$51,813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&amp; Beyond Llc Dba Elite Insurance &amp;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$-68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$-2,848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$81,152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Beaumont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$23,874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73 subs - needs coaching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(73 subs, only 2 binds). Ask: "What are the top 2 reasons your clients go elsewhere?" Use answers to tailor appetite and pricing discussions.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Doral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but 0 binds - follow up on pricing/coverage gaps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$64,988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Conyers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($55,841)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$55,841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$-6,538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128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($44,281)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(128 subs, only 2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$24,611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Combined Insurance &amp; Tax of Florida Inc DBA Insure Our Truck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Aventura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191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($26,940)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(191 subs, only 3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$45,960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Carrollton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$91,922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$24,199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$42,450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$18,251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336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375%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(336 subs, only 2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$18,251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86% of new business ($33,927)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$39,564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$19,869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$36,883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$37,290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476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($16,693)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(476 subs, only 3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$37,290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$36,605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$36,605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$36,605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$36,605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0.5% hit ratio on 206 subs - needs coaching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(206 subs, only 1 binds). Ask: "What are the top 2 reasons your clients go elsewhere?" Use answers to tailor appetite and pricing discussions.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$36,605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St. Petersburg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$25,261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$24,054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39 subs - needs coaching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(39 subs, only 1 binds). Ask: "What are the top 2 reasons your clients go elsewhere?" Use answers to tailor appetite and pricing discussions.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$24,054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Crestview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141% of new business ($33,206)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70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PointeNorth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but 0 binds - follow up on pricing/coverage gaps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$22,427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Nelson Legacy Group Llc Dba Nelson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WA  |  City: Thomson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$14,367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$14,367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Palm Harbor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$221,853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$10,088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$6,371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$5,201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$5,201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Ocala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$31,399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 submissions - highly active agency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100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(100 subs, only 2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Public Transportation Specialist,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Tiburcio Professional Group Corp Dba People Insurance Group Dba People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submissions - highly active agency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Relation Insurance Services Of North Carolina,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- highly active agency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Allcom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Beloved Insurance Agency Llc Dba Sebanda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Casa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Crosswinds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SC  |  City: Fort Mill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Devon Property &amp; Casualty Company Dba Radius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Hollywood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VA  |  City: Wytheville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&amp; Accounting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Tennessee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 hit ratio - above average conversion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submissions - highly active agency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28 submissions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20 to 5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Bayou Agency, Llc Dba Bayou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LA  |  City: Monroe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TransRisk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  |  City: Troy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Jan–Jun 2026 activity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Tucker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$-43,933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Venus Insurance Consulting Services Corp Dba Libre Commercial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Jan–Jun 2026 activity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 Insure,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Yd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 hit ratio - above average conversion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Yomtob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