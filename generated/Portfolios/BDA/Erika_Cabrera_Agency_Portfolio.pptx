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Erika Cabrera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25, 2026  |  47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Erika Cabrera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47 Total Agencies  |  42 Active  |  4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$1,598,266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$1,118,040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$384,516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$-771,159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$5,969,270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$5,338,883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$7,163,124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$439,868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$1,515,896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$380,834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$380,834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$275,674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$231,073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$115,692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$67,015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$115,688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$106,070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Southwestern Insurance Services, In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$112,037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$56,356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$90,374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$66,280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$53,557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$31,944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Oakbridge Insurance Agency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$40,197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Mitchell Hecht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$791,289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$96,234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1498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$843,922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$182,487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$803,056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$227,099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1437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$914,057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$356,774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1606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$457,283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$255,448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1109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$1,598,266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$1,118,040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6819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(4)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J.c.a. Consultant, Inc.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Simplex Group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Truckers Best Insurance Llc Dba Trucke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321040" y="566928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True Coverage Insurance Agency, Llc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84.3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+131%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53%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 of 47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175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10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185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9.2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5/25–5/25*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2902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1.9%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-16.5%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-77.0%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471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-82%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-84%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+104%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1,101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1,145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2,902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3,476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-17%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2,726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+2,517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1,064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+544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Regis Insurance Services, Inc Dba Simp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751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Truckers Best Insurance Dba Trucker Pa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+215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-126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+124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+50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National Transportation Insurance Spec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Professional Insurance Agency Group In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Integrity Insurance Underwriters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47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$791,289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$96,234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$19,952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$-158,688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1,498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1,045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$843,922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$182,487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$37,043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$-187,091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1,283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$803,056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$227,099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$38,715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$-179,096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1,437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947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$914,057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$356,774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$-139,804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1,101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$457,283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$255,448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$-106,480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1,109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749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$3,809,606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$1,118,040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$95,710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$-771,159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6,933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4,676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Erika Cabrera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$61,423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Insurance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$38,628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Insurance Ser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NC, NE, SC,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Erika Cabrera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$3,145,292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$2,605,242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$8,480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(61%)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(32%)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11.2%  ·  Declined: 103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Cslr Insurance Services, Llc 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3451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Milen Nikolov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Karen McLean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Morales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Mckinley Kremer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Trucking Insurance Services Ll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Wilfredo Leguisamon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Todd Chafee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Brayan Felix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Jack Swan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Bryson Braswell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Corey Sullivan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Hassan Omar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Sydenham Moran Castro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Charles Beale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Zacapa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Integrity Insurance Underwrite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Betsy Alonso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Top Insurance Services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Thomas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Rogelio Garcia Gomez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Sebanda Franchise #29 - Family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Anthony Melius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Sandra Alonzo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Roy Richards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Motive Insurance Agency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Bayram Ayvazov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National Transportation Insura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Ian Llanes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Testa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Professional Insurance Agency 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Nykita Shearin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ISABEL DIAZ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Genesis Insurance &amp; More, Corp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Sarah Wagner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Nicholas Rogers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Deborah Risken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Checker Associates,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Scott Steward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Javier Hernandez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Rose-Danielle Francois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9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$275,674  |  Subs 2726  |  Binds 16  |  HR 0.6%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$275,674 YTD GWP  |  16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$380,834  |  Subs 751  |  Binds 13  |  HR 1.7%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1.7% (portfolio avg: 1.3%)  |  $380,834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$380,834  |  Subs 751  |  Binds 13  |  HR 1.7%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1.7% (portfolio avg: 1.3%)  |  $380,834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$115,688  |  Subs 636  |  Binds 16  |  HR 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2.5% (portfolio avg: 1.3%)  |  $115,688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$112,037  |  Subs 1064  |  Binds 7  |  HR 0.7%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$112,037 YTD GWP  |  7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$4,174  |  Subs 171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171 submissions with 0 binds - zero conversion  |  108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$6,505  |  Subs 37  |  Binds 1  |  HR 2.7%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2.7% on 37 subs  |  Cancellations are 1251% of new business ($28,459 vs $2,275)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Integrity Insurance Underwriters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$21,939  |  Subs 45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45 submissions with 0 binds - zero conversion  |  Cancellations are 100% of new business ($21,939 vs $21,939)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National Transportation Insurance Speciali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$24,036  |  Subs 47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47 submissions with 0 binds - zero conversion  |  New business dropped sharply MoM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41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41 submissions with 0 binds - zero conversion  |  30 quotes generated but 0 converted to binds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14d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2/3 appointed agencies have submitted (67%)  •  2/3 have bound (67%)  •  Total bound: 11  •  Total GWP: $228,153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Greatflorida Insurance Of Flagler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Insu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$191,336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Erika Cabrera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(Regis Insurance Services,, Regis Insurance Services,, Cslr Insurance Services, ) drive $1,037,342 (65%)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Mitchell Hecht Llc (33.3%), Total Insurance-ga (28.6%), Alabama Ins Agency I (16.7%)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6,819 total submissions across 42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 agencies with zero Jan–May 2026 activity: J.c.a. Consultant, I, Simplex Group, Truckers Best Insura...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 agencies submitting but 0 binds (464 subs): Nikolov Agency, Llc (171), National Transportat (47)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Cslr Insurance Servi (0.6%), Southwestern Insuran (0.7%), Karen &amp; King LLC Age (1.2%)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1.3%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1.3% (89 binds / 6,819 subs). Need 251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11 agencies with 20+ subs but &lt;3% HR: Cslr Insurance Servi (0.6%), Southwestern Insuran (0.7%), Karen &amp; King LLC Age (1.2%).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15 agencies with 30+ subs and some binds but &lt;5% HR: Cslr Insurance Servi (2726s/16b), Southwestern Insuran (1064s/7b), Regis Insurance Serv (751s/13b).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13 agencies have 295 quotes but 0 binds: Nikolov Agency, Llc (108q), Wao Insurance Group Inc (30q), Genesis Insurance &amp; More, (27q). Follow up on pricing, coverage, response time gaps.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11 agencies with cancellations &gt;40% of new biz: Regis Insurance Services,, Regis Insurance Services,, Cslr Insurance Services, . $799,879 total cancellations - investigate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Last 25 Bound Submissions  |  89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257712870483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LAWRENCE KNIGHT HAWK TRUCKING 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William Mckinley Kremer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$14,253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253093287549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Southwestern Insurance Services, 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D&amp;S TRANSPORTATION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Brayan Felix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$9,395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268410643908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Sebanda Franchise #29 - Family F 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LEON SANTANA HAULING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Rogelio Garcia Gomez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$15,695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250961036837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Total Insurance-ga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HRF PRODUCTIONS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Kaleb Waller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262843395438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TRUSTWAY AUTO TRANSPORT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$15,830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252500252000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SUPPLY STACKER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251388876402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CJS TRANSPORTS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263460902054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Checker Associates,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DDD TRANSPORT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Deborah Risken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$3,738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266251968464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BYLUG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$47,418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258743060516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Sebanda Franchise #29 - Family F 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REX CARGO EXPRESS CORP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Rogelio Garcia Gomez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$64,262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262621603611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STRAIGHTDROP TRANSPORT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$23,086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268993930880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MVN GLOBAL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$36,871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267927981714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YH LOGISTICS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$1,600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254838273321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TFA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Sydenham Moran Castro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258447050495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SEVEN FORTY FOUR LOGISTICS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$35,731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263572429902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IDRISA BENDU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Nykita Shearin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267940575531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BRUNSON TRANSPORT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$23,748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264021731699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BABU INC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Charles Beale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$23,210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05,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260943943045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DELORES MAE HARVEY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$24,367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04,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260637086354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ALPHA PRIME LOGISTICS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$13,391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254362492692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Younguns Trucking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Sarah Wagner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$16,884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265309805597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AVE TRUCKING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269331076606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Southwestern Insurance Services, I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Guillermo V. Enriquez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Brayan Felix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$5,451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252218218602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COLETRANE SOLUTIONS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$55,797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267711287048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LEGENDARY TRUCKING EMPIRE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$19,535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$521,039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Active in-force policies expiring through Aug 23,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$377,735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251180258364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MARTINS HOMES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257902358783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SJ National Trucking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Diversified Solutions Agency 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254161407402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GLENDAS SON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$38,256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257561050507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VENTURY TRANSPORT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259590175962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ALFA TRANSPORTATION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$16,535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254362492692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YOUNGUNS TRUCKING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29d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$45,108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254810779502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YFD TRUCKING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29d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Alabama Ins Agency Inc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252532683485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HARRISON JONES TRUCKING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30d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$3,077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255226962782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JJ SUN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30d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$16,914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258594724191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ATLANTA TRANSPORTATION &amp;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32d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Llc Db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254752119724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AZALEA LOGISTICS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33d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255120849756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JOHN'S C LOGISTICS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36d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MS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251287351054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MATTEO ENTERPRISE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2026-07-09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45d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36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Policies with cancellation_date on or before Aug 23,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Regis Insurance Services, Inc Dba Simplex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$380,834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$-196,778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$1,069,670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$1,057,056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$31,057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$-28,403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$89,480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$64,080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$105,379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$-21,441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$43,052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$-56,415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$380,834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$69,266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$-196,778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$380,834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751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($196,778)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(751 subs, only 13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$294,524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Regis Insurance Services, Inc Dba Simplex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$380,834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$-196,778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$1,069,670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$1,057,056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$31,057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$-28,403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$89,480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$64,080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$105,379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$-21,441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$43,052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$-56,415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$380,834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$69,266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$-196,778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$380,834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1.7% hit ratio on 751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67% of new business ($196,778)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(751 subs, only 13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$294,524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Chicago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$275,674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$231,073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$-165,863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$762,570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$862,964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$249,288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$69,079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$36,254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$32,825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$-83,996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$71,432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$52,765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$-46,219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$27,682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$30,082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$-2,400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$92,201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$97,524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$-7,112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$275,674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$231,073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$44,601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$-165,863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2706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2742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$-7,581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$275,674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$231,073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0.6% hit ratio on 2726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72% of new business ($165,863)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(2726 subs, only 16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$231,073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Deerfield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$48,677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$171,361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$21,147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$115,692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$67,015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$48,677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$-1,137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$115,692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$67,015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$67,015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Best Insurance Dba Trucker Path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SC  |  City: Mt. Pleasant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$115,688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$106,070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$488,188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$554,804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$254,895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$14,782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$-3,009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$-7,557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$4,537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$1,084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$-11,839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$87,133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$86,103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$115,688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$106,070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$9,067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$-36,866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$115,688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$106,070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2.5% hit ratio on 636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(636 subs, only 16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$106,070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$56,356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$-94,938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$675,879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$168,149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$67,746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$-44,003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$27,031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$-50,455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$112,037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$56,356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$44,625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$-94,938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1064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1018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$-21,012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$-90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$112,037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$56,356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1064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168% of new business ($94,938)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(1064 subs, only 7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$56,356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$63,443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$64,113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$90,374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$26,931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$90,374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$63,443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30 to 2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$63,443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Cumming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$66,280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$143,598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$104,703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$18,524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$18,524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$-18,524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$38,317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$2,563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$2,563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$-2,563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$66,280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$27,498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$-28,470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$66,280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$38,782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($28,470)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$38,782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$28,470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$53,557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$31,944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$37,822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$29,667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$53,557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$31,944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$53,557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$31,944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2.1% hit ratio on 47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(47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$31,944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Oakbridge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$26,863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$40,197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1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$22,606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Mitchell Hecht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89% of new business ($33,967)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$38,266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$33,967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East  |  State: N/A  |  City: Miramar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$-16,102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$-16,102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$36,818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124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44% of new business ($16,102)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(124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$36,818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NC  |  City: Concord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$8,538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$8,540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$33,255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$24,717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$8,540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$-20,523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$-3,404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$33,255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$24,717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133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31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(133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$24,717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$29,740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$85,959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$38,637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$9,086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$9,086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$-9,086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$5,278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$5,278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$-5,278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$29,740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$14,364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$-14,364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$29,740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$15,376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1.3% hit ratio on 157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93% of new business ($14,364)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(157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$15,376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Norcross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$21,046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$130,041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$28,642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$28,642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$21,046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1.2% hit ratio on 163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(163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$21,046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Top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$17,998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$8,307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$-2,220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$210,423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$74,307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$15,040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$27,681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$17,998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$8,307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$-2,220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$-2,750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$27,681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161% of new business ($2,220)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$1,376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$2,220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National Transportation Insurance Specialists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Alpharetta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$24,173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$24,173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Integrity Insurance Underwriters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Boca Raton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$108,476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$-21,939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$-21,939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$21,939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$21,939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100% of new business ($21,939)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$21,939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Motive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$21,628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$21,726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$21,672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Alabama Ins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AL  |  City: Birmingham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$82,473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$43,319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$-1,784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Sebanda Franchise #29 - Family F M G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$4,448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$132,528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$15,695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$10,368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$15,695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$-5,327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$20,142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$15,695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$4,448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$-962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$20,142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$15,695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$15,695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Kirby Soar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Plant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$73,637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$18,852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Total Insurance-ga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GA  |  City: Buford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$269,493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$72,250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$10,096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$10,096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$10,952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$-18,222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$10,952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28.6%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97%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Corporate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$7,372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$-7,163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$7,377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Checker Associates,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Loganville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$6,614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$4,546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$4,546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$4,546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$6,614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$4,546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$6,614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$4,546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$4,546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$2,576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$2,576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$-1,969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$4,229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$-28,459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37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1251% of new business ($28,459)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(37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$2,275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$233,634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$217,495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171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Genesis Insurance &amp; More,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Ati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Bluewater Specialty Brokerage,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Jan–May 2026 activity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 M Peebles Incorporated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Raleigh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$80,282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Diversified Solutions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Memphis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Domino Insurance,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$-20,447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Equiinsurance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$-3,136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20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Greatflorida Insurance Of Flagler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Central  |  State: TN  |  City: Clarksville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Palomar Insurance Corporation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Alabama  |  City: Montgomery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Southern Insurance Specialists,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MS  |  City: Ridgeland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Swfl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Fort Myers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D'angelo Agency, Llc Dba Insurancepm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GA  |  City: Dacula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41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Professional Insurance Agency Group Inc Dba Morion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$224,257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Bill Fralic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Alpharetta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$87,786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$53,784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$-18,695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$-29,236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11.1%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($-13,252)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