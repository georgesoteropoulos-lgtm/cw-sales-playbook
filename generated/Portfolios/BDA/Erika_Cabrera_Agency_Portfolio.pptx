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Erika Cabrera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30, 2026  |  47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Erika Cabrera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47 Total Agencies  |  42 Active  |  4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$1,686,498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$1,184,708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$98,587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$403,202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$-797,667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7121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6879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$5,969,270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$5,427,114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$7,163,124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24%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$625,060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$1,584,642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11.0%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Regis Insurance Services, Inc Dba 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$400,674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$294,524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$17,044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784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546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Regis Insurance Services, Inc Dba 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$400,674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$294,524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$17,044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784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546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$278,551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$231,073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$2,877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2834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2041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Truckers Best Insurance Dba Trucker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$136,394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$129,796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701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477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Ultra Coverage Inc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$115,692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$67,015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Southwestern Insurance Services, In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$112,037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$56,356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$11,056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1086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Dubeh Insurance Inc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$90,374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$63,443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Faraon Industries Inc.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$79,760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$79,760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Trucking Insurance Services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$66,280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$38,782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Sbk Insurance Inc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$53,557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$31,944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Oakbridge Insurance Agency Llc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$40,197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$22,606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Mitchell Hecht Llc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$38,266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$38,266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$825,296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$96,234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1498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$843,922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$182,487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1283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$805,707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$227,099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1437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$859,086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$356,774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1606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$717,899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$322,116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1418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$1,686,498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$1,184,708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7121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8229600" y="4773168"/>
            <a:ext cx="3749039" cy="292608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8321040" y="4791456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DC2626"/>
                </a:solidFill>
                <a:latin typeface="Segoe UI"/>
              </a:defRPr>
            </a:pPr>
            <a:r>
              <a:t>INACTIVE AGENCIES (4)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8321040" y="512064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J.c.a. Consultant, Inc.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8321040" y="530352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Simplex Group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8321040" y="548640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Truckers Best Insurance Llc Dba Trucke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8321040" y="566928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True Coverage Insurance Agency, Llc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Erika Cabrera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BDA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59669"/>
                </a:solidFill>
                <a:latin typeface="Segoe UI"/>
              </a:defRPr>
            </a:pPr>
            <a:r>
              <a:t>84.3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≥+50%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+136%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65176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651760"/>
            <a:ext cx="91440" cy="16002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7432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99923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36499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(50/wk)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53%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34340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434340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4348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6908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0566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43 of 47 agencies  |  Goal 75%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45262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91%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50/wk goal (outbound calls + meetings only, matches scoreboard)  |  OKR 3: % of HubSpot book with ≥1 submission in 2026  |  BDAs not scored on OKR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Erika Cabrera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50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221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12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233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9.2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18%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(50/wk)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1–11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37160" y="459028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37160" y="459028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46888" y="460857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8928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624328" y="460857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4930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224528" y="460857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001768" y="460857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12–21  (Mar–May)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42%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78%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28%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114%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5/18–5/24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108%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5/25–5/30*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96%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Erika Cabrera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3202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55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1.7% ▼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-7.9%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-77.4%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-92%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471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-82%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578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-85%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1,583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779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+103%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1,407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1,145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+23%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3,202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3,476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-8%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2,834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+2,625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Southwestern Insurance Services, Inc.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1,086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+566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Regis Insurance Services, Inc Dba Simp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784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+9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Truckers Best Insurance Dba Trucker Pa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701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+280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Nikolov Agency,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177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Karen &amp; King LLC Agency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169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+93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Morales Agency LLC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159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+18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Faraon Industries Inc.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+148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Tailor'd Insurance Llc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-125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Trucking Insurance Services Llc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134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+90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Ultra Coverage Inc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+73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Dubeh Insurance Inc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+53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National Transportation Insurance Spec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Integrity Insurance Underwriters Llc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+14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Professional Insurance Agency Group In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Sbk Insurance Inc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+49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Erika Cabrera  |  47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$825,296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$96,234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$19,952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$-158,688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1,498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1,047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$843,922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$182,487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$37,043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$-187,091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1,283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834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$805,707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$227,099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$38,715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$-179,096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1,437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947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$859,086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$356,774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$-139,804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1,606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1,101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$717,899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$322,116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$2,877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$-132,989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1,418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973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$4,051,910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$1,184,708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$98,587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$-797,667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7,242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4,902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Erika Cabrera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$61,423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1.8%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Truckers Best Insurance dba Trucker Path Insurance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$38,628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Regis Insurance Services, Inc Dba Simplex Insurance Ser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$11,350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Tailor'D Insurance LLC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$11,445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Morales Agency LLC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GEORGIA'S INSURANCE SOURCE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Nikolov Agency, LLC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Karen &amp; King LLC Agency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NC, NE, SC, TX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Erika Cabrera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$3,145,292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Southwestern Insurance Services, Inc.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32.4%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$2,605,242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Regis Insurance Services, Inc Dba Simplex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Faraon Industries Inc.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Truckers Best Insurance dba Trucker Path 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Sbk Insurance Inc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Karen &amp; King LLC Agency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Tailor'D Insurance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$8,480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168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(61%)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(32%)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(7%)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10.6%  ·  Declined: 108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Erika Cabrera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7121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67%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API_USER API_USER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Cslr Insurance Services, Llc +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3557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0.1%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Isabel Rincon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Regis Insurance Services, Inc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Daniel Summers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7.9%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Milen Nikolov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Nikolov Agency, Llc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Daniel Raykes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Karen McLean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Karen &amp; King LLC Agency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169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Wilfredo Leguisamon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Faraon Industries Inc.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Maria Morales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Morales Agency LLC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William Mckinley Kremer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Trucking Insurance Services Ll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Todd Chafee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Tailor'd Insurance Llc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Brayan Felix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Southwestern Insurance Service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Jack Swan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1.0%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Olga Kopylova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Ultra Coverage Inc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Bryson Braswell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Corey Sullivan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Charles Beale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Hassan Omar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Dubeh Insurance Inc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Ian Llanes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Southwestern Insurance Service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Sydenham Moran Castro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Regis Insurance Services, Inc 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3.9%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Nicole Zacapa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Integrity Insurance Underwrite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Anthony Melius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Andrew Thomas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Betsy Alonso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Top Insurance Services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6.8%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Sandra Alonzo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Wao Insurance Group Inc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Rogelio Garcia Gomez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Sebanda Franchise #29 - Family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Bayram Ayvazov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National Transportation Insura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Roy Richards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Motive Insurance Agency Llc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Maria Testa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Professional Insurance Agency 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Sarah Wagner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Nykita Shearin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Georgia's Insurance Source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ISABEL DIAZ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Genesis Insurance &amp; More, Corp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Nicholas Rogers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Scott Steward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Sbk Insurance Inc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Rose-Danielle Francois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Javier Hernandez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Southwestern Insurance Service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Deborah Risken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Checker Associates, Llc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11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$278,551  |  Subs 2834  |  Binds 18  |  HR 0.6%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$278,551 YTD GWP  |  18 binds in Q1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Regis Insurance Services, Inc Dba Simplex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$400,674  |  Subs 784  |  Binds 11  |  HR 1.4%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1.4% (portfolio avg: 1.3%)  |  $400,674 YTD GWP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Regis Insurance Services, Inc Dba Simplex 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$400,674  |  Subs 784  |  Binds 11  |  HR 1.4%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1.4% (portfolio avg: 1.3%)  |  $400,674 YTD GWP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Truckers Best Insurance Dba Trucker Path 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$136,394  |  Subs 701  |  Binds 17  |  HR 2.4%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2.4% (portfolio avg: 1.3%)  |  $136,394 YTD GWP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Integrity Insurance Underwriters Llc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$21,939  |  Subs 49  |  Binds 1  |  HR 2.0%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2.0% (portfolio avg: 1.3%)  |  $21,939 in new business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Nikolov Agency,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$4,174  |  Subs 177  |  Binds 0  |  HR 0.0%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177 submissions with 0 binds - zero conversion  |  112 quotes generated but 0 converted to binds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Georgia's Insurance Source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$6,505  |  Subs 37  |  Binds 1  |  HR 2.7%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2.7% on 37 subs  |  Cancellations are 1251% of new business ($28,459 vs $2,275)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National Transportation Insurance Speciali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$24,036  |  Subs 51  |  Binds 0  |  HR 0.0%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51 submissions with 0 binds - zero conversion  |  New business dropped sharply MoM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Wao Insurance Group Inc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43  |  Binds 0  |  HR 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43 submissions with 0 binds - zero conversion  |  32 quotes generated but 0 converted to binds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Motive Insurance Agency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$21,726  |  Subs 42  |  Binds 0  |  HR 0.0%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42 submissions with 0 binds - zero conversion  |  26 quotes generated but 0 converted to binds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Newly Appointed in My Portfolio — Erika Cabrera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Agencies assigned to this BDA for onboarding in 2026  |  Production metrics since assignment date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Q2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6d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14d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602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2/3 appointed agencies have submitted (67%)  •  2/3 have bound (67%)  •  Total bound: 11  •  Total GWP: $245,672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880360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91693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Faraon Industries Inc.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91693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2026-03-16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23560" y="291693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$79,760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322783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Greatflorida Insurance Of Flagler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322783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23560" y="322783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502151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35387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Regis Insurance Services, Inc Dba Simplex Insu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35387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2026-03-04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5488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23560" y="35387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0372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$165,913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Source: HubSpot company records where onboarding_success_agent = Erika Cabrera and createdate is within 2026 (= newly assigned to this BDA for onboarding). Metrics are subs/binds/GWP on each agency since their assignment date. BDAs not scored on OKR 4 — informational only.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Erika Cabrera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(Regis Insurance Services,, Regis Insurance Services,, Cslr Insurance Services, ) drive $1,079,899 (64%)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Mitchell Hecht Llc (33.3%), Total Insurance-ga (28.6%), Alabama Ins Agency I (12.5%)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7,121 total submissions across 42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 agencies with zero Jan–May 2026 activity: J.c.a. Consultant, I, Simplex Group, Truckers Best Insura...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 agencies submitting but 0 binds (437 subs): Nikolov Agency, Llc (177), National Transportat (51)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59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 hit ratios need coaching: Morales Agency LLC (0.6%), Cslr Insurance Servi (0.6%), Southwestern Insuran (0.6%)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59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Overall portfolio hit ratio 1.3% — below 5-8% target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Lift Portfolio Hit Ratio to 5%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Current: 1.3% (92 binds / 7,121 subs). Need 264 more binds. Focus on submission quality and appetite education.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Improve Low Hit Ratio Agencies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13 agencies with 20+ subs but &lt;3% HR: Morales Agency LLC (0.6%), Cslr Insurance Servi (0.6%), Southwestern Insuran (0.6%). Conduct submission quality training to lift conversion 2-3 points.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Develop High-Volume Growth Candidates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16 agencies with 30+ subs and some binds but &lt;5% HR: Cslr Insurance Servi (2834s/18b), Southwestern Insuran (1086s/7b), Regis Insurance Serv (784s/11b). Small HR improvements on large volume = significant premium lift.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Close Quote-to-Bind Gap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12 agencies have 283 quotes but 0 binds: Nikolov Agency, Llc (112q), Wao Insurance Group Inc (32q), National Transportation I (28q). Follow up on pricing, coverage, response time gaps.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Reduce Cancellation Rates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10 agencies with cancellations &gt;40% of new biz: Regis Insurance Services,, Regis Insurance Services,, Cslr Insurance Services, . $808,205 total cancellations - investigate retention.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Erika Cabrera  |  Last 25 Bound Submissions  |  92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256256747505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Regis Insurance Services, Inc Dba 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E-CONTACT SERVICES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Sydenham Moran Castro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$16,044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252218218602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Truckers Best Insurance Dba Trucke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COLETRANE SOLUTIONS LLC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API_USER API_USER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$55,797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266425890744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Truckers Best Insurance Dba Trucke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Omar Tani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Daniel Raykes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267253521915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Truckers Best Insurance Dba Trucke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ROYAL EXPRESS LOGISTICS LLC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Daniel Raykes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$17,500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264134898729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Truckers Best Insurance Dba Trucke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ETHEREDGE AUTOTRANSPORT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Frances Neely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$10,400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260921347854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Faraon Industries Inc.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A1 DEVELOPMENT INC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Wilfredo Leguisamon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$25,185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261990185768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Faraon Industries Inc.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RAY'S WAY DELIVERY LLC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Wilfredo Leguisamon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$17,757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257712870483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Trucking Insurance Services Llc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LAWRENCE KNIGHT HAWK TRUCKING LL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William Mckinley Kremer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$14,253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253093287549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Southwestern Insurance Services, I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D&amp;S TRANSPORTATION LLC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Brayan Felix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$9,395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268410643908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Sebanda Franchise #29 - Family F M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LEON SANTANA HAULING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Rogelio Garcia Gomez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$15,695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250961036837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Total Insurance-ga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HRF PRODUCTIONS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Kaleb Waller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$17,603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262843395438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Ultra Coverage Inc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TRUSTWAY AUTO TRANSPORT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Olga Kopylova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$15,830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252500252000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Truckers Best Insurance Dba Trucke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SUPPLY STACKER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Daniel Raykes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$18,848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251388876402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CJS TRANSPORTS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Daniel Summers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$15,736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263710943673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HOUSE OF TRUCKS LLC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Daniel Summers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$23,787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263460902054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Checker Associates, Llc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DDD TRANSPORT LLC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Deborah Risken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$3,738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266251968464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BYLUG LLC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Daniel Summers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$47,418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258743060516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Sebanda Franchise #29 - Family F M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REX CARGO EXPRESS CORP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Rogelio Garcia Gomez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$64,262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262621603611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STRAIGHTDROP TRANSPORT LLC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API_USER API_USER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$23,086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262122159092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Integrity Insurance Underwriters L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ANTHONY SAULSBERRY LOGISTICS SER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Nicole Zacapa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$21,939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268993930880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Truckers Best Insurance Dba Trucke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MVN GLOBAL LOGISTICS LLC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Daniel Raykes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$36,871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13,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267927981714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Ultra Coverage Inc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YH LOGISTICS LLC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Olga Kopylova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$1,600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12,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258447050495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SEVEN FORTY FOUR LOGISTICS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Daniel Summers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$35,731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11, 2026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263572429902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Georgia's Insurance Source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IDRISA BENDU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Nykita Shearin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$2,050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08, 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267940575531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Truckers Best Insurance Dba Trucke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BRUNSON TRANSPORT LLC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Daniel Raykes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$23,748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07, 2026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25 Submissions)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$540,272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Erika Cabrera  |  Active in-force policies expiring through Aug 28,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$380,852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257902358783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SJ National Trucking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16d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NTL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Diversified Solutions Agency 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254161407402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GLENDAS SON INC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2026-06-16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17d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$1,916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Regis Insurance Services, Inc 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257561050507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VENTURY TRANSPORT LLC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2026-06-19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20d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$11,046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Sbk Insurance Inc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259590175962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ALFA TRANSPORTATION LLC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21d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$4,386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Morales Agency LLC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254810779502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YFD TRUCKING LLC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24d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254362492692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YOUNGUNS TRUCKING LLC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24d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Southwestern Insurance Service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255226962782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JJ SUN TRUCKING LLC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25d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$730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Alabama Ins Agency Inc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252532683485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 HARRISON JONES TRUCKING LLC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25d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Tailor'd Insurance Llc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258594724191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ATLANTA TRANSPORTATION &amp; LOGISTICS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27d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NTL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Regis Insurance Services, Inc 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255120849756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JOHN'S C LOGISTICS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2026-06-30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31d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$46,468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MS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251287351054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MATTEO ENTERPRISE INC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2026-07-09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40d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6576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743200" y="608990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254678434168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608990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D17 LLC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94944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2026-07-11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95527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42d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458200" y="608990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555480" y="608990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$911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88135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AZ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65760" y="636422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65760" y="640079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Southwestern Insurance Service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743200" y="640079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254000156879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931920" y="640079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Heavyweight Transport NV Inc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949440" y="640079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2026-07-11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7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42d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458200" y="640079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NTL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640079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$1,100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88135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13 of 37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Erika Cabrera  |  Policies with cancellation_date on or before Aug 28,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$686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59E0B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59E0B"/>
                </a:solidFill>
                <a:latin typeface="Segoe UI"/>
              </a:defRPr>
            </a:pPr>
            <a:r>
              <a:t>$686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Insured Broker Req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633472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254752119724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88920" y="2670048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AZALEA LOGISTICS LLC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94960" y="2670048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Truckers Best Insurance Dba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523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NTL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095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60" y="2670048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$686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DC2626"/>
                </a:solidFill>
                <a:latin typeface="Segoe UI"/>
              </a:defRPr>
            </a:pPr>
            <a:r>
              <a:t>Insured Broker Request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 of 1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Regis Insurance Services, Inc Dba Simplex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FL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$400,674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$294,524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$17,044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$89,106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$-196,778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$1,069,670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$1,076,896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$243,386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$50,413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$31,057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$19,356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$-10,414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$92,510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$81,370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$11,140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$-28,403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$89,480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$64,080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$17,044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$8,356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$-80,106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$105,379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$93,651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$11,728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$-21,441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$62,892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$24,367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$38,525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$-56,415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$400,674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$294,524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$17,044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$89,106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$-196,778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784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760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775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815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$393K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$401K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$400,674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$294,524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1.4% hit ratio on 784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67% of new business ($196,778)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(784 subs, only 11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$294,524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Regis Insurance Services, Inc Dba Simplex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N/A  |  Region: Southeast  |  State: FL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$400,674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$294,524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$17,044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$89,106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$-196,778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$1,069,670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$1,076,896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$243,386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$50,413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$31,057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$19,356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$-10,414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$92,510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$81,370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$11,140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$-28,403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$89,480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$64,080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$17,044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$8,356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$-80,106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$105,379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$93,651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$11,728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$-21,441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$62,892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$24,367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$38,525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$-56,415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$400,674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$294,524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$17,044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$89,106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$-196,778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784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760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775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815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$393K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$401K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$400,674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$294,524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1.4% hit ratio on 784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67% of new business ($196,778)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(784 subs, only 11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$294,524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NC  |  City: Chicago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$278,551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$231,073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$2,877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$44,601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$-190,290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$762,570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$865,841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2834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$288,274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$15,281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$14,448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$833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$-14,250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$69,079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$36,254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$32,825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$-83,996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$71,432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$52,765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$18,667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$-46,219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$27,682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$30,082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$-2,400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$-14,286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$95,078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$97,524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$2,877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$-5,323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$-31,539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$278,551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$231,073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$2,877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$44,601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$-190,290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716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711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558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552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2834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2814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716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549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2852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$-7,581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$278,551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$231,073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0.6% hit ratio on 2834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82% of new business ($190,290)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(2834 subs, only 18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$231,073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Truckers Best Insurance Dba Trucker Path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SC  |  City: Mt. Pleasant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$136,394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$129,796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$6,048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$-36,930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$488,188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$575,510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$272,377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$14,782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$15,430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$-1,198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$-3,009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$-7,557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$5,621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$4,537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$1,084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$-11,839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$7,946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$7,946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$-14,080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$107,839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$109,829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$-1,990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$-445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$136,394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$129,796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$6,048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$-36,930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701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684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421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717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$136,394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$129,796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2.4% hit ratio on 701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(701 subs, only 17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$129,796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Ultra Coverage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Deerfield Beach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$115,692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$67,015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$48,677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$-16,980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$68,603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$171,361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141%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$104,730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$16,713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$16,713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$-16,980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$17,114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$17,114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$35,231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$21,147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$14,085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$39,584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$25,755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$13,829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$7,050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$2,999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$4,051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$115,692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$67,015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$48,677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$-16,980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$395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$-1,137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$115,692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$67,015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82%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$67,015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Southwestern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Florida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$112,037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$56,356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$11,056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$44,625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$-94,938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$675,879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$613,662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$168,149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$23,261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$67,746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$22,027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$45,719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$-44,003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$13,237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$2,530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$11,056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$-349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$-481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$4,113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$4,668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$-556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$27,031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$27,131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$-50,455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$112,037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$56,356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$11,056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$44,625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$-94,938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1086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1039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520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1094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$-21,012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$-90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$112,037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$56,356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0.6% hit ratio on 1086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168% of new business ($94,938)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(1086 subs, only 7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$56,356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Dubeh Insurance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$90,374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$63,443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$26,931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$-2,018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$178,262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$268,636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$185,192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$26,261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$26,261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$64,113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$63,443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$671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$-2,018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$90,374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$63,443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$26,931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$-2,018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$90,374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$63,443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1.8% hit ratio on 57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(57 subs, only 1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$63,443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Faraon Industries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N/A  |  Region: East  |  State: N/A  |  City: Miramar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$79,760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$79,760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$-16,102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$79,760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$79,760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$36,818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$36,818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$42,942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$42,942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$-16,102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$79,760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$79,760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$-16,102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$79,760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$79,760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2.7% hit ratio on 148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(148 subs, only 4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$79,760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Trucking Insurance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Georgia  |  City: Cumming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$66,280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$38,782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$27,498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$-28,470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$137,779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$143,598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$104,703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$7,383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$7,383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$-7,383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$18,524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$18,524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$-18,524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$-506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$-506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$38,317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$38,782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$-465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$2,563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$2,563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$-2,563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$66,280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$38,782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$27,498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$-28,470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$-506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$66,280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$38,782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3.0% hit ratio on 134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73% of new business ($28,470)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(134 subs, only 4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$38,782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Sbk Insurance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TN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$53,557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$31,944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$21,613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$-6,956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$37,822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$91,379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118%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$31,294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$-6,956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$2,277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$2,277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$51,280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$29,667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$21,613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$53,557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$31,944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$21,613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$-6,956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$53,557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$31,944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$31,944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Oakbridge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GA  |  City: Atlanta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$40,197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$22,606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$17,591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$26,863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$40,197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125%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$41,605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$22,606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$22,606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$17,591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$17,591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$40,197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$22,606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$17,591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$40,197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$22,606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5 to 1 MoM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$22,606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Mitchell Hecht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$38,266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$38,266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$-33,967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$15,858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$38,266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201%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33.3%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$37,741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$38,266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$38,266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$-33,967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$38,266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$38,266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$-33,967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$235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$38,266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$38,266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89% of new business ($33,967)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$38,266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$33,967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Tailor'd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NC  |  City: Concord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$33,255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$24,717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$8,540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$67,751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$76,507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$8,480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$11,120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$13,272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$13,272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$8,538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$8,540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$11,445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$11,445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$33,255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$24,717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$8,540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$-20,523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$-3,404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$33,255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$24,717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1.5% hit ratio on 134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31 to 6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(134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$24,717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Morales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$29,740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$15,376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$14,364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$-14,364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$117,877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$85,959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$15,151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$9,086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$9,086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$-9,086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$15,376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$15,376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$5,278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$5,278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$-5,278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$29,740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$15,376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$14,364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$-14,364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$29,740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$15,376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0.6% hit ratio on 159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93% of new business ($14,364)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(159 subs, only 1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$15,376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Karen &amp; King LLC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GA  |  City: Norcross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$28,642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$21,046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$7,596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$-7,596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$130,041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$141,629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$40,748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$21,046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$21,046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$7,596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$7,596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$-7,596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$28,642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$21,046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$7,596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$-7,596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$28,642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$21,046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1.2% hit ratio on 169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64%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(169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$21,046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Top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$27,681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$1,376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$17,998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$8,307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$-2,220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$210,423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$41,300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$74,307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$15,040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$6,182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$5,632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$-1,924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$17,448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$17,448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$1,690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$1,376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$314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$2,361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$2,361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$27,681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$1,376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$17,998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$8,307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$-2,220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$-2,750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$27,681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$1,376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161% of new business ($2,220)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$1,376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$2,220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National Transportation Insurance Specialists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GA  |  City: Alpharetta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$24,036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$24,173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$24,036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$24,173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$24,173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$-550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$24,036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$24,173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$-550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$-137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$24,036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$24,173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101%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51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$24,173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Integrity Insurance Underwriters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Boca Raton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$21,939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$21,939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$-21,939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$104,516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$108,476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$21,939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$21,939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$21,939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$-21,939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$21,939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$21,939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$-21,939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$21,939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$21,939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2.0% hit ratio on 49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100% of new business ($21,939)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(49 subs, only 1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$21,939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Motive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$21,726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$21,672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$43,280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$21,628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$21,672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$21,672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$21,726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$21,672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$54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$21,726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$21,672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 quotes but 0 binds - follow up on pricing/coverage gaps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42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26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Alabama Ins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AL  |  City: Birmingham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$20,308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$20,308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$-28,009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$147,733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$82,473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$43,319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$-7,701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$-7,701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$15,310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$15,310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$-15,310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$12,699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$12,699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$-12,699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$20,308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$20,308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$-28,009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$-7,701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$-1,784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$20,308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12.5% hit ratio - above average conversion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Sebanda Franchise #29 - Family F M G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FL  |  City: Fort Lauderdale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$20,142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$15,695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$4,448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$158,507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$132,528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$64,262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$15,695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$9,774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$9,774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$10,368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$15,695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$-5,327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$20,142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$15,695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$4,448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$-962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$20,142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$15,695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$15,695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Kirby Soar Insurance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Plant City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$18,852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$18,852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$-19,205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$73,637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$18,852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$18,852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$18,852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$-19,205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$18,852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$18,852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$-19,205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$18,852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$18,852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 quotes but 0 binds - follow up on pricing/coverage gaps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24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15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Total Insurance-ga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GA  |  City: Buford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$10,952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$10,952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$-10,096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$269,493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$72,250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28.6%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$42,626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$10,096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$10,096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$-10,096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$820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$820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$10,952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$10,952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$-10,096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$140K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$-18,222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$820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$10,952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28.6% hit ratio - above average conversion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97%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Checker Associates,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Georgia  |  City: Loganville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$8,480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$4,546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$3,934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$47,509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$55,989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$54,268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$2,013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$2,013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$6,411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$4,546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$1,866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$8,480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$4,546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$3,934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$8,480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$4,546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$4,546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Corporate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TN  |  City: Arlington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$7,377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$7,377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$38,965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$37,770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$21,545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$7,372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$7,372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$7,377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$7,377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$-7,163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$-47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$7,377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7.7% hit ratio - above average conversion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Georgia's Insurance Source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$6,505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$2,275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$4,229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$-28,459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$65,453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$45,800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$2,050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$1,653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$1,653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$-3,306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$2,576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$2,576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$-23,184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$2,275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$2,275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$-1,969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$6,505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$2,275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$4,229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$-28,459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$6,505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$2,275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2.7% hit ratio on 37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1251% of new business ($28,459)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(37 subs, only 1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$2,275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Nikolov Agency,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$4,174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$4,174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$-8,403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$233,634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$217,495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$4,174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$4,174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$-8,403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$4,174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$4,174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$-8,403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$4,174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177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177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112 quotes but 0 binds - follow up on pricing/coverage gaps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177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112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Genesis Insurance &amp; More, Corp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$4,160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$4,160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$-4,160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$85,392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$45,823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$4,160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$4,160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$-4,160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$4,160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$4,160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$-4,160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$4,160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 quotes but 0 binds - follow up on pricing/coverage gaps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37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27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Ati Insurance Group,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FL  |  City: Miami Lakes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$10,324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6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Bluewater Specialty Brokerage,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$21,015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$21,015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Agency has some Jan–May 2026 activity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Assigned to portfolio - opportunity for development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 submissions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 M Peebles Incorporated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NC  |  City: Raleigh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$80,282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$33,484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4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Diversified Solutions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TN  |  City: Memphis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$110,748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$81,332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4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 quotes but 0 binds - follow up on pricing/coverage gaps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Domino Insurance,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$94,810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$-20,447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14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14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10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Equiinsurance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Miami Lakes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$58,019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$33,422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$-3,136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21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21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Greatflorida Insurance Of Flagler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N/A  |  Region: Southeast  |  State: FL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Legacy Insurance,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Central  |  State: TN  |  City: Clarksville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3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Palomar Insurance Corporation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Alabama  |  City: Montgomery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16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16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5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Southern Insurance Specialists,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MS  |  City: Ridgeland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6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5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Swfl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Fort Myers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$14,327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$14,327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 D'angelo Agency, Llc Dba Insurancepm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GA  |  City: Dacula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Wao Insurance Group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$11,997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$11,997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43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43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32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Professional Insurance Agency Group Inc Dba Morion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$224,257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$4,132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$124,670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$21,312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$-1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bind(s) - converting submissions to business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($-1) - cancellations exceed production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Bill Fralic Insurance Services,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GA  |  City: Alpharetta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$-13,252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$-13,252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$-29,236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$87,786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$53,784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-13%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$52,699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$-18,695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$-13,252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$-13,252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$-10,541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$-13,252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$-13,252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$-29,236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$-13,252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$-13,252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11.1% hit ratio - above average conversion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bind(s) - converting submissions to business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($-13,252) - cancellations exceed production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