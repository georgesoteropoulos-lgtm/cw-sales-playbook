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$1,598,266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$-771,159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$5,338,883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$797,187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$449,274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$255,448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$1,598,266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+129%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2919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2,739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1,067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$797,187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$449,274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$255,448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$-106,480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$3,807,495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$-771,159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6,950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10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2739  |  Binds 16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636  |  Binds 16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1067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47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30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$228,153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6,836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(419 subs): Nikolov Agency, Llc (171), National Transportat (47)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(88 binds / 6,836 subs). Need 253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(2739s/16b), Southwestern Insuran (1067s/7b), Regis Insurance Serv (751s/13b).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268 quotes but 0 binds: Nikolov Agency, Llc (108q), Wao Insurance Group Inc (30q),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cancellations &gt;40% of new biz: Regis Insurance Services,, Regis Insurance Services,, Cslr Insurance Services, . $799,879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$538,053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$271,826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(2739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636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(636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(1067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($16,102)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