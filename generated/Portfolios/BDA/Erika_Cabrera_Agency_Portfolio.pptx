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$1,462,580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$-715,867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$5,203,197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$1,498,359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$204,761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$159,868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$76,704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$772,551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$934,066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$414,896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$1,462,580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6652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2735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2,735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+2,467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$772,551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$934,066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$414,896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$124,132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941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$3,768,490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$-715,867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6,765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4,559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$3,135,898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$2,595,847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11.2%  ·  Declined: 100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$204,761  |  Subs 2676  |  Binds 18  |  HR 0.7%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$204,761 YTD GWP  |  18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729  |  Binds 13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729  |  Binds 13  |  HR 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$76,704  |  Subs 607  |  Binds 15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15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$112,072  |  Subs 1050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$112,072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168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168 submissions with 0 binds - zero conversion  |  107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36  |  Binds 1  |  HR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2.8% on 36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78% MoM (9 -&gt;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$4,160  |  Subs 36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36 submissions with 0 binds - zero conversion  |  27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10  •  Total GWP: $210,969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$966,429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Alabama Ins Agency I (16.7%), Total Insurance-ga (14.3%)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6,652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(400 subs): Nikolov Agency, Llc (168), National Transportat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Southwestern Insuran (0.7%), Cslr Insurance Servi (0.7%), Faraon Industries In (0.8%)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(86 binds / 6,652 subs). Need 246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Southwestern Insuran (0.7%), Cslr Insurance Servi (0.7%), Faraon Industries In (0.8%).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(2676s/18b), Southwestern Insuran (1050s/7b), Regis Insurance Serv (729s/13b).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259 quotes but 0 binds: Nikolov Agency, Llc (107q), Genesis Insurance &amp; More, (27q), Wao Insurance Group Inc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$764,584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264785282402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SIX BROTHERS LOGISTICS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250596925920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SANDERS EXPRESS SERVICES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$25,023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266525229150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TRT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$33,194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$549,115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$335,466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$46,468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(729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(729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$204,761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$204,761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$44,893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$204,761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2676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(2676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$159,868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$112,693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1050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(1050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$218,024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$48,149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$49,233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$76,704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$6,954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$-36,485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$76,704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($36,485)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(607 subs, only 15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$69,200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(130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(118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12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