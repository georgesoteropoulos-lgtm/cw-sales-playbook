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Erika Cabrera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21, 2026  |  47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Erika Cabrera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47 Total Agencies  |  42 Active  |  4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$1,575,476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$1,097,800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$381,966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$-716,249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$5,969,270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$5,316,093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$7,163,124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22%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$365,607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$1,513,292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2689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$112,072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$805,563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1498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1283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1437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1606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$429,828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$235,207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994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$1,575,476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$1,097,800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6705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(4)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J.c.a. Consultant, Inc.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8321040" y="530352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Simplex Group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8321040" y="548640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Truckers Best Insurance Llc Dba Trucke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8321040" y="566928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True Coverage Insurance Agency,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81.2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+139%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C2626"/>
                </a:solidFill>
                <a:latin typeface="Segoe UI"/>
              </a:defRPr>
            </a:pPr>
            <a:r>
              <a:t>44%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 of 47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150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158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6.9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1–10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11–20  (Mar–May)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42%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28%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5/18–5/21*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2788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53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1.9%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-19.8%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-78.4%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-92%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471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-82%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-84%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1,587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779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+104%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988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-14%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2,788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3,476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-20%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2,689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+2,480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1,051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+531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Regis Insurance Services, Inc Dba Simp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Truckers Best Insurance Dba Trucker Pa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+200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-127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+87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+119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+67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National Transportation Insurance Spec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Professional Insurance Agency Group In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-13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+44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47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$805,563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$96,234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$19,952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$-158,688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1,498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1,048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$843,922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$182,487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$37,043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$-187,091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1,283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834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$803,056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$227,099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$38,715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$-179,096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1,437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947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$914,057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$356,774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$-139,804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1,606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1,101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$429,828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$235,207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$-51,570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994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669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$3,796,426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$1,097,800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$95,710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$-716,249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6,818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4,599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$61,423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3.5%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$38,628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Insurance Ser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$11,350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NC, NE, SC, TX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Erika Cabrera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$3,135,898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$2,595,847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$8,480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(60%)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(7%)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11.1%  ·  Declined: 100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6705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68%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 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3415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0.1%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 Nikolov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Karen McLean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Morales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Mckinley Kremer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Trucking Insurance Services Ll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Wilfredo Leguisamon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Todd Chafee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101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Jack Swan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Bryson Braswell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Corey Sullivan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Hassan Omar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5.9%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Nicole Zacapa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Integrity Insurance Underwrite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Betsy Alonso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Anthony Melius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Sebanda Franchise #29 - Family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Andrew Thomas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Roy Richards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Bayram Ayvazov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National Transportation Insura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Testa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Professional Insurance Agency 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ISABEL DIAZ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Sandra Alonzo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Nicholas Rogers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Ian Llanes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Deborah Risken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Javier Hernandez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Rose-Danielle Francois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Scott Steward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8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$275,674  |  Subs 2689  |  Binds 18  |  HR 0.7%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$275,674 YTD GWP  |  18 binds in Q1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738  |  Binds 13  |  HR 1.8%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1.8% (portfolio avg: 1.3%)  |  $380,834 YTD GWP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$380,834  |  Subs 738  |  Binds 13  |  HR 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1.8% (portfolio avg: 1.3%)  |  $380,834 YTD GWP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Truckers Best Insurance Dba Trucker Path 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$115,688  |  Subs 621  |  Binds 16  |  HR 2.6%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2.6% (portfolio avg: 1.3%)  |  $115,688 YTD GWP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$112,072  |  Subs 1051  |  Binds 7  |  HR 0.7%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$112,072 YTD GWP  |  7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$4,174  |  Subs 168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168 submissions with 0 binds - zero conversion  |  107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$6,505  |  Subs 36  |  Binds 1  |  HR 2.8%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Hit ratio only 2.8% on 36 subs  |  Cancellations are 1251% of new business ($28,459 vs $2,275)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National Transportation Insurance Speciali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$24,036  |  Subs 46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46 submissions with 0 binds - zero conversion  |  New business dropped sharply MoM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$21,939  |  Subs 45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45 submissions with 0 binds - zero conversion  |  28 quotes generated but 0 converted to binds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35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35 submissions with 0 binds - zero conversion  |  Submissions dropped 78% MoM (9 -&gt; 2)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Erika Cabrera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6d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2/3 appointed agencies have submitted (67%)  •  2/3 have bound (67%)  •  Total bound: 10  •  Total GWP: $210,969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$19,633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991B1B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Regis Insurance Services, Inc Dba Simplex Insu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2026-03-04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$191,336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Erika Cabrera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(Regis Insurance Services,, Regis Insurance Services,, Cslr Insurance Services, ) drive $1,037,342 (66%)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Mitchell Hecht Llc (33.3%), Alabama Ins Agency I (16.7%), Total Insurance-ga (14.3%)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6,705 total submissions across 42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 agencies with zero Jan–May 2026 activity: J.c.a. Consultant, I, Simplex Group, Truckers Best Insura...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 agencies submitting but 0 binds (450 subs): Nikolov Agency, Llc (168), National Transportat (46)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Southwestern Insuran (0.7%), Cslr Insurance Servi (0.7%), Faraon Industries In (0.8%)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1.3%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1.3% (86 binds / 6,705 subs). Need 249 more binds. Focus on submission quality and appetite education.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with 20+ subs but &lt;3% HR: Southwestern Insuran (0.7%), Cslr Insurance Servi (0.7%), Faraon Industries In (0.8%). Conduct submission quality training to lift conversion 2-3 points.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16 agencies with 30+ subs and some binds but &lt;5% HR: Cslr Insurance Servi (2689s/18b), Southwestern Insuran (1051s/7b), Regis Insurance Serv (738s/13b).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13 agencies have 289 quotes but 0 binds: Nikolov Agency, Llc (107q), Integrity Insurance Under (28q), Genesis Insurance &amp; More, (27q). Follow up on pricing, coverage, response time gaps.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Reduce Cancellation Rates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9 agencies with cancellations &gt;40% of new biz: Regis Insurance Services,, Regis Insurance Services,, Cslr Insurance Services, . $728,099 total cancellations - investigate retention.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Last 25 Bound Submissions  |  86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262843395438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TRUSTWAY AUTO TRANSPORT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$15,830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20,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252500252000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SUPPLY STACKER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$18,848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251388876402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CJS TRANSPORTS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$15,736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263710943673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HOUSE OF TRUCKS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$23,787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264785282402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SIX BROTHERS LOGISTICS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$12,245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266251968464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BYLUG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$47,418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258743060516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Sebanda Franchise #29 - Family F 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REX CARGO EXPRESS CORP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Rogelio Garcia Gomez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$64,262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262621603611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STRAIGHTDROP TRANSPORT LLC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$23,086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268993930880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MVN GLOBAL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$36,871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13,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267927981714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YH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$1,600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12,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254838273321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TFA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Sydenham Moran Castro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$15,993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258447050495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SEVEN FORTY FOUR LOGISTICS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$35,731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11,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263572429902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IDRISA BENDU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Nykita Shearin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$2,050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267940575531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BRUNSON TRANSPORT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Raykes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$23,748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253093287549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D&amp;S TRANSPORTATION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$9,441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264021731699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BABU INC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Charles Beale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$23,210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05,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260943943045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DELORES MAE HARVEY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04,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260637086354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ALPHA PRIME LOGISTICS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$13,391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Sarah Wagner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265309805597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AVE TRUCKING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Daniel Summers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269331076606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Services, I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Guillermo V. Enriquez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Brayan Felix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$5,451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252218218602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Trucke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COLETRANE SOLUTIONS LLC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API_USER API_USER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$55,797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267711287048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Dba 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LEGENDARY TRUCKING EMPIRE LLC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Isabel Rincon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$19,535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250596925920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SANDERS EXPRESS SERVICES LLC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Kaleb Waller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$25,023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266525229150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TRT LOGISTICS INC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Olga Kopylova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$33,194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$564,047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Active in-force policies expiring through Aug 19,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$266,208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256101148399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ALPIC TRANSPORT LINES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4d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251180258364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MARTINS HOMES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8d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$3,344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257902358783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SJ National Trucking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25d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Diversified Solutions Agency 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254161407402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GLENDAS SON INC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$38,256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257561050507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VENTURY TRANSPORT LLC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29d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259590175962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ALFA TRANSPORTATION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$4,386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254810779502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YFD TRUCKING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 Tr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254362492692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YOUNGUNS TRUCKING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33d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Southwestern Insurance Service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255226962782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JJ SUN TRUCKING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$16,914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252532683485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 HARRISON JONES TRUCKING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34d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258594724191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ATLANTA TRANSPORTATION &amp; LOGISTICS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Llc Db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254752119724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AZALEA LOGISTICS LLC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Regis Insurance Services, Inc 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255120849756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JOHN'S C LOGISTICS LLC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40d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APD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$17,339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35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Erika Cabrera  |  Policies with cancellation_date on or before Aug 19,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F59E0B"/>
                </a:solidFill>
                <a:latin typeface="Segoe UI"/>
              </a:defRPr>
            </a:pPr>
            <a:r>
              <a:t>$169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Insured Broker Req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2026-05-21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258098552838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North Points Services LLC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Truckers Best Insurance Dba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NTL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DC2626"/>
                </a:solidFill>
                <a:latin typeface="Segoe UI"/>
              </a:defRPr>
            </a:pPr>
            <a:r>
              <a:t>Insured Broker Request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 of 1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738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(738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Regis Insurance Services, Inc Dba Simplex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$1,069,670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$1,057,056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$50,413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$31,057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$19,356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$-10,414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$92,510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$81,370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$11,140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$-28,403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$89,480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$64,080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$8,356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$-80,106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$105,379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$93,651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$11,728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$-21,441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$43,052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$24,367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$18,685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$-39,545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$380,834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$294,524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$17,044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$69,266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$-179,909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$393K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$380,834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$294,524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1.8% hit ratio on 738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($179,909)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(738 subs, only 13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$294,524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Cslr Insurance Services,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Chicago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$762,570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$862,964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$287,522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$14,448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$833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$69,079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$36,254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$32,825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$-83,996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$71,432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$52,765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$18,667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$-46,219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$27,682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$30,082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$-2,400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$-14,286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$92,201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$97,524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$-7,112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$275,674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$231,073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$44,601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$-165,863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2689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716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2705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$-7,581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$71K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$275,674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$231,073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2689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72% of new business ($165,863)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(2689 subs, only 18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$231,073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Ultra Coverage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Deerfield Beach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$68,603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$171,361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$16,713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$17,114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$35,231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$21,147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$14,085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$39,584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$13,829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$7,050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$4,051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$67,015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$48,677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$-16,980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6.9%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$-1,137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$67,015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82%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$67,015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Truckers Best Insurance Dba Trucker Path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SC  |  City: Mt. Pleasant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$488,188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$554,804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$254,895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$14,782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$15,430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$-1,198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$-3,009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$5,621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$4,537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$1,084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$-11,839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$7,946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$87,133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$86,103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$1,030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$-381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$115,688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$106,070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$9,067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$-36,866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3.6%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621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$115,688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$106,070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2.6% hit ratio on 621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(621 subs, only 16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$106,070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Southwestern Insurance Services,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Florida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$112,072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$44,660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$675,879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$613,697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$168,195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$67,746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$22,027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$45,719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$-44,003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$2,530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$-349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$-481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$4,113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$4,668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$27,031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$27,131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$-50,455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$112,072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$56,356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$11,056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$44,660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$-94,938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1.6%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1059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$-21,012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$-55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$112,072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$56,356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0.7% hit ratio on 1051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168% of new business ($94,938)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(1051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$56,356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Dubeh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$178,262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$268,636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$32,938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$26,261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$64,113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$671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$90,374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$63,443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$90,374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$63,443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30 to 2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$63,443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Trucking Insurance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Cumming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$137,779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$141,034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$90,450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$7,383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$-7,383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$18,524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$-18,524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$38,317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$-465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$-2,563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$63,717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$38,782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$24,935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$-28,470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$-506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$63,717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$38,782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131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73% of new business ($28,470)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(131 subs, only 3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$38,782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Sbk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$91,379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$51,280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$29,667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$53,557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$31,944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$21,613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$-6,956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$53,557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$31,944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2.3% hit ratio on 44 subs - needs coaching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(44 subs, only 1 binds). Ask: "What are the top 2 reasons your clients go elsewhere?" Use answers to tailor appetite and pricing discussions.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$31,944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Oakbridge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Atlanta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$26,863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$41,605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$40,197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$22,606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$17,591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$40,197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$22,606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5 to 1 MoM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$22,606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Mitchell Hecht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$15,858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201%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$38,266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$-33,967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$38,266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89% of new business ($33,967)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$38,266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$33,967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Faraon Industries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N/A  |  City: Miramar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$36,818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$36,818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0.8% hit ratio on 119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92 to 19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(119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$36,818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Tailor'd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NC  |  City: Concord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$67,751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$76,507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$8,480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$11,120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$13,272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$8,538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$11,445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$33,255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$24,717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$8,540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$-3,404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$33,255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$24,717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1.5% hit ratio on 132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31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(132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$24,717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Morales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$117,877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$9,086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$-9,086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$5,278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$-5,278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$29,740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$14,364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$-14,364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2.3%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$29,740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155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93% of new business ($14,364)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(155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$15,376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Karen &amp; King LLC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Norcross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$130,041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$141,629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$28,642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$21,046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$7,596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$-7,596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$28,642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$21,046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1.2% hit ratio on 161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64%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(161 subs, only 2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$21,046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Top Insurance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$210,423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$41,300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$42,674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$6,182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$5,632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$-1,924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$-296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$27,681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$17,998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$8,307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$-2,220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$89K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$-2,750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$27,681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$1,376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161% of new business ($2,220)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12 to 5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$1,376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$2,220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National Transportation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$24,173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$-550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$-137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$24,173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101%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$24,173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Integrity Insurance Underwriters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Boca Raton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$104,516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$108,476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$21,939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$21,939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$21,939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Motive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$43,280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$21,628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$21,672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$21,726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$21,672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Alabama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AL  |  City: Birmingham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$147,733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$82,473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$43,319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$-15,310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$12,699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$-12,699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$20,308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$-28,009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$-7,701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$-1,784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$20,308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16.7%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Kirby Soar Insurance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Plant City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$73,637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$18,852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$-19,205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$18,852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11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Total Insurance-ga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GA  |  City: Buford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$269,493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$25,023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$10,096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$10,930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$-10,096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$-18,222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$820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$10,930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14.3%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92%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Corporate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Arlington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$38,965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$21,545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$7,372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$7,377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$-7,163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$-47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$52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$7,377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Georgia's Insurance Source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$65,453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$2,050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$1,653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$2,576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$-23,184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$-1,969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$6,505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$4,229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$-28,459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$6,505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$2,275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2.8% hit ratio on 36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1251% of new business ($28,459)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(36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$2,275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Sebanda Franchise #29 - Family F M G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Southeast  |  State: FL  |  City: Fort Lauderdale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$158,507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$116,833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$64,262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$9,774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$4,448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$-962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$-5,327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$4,448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2.4% hit ratio on 42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154%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(42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Nikolov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$233,634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$217,495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$-8,403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$4,174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168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Genesis Insurance &amp; More,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$85,392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$45,823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$4,160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$-4,160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$4,160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but 0 binds - follow up on pricing/coverage gaps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Checker Associates,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Georgia  |  City: Loganville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$49,578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$50,530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$2,013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$2,068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$2,068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 submissions - highly active agency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Ati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$10,324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Bluewater Specialty Brokerage,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$21,015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Agency has some Jan–May 2026 activity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Assigned to portfolio - opportunity for development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 M Peebles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NC  |  City: Raleigh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$80,282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Diversified Solutions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TN  |  City: Memphis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$110,748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$81,332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Domino Insurance,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$94,810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$-20,447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Equiinsurance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 Lakes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$58,019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$-3,136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18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Greatflorida Insurance Of Flagler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Legacy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Central  |  State: TN  |  City: Clarksville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Palomar Insurance Corporation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Alabama  |  City: Montgomery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16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Southern Insurance Specialists,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MS  |  City: Ridgeland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Swfl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Fort Myers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$14,327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D'angelo Agency, Llc Dba Insurancepm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5  |  Region: Southeast  |  State: GA  |  City: Dacula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Wao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$11,997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35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35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35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Professional Insurance Agency Group Inc Dba Morion Insurance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FL  |  City: Miami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$224,257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$4,132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$124,670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$21,310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$53K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Bill Fralic Insurance Services,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Southeast  |  State: GA  |  City: Alpharetta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$87,786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$53,784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$-18,695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$-10,541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$-29,236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$-13,252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($-13,252)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