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Erika Cabrera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18, 2026  |  47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Erika Cabrera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47 Total Agencies  |  42 Active  |  4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$1,457,205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$986,725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$374,770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$-715,867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$5,969,270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$5,197,822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$7,163,124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$300,037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$1,356,832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$370,132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$370,132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$204,761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$159,868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$112,693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$76,704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$69,200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$63,717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$852,237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$775,312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1606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$244,400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$124,132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$1,457,205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$986,725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6527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(4)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J.c.a. Consultant, Inc.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Sebanda Insurance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Simplex Group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Truckers Best Insurance Llc Dba Trucke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44%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 of 47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124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131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6.9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5/18–5/18*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2608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1.8%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-80.3%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2,608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3,476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2,618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+2,409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1,048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+528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Regis Insurance Services, Inc Dba Simp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Best Insurance Dba Trucker Pa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+49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Professional Insurance Agency Group In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National Transportation Insurance Spec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47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$852,237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$19,952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$-158,688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1,498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1,048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$37,043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$-187,091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$38,715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$-179,096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$775,312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$-139,804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1,101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$244,400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$124,132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$-51,189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$3,518,926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$986,725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$-715,867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6,635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4,478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Insurance Ser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NC, NE, SC,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$2,912,882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$2,437,093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$8,480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(60%)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(33%)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10.4%  ·  Declined: 100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 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 Nikolov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McLean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Trucking Insurance Services 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Morales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Todd Chafee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Jack Swan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Bryson Braswell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Hassan Omar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Corey Sullivan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Integrity Insurance Underwrite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Betsy Alonso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#29 - Family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Anthony Melius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Roy Richards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Testa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Professional Insurance Agency 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DIAZ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Alonzo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Bayram Ayvazov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National Transportation Insura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Thomas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Ian Llanes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Nicholas Rogers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Steward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Hernandez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Danay De La Noval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8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$204,761  |  Subs 2618  |  Binds 15  |  HR 0.6%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$204,761 YTD GWP  |  15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$370,132  |  Subs 715  |  Binds 13  |  HR 1.8%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1.8% (portfolio avg: 1.3%)  |  $370,132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$370,132  |  Subs 715  |  Binds 13  |  HR 1.8%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1.8% (portfolio avg: 1.3%)  |  $370,132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$76,704  |  Subs 578  |  Binds 17  |  HR 2.9%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2.9% (portfolio avg: 1.3%)  |  17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$112,072  |  Subs 1048  |  Binds 6  |  HR 0.6%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$112,072 YTD GWP  |  6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$4,174  |  Subs 165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165 submissions with 0 binds - zero conversion  |  Submissions dropped 55% MoM (44 -&gt; 20)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$6,505  |  Subs 36  |  Binds 1  |  HR 2.8%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2.8% on 36 subs  |  Cancellations are 1251% of new business ($28,459 vs $2,275)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National Transportation Insurance Speciali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$24,036  |  Subs 43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43 submissions with 0 binds - zero conversion  |  New business dropped sharply MoM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35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Submissions dropped 78% MoM (9 -&gt; 2)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$4,160  |  Subs 36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36 submissions with 0 binds - zero conversion  |  27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2/3 appointed agencies have submitted (67%)  •  2/3 have bound (67%)  •  Total bound: 10  •  Total GWP: $210,969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$191,336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Erika Cabrera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(Regis Insurance Services,, Regis Insurance Services,, Cslr Insurance Services, ) drive $945,025 (65%)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Mitchell Hecht Llc (33.3%), Alabama Ins Agency I (20.0%), Total Insurance-ga (20.0%)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6,527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 agencies with zero Jan–May 2026 activity: J.c.a. Consultant, I, Sebanda Insurance, Simplex Group...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 agencies submitting but 0 binds (414 subs): Nikolov Agency, Llc (165), National Transportat (43)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Southwestern Insuran (0.6%), Cslr Insurance Servi (0.6%), Faraon Industries In (0.8%)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1.3%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1.3% (83 binds / 6,527 subs). Need 243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20+ subs but &lt;3% HR: Southwestern Insuran (0.6%), Cslr Insurance Servi (0.6%), Faraon Industries In (0.8%).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30+ subs and some binds but &lt;5% HR: Cslr Insurance Servi (2618s/15b), Southwestern Insuran (1048s/6b), Regis Insurance Serv (715s/13b).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have 272 quotes but 0 binds: Nikolov Agency, Llc (106q), Genesis Insurance &amp; More, (27q), Wao Insurance Group Inc (27q).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cancellations &gt;40% of new biz: Regis Insurance Services,, Regis Insurance Services,, Cslr Insurance Services, . $764,584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Last 25 Bound Submissions  |  83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264831345744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Ray Bradford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261543312397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POOR BOY TRUCKING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262621603611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STRAIGHTDROP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$23,086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262122159092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Integrity Insurance Underwriters 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ANTHONY SAULSBERRY LOGISTICS SER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254838273321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TFA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258447050495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SEVEN FORTY FOUR LOGISTICS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263572429902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IDRISA BENDU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267940575531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BRUNSON TRANSPORT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$23,748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253093287549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D&amp;S TRANSPORTATION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264021731699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BABU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262843395438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TRUSTWAY AUTO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$15,830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260943943045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DELORES MAE HARVEY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260637086354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ALPHA PRIME LOGISTICS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$13,391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$16,884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265309805597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AVE TRUCKING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269331076606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Guillermo V. Enriquez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$5,451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252218218602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COLETRANE SOLUTIONS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$55,797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267711287048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LEGENDARY TRUCKING EMPIRE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250596925920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SANDERS EXPRESS SERVICES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Kaleb Waller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$25,023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266525229150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TRT LOGISTICS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$33,194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254822362310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FCUBE LOGISTICS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254176061966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FCUBE LOGISTICS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$26,458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255313665933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FCUBE LOGISTICS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Bryson Braswell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$1,617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260589887433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EXPEDITED HAULING SPECIALIST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Anthony Melius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$1,539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254810779502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YFD TRUCKING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Maria Morales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$23,486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$433,617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Active in-force policies expiring through Aug 16,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$244,552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256101148399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ALPIC TRANSPORT LINES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251180258364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MARTINS HOMES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$3,344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257902358783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SJ National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Diversified Solutions Agency 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254161407402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GLENDAS SON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257561050507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VENTURY TRANSPORT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259590175962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ALFA TRANSPORTATION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$4,386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36d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$45,108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254810779502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YFD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36d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$2,227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252532683485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HARRISON JONES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37d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255226962782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JJ SUN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37d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258594724191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ATLANTA TRANSPORTATION &amp;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39d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Llc Db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254752119724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AZALEA LOGISTICS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40d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255120849756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JOHN'S C LOGISTICS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43d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34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Policies with cancellation_date on or before Aug 16,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$9,461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$9,461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253425570862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MAXPRO LOGISTICS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$6,310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253425570862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MAXPRO LOGISTICS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2 of 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$370,132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$1,046,354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$32,350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$370,132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$58,564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$-179,909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$370,132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715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($179,909)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(715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$370,132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$1,046,354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$32,350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$370,132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$58,564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$-179,909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$370,132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715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($179,909)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(715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Chicago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$204,761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$44,893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$-165,863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$762,570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$792,051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$-83,996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$52,765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$-46,219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$27,682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$30,082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$26,319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$-5,031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$204,761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$159,868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$44,893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$-165,863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$204,761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$159,868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2618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($165,863)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(2618 subs, only 15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$159,868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Deerfield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$112,693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$64,016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$112,693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$64,016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$64,016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$675,879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$67,746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$-44,003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$27,031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$-50,455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$112,072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$-21,012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1048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($94,938)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(1048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$56,356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$64,113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30 to 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$63,443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Mt. Pleasant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$76,704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$488,188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$515,820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$215,154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$4,537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$-11,839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$48,149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$49,233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$76,704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$6,954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$-36,485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$76,704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$69,200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578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($36,485)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(578 subs, only 17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$69,200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Cumming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$63,717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$24,935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$63,717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130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($28,470)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(130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$38,782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43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(43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$31,944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$22,606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($33,967)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$38,266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$33,967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0.8% hit ratio on 118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92 to 18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(118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$36,818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NC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$24,717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132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31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$24,717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$-5,278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$29,740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148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($14,364)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(148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$15,376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Norcross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$130,041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$28,642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$21,046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156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(156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$21,046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$210,423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$15,040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$27,681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161% of new business ($2,220)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12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$1,376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$2,220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National Transportation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$24,173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$24,173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Boca Raton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44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(44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$21,939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$21,672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Birmingham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$82,473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$-1,784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Kirby Soar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Plant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Buford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$-18,222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$10,930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#29 - Family F M 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$9,774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41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(41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Corporate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$-7,163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$7,377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36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1251% of new business ($28,459)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$2,275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$233,634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44 to 20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Loganville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Ati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Bluewater Specialty Brokerage,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 M Peebles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Raleigh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Diversified Solutions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Memphis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Domino Insurance,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$-20,447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Equiinsurance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$-3,136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TN  |  City: Clarksville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Palomar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Alabama  |  City: Montgomery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Southern Insurance Specialists,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MS  |  City: Ridgeland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Swfl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Myers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D'angelo Agency, Llc Dba Insurancepm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GA  |  City: Dacula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Professional Insurance Agency Group Inc Dba Morion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Bill Fralic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$-18,695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($-13,252)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