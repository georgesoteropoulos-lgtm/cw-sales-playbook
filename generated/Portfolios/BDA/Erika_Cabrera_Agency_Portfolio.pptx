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$1,686,498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$403,202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$-797,667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$4,740,667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$1,606,675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$136,394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$838,752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$805,707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$881,119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$717,899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$322,116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$1,686,498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7147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229600" y="5029200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32104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537667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555955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574243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321040" y="592531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+47%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233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7147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1.3%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+56.8%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+143%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7,147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+57%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2,851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+2,553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1,087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+0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$838,752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$805,707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$881,119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$717,899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$322,116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$-132,989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$4,087,398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$98,587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$-797,667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7,268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4,920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10.5%  ·  Declined: 108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$278,551  |  Subs 2851  |  Binds 18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$278,551 YTD GWP  |  18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$400,674  |  Subs 784  |  Binds 12  |  HR 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1.5% (portfolio avg: 1.3%)  |  $400,674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$400,674  |  Subs 784  |  Binds 12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1.5% (portfolio avg: 1.3%)  |  $400,674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$136,394  |  Subs 703  |  Binds 17  |  HR 2.4%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1.3%)  |  $136,394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$21,939  |  Subs 49  |  Binds 1  |  HR 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2.0% (portfolio avg: 1.3%)  |  $21,939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177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177 submissions with 0 binds - zero conversion  |  112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51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51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43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43 submissions with 0 binds - zero conversion  |  32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42 submissions with 0 binds - zero conversion  |  26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12  •  Total GWP: $267,705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$187,945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$1,079,899 (64%)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7,147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Jan–Jun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(437 subs): Nikolov Agency, Llc (177), National Transportat (51)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Morales Agency LLC (0.6%), Cslr Insurance Servi (0.6%), Southwestern Insuran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(93 binds / 7,147 subs). Need 264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Morales Agency LLC (0.6%), Cslr Insurance Servi (0.6%), Southwestern Insuran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(2851s/18b), Southwestern Insuran (1087s/7b), Regis Insurance Serv (784s/12b).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50%+ MoM drops: Cslr Insurance Servi (502-&gt;6), Dubeh Insurance Inc (30-&gt;5), Faraon Industries In (48-&gt;3). Investigate root causes.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283 quotes but 0 binds: Nikolov Agency, Llc (112q), Wao Insurance Group Inc (32q), National Transportation I (28q).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93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256256747505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E-CONTACT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266425890744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Omar Tani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267253521915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EXPRESS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264134898729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ETHEREDGE AUTOTRANSPORT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Frances Neely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260921347854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A1 DEVELOPMENT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$25,185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261990185768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RAY'S WAY DELIVERY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268410643908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SANTANA HAULING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$540,272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$482,378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251287351054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MATTEO ENTERPRISE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254678434168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D17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254000156879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Heavyweight Transport NV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784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(784 subs, only 12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784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(784 subs, only 12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$747,934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$95,078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$278,551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2869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$278,551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2851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($190,290)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(2851 subs, only 18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$552,447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$107,839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$136,394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$129,796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$-36,930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$136,394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$129,796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703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282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(703 subs, only 17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$129,796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1087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(1087 subs, only 7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$256,914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57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151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48 to 3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(151 subs, only 4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$79,760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3.0% hit ratio on 135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(135 subs, only 4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6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(134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161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(161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169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(169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$20,142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$15,695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$15,695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$6,411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$8,480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 hit ratio - above average conversion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$-5,904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Jan–Jun 2026 activity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21 submissions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- highly active agency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43 submissions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with zero binds - zero conversion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