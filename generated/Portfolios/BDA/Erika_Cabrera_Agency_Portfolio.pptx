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$1,580,009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$381,953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$-732,350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$5,320,625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$1,526,021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$791,117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$451,122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$239,753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$1,580,009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6753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2837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2,837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+2,492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$791,117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$451,122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$239,753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$-67,672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1,043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$3,803,273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$-732,350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11.3%  ·  Declined: 100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9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$275,674  |  Subs 2701  |  Binds 17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$275,674 YTD GWP  |  17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748  |  Binds 12  |  HR 1.6%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1.6% (portfolio avg: 1.3%)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748  |  Binds 12  |  HR 1.6%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1.6% (portfolio avg: 1.3%)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$115,688  |  Subs 627  |  Binds 16  |  HR 2.6%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1.3%)  |  $115,688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$112,037  |  Subs 1056  |  Binds 7  |  HR 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$112,037 YTD GWP  |  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170 submissions with 0 binds - zero conversion  |  107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46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46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$21,939  |  Subs 45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45 submissions with 0 binds - zero conversion  |  28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38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38 submissions with 0 binds - zero conversion  |  29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10  •  Total GWP: $216,803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$179,986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$1,037,342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6,753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(455 subs): Nikolov Agency, Llc (170), National Transportat (46)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(0.6%), Southwestern Insuran (0.7%), Karen &amp; King LLC Age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(87 binds / 6,753 subs). Need 250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Cslr Insurance Servi (0.6%), Southwestern Insuran (0.7%), Karen &amp; King LLC Age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Cslr Insurance Servi (2701s/17b), Southwestern Insuran (1056s/7b), Regis Insurance Serv (748s/12b).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291 quotes but 0 binds: Nikolov Agency, Llc (107q), Wao Insurance Group Inc (29q), Integrity Insurance Under (28q).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$744,201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263710943673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HOUSE OF TRUCKS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250596925920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SANDERS EXPRESS SERVICES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$25,023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$539,902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$365,268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256101148399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ALPIC TRANSPORT LINES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$46,468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263261309179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URRRBAN ENTERPRISEZ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263261309179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URRRBAN ENTERPRISEZ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748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(748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748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(748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$862,964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2701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(2701 subs, only 17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$554,804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$254,895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$87,133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$86,103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627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(627 subs, only 16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$106,070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1056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(1056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120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($16,102)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12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$6,614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