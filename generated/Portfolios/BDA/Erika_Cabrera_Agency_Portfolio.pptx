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$1,582,572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$-771,159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$5,323,188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$1,549,773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$797,185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$463,527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$1,582,572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6812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2895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2,895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$797,185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$463,527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$239,753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$-106,480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$3,821,746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$1,102,346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$-771,159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4,673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2720  |  Binds 16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635  |  Binds 16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1064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47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30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$21,726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25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$228,153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6,812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(419 subs): Nikolov Agency, Llc (171), National Transportat (47)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(89 binds / 6,812 subs). Need 251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(2720s/16b), Southwestern Insuran (1064s/7b), Regis Insurance Serv (751s/13b).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268 quotes but 0 binds: Nikolov Agency, Llc (108q), Wao Insurance Group Inc (30q),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cancellations &gt;40% of new biz: Regis Insurance Services,, Regis Insurance Services,, Cslr Insurance Services, . $799,879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Underwriters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ANTHONY SAULSBERRY LOGISTICS SER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$527,283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$390,569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$11,046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$46,468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 Intern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SAULSBERRY LOGISTICS SERVIC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262122159092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SAULSBERRY LOGISTICS SERVIC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Integrity Insurance Underwr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(2720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635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(635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1064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(1064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($16,102)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