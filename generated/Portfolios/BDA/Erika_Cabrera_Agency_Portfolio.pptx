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Erika Cabrera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19, 2026  |  47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Erika Cabrera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47 Total Agencies  |  42 Active  |  4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$1,462,580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$986,725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$95,710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$380,145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$-715,867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6590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$5,969,270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$5,203,197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$7,163,124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20%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$281,161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$1,362,716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Regis Insurance Services, Inc Dba 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$380,834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$294,524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Regis Insurance Services, Inc Dba 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$380,834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$294,524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$204,761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$159,868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2647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1901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0.5%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$112,693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$64,016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Southwestern Insurance Services, In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$112,072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$56,356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$11,056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1049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Dubeh Insurance Inc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$90,374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$63,443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$76,704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$69,200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Trucking Insurance Services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$63,717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$38,782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$53,557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$31,944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Oakbridge Insurance Agency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$40,197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$22,606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Mitchell Hecht Llc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$36,818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$36,818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$837,789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$96,234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1498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$843,922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$182,487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1283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$803,056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$227,099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1437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$775,312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$356,774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1606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$307,507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$124,132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876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$1,462,580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$986,725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6590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(4)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J.c.a. Consultant, Inc.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321040" y="530352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Simplex Group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321040" y="548640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Truckers Best Insurance Llc Dba Trucke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8321040" y="566928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True Coverage Insurance Agency, Llc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Erika Cabrera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81.2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+137%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44%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43 of 47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91%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Erika Cabrera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135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7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142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6.9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42%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114%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5/18–5/19*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Erika Cabrera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2671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48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1.8%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-23.2%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-80.3%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-92%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471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-82%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578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-84%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1,587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779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+104%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870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1,145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-24%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2,671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3,476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-23%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2,647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0.5%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+2,438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Southwestern Insurance Services, Inc.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1,049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+529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Regis Insurance Services, Inc Dba Simp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Truckers Best Insurance Dba Trucker Pa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595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+174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Nikolov Agency,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Karen &amp; King LLC Agency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+80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-127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Trucking Insurance Services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+118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Dubeh Insurance Inc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+49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Integrity Insurance Underwriters Llc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Professional Insurance Agency Group In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-14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National Transportation Insurance Spec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Erika Cabrera  |  47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$837,789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$96,234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$19,952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$-158,688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1,498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1,047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$843,922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$182,487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$37,043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$-187,091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1,283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834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$803,056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$227,099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$38,715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$-179,096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1,437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947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$775,312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$356,774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$-139,804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1,606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1,101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$307,507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$124,132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$-51,189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876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576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$3,567,585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$986,725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$95,710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$-715,867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6,700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4,505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Erika Cabrera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$61,423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Truckers Best Insurance dba Trucker Path Insurance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$38,628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$11,445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Regis Insurance Services, Inc Dba Simplex Insurance Ser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$11,350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GEORGIA'S INSURANCE SOURCE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Nikolov Agency,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Trucking Insurance Services LLC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NC, NE, SC, TX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Erika Cabrera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$2,977,144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Southwestern Insurance Services, Inc.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$2,437,093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Regis Insurance Services, Inc Dba Simplex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Truckers Best Insurance dba Trucker Path 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Karen &amp; King LLC Agency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$8,480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(60%)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(33%)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(7%)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10.8%  ·  Declined: 100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Erika Cabrera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6590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Cslr Insurance Services, Llc 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3375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Isabel Rincon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Regis Insurance Services, Inc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Summers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Milen Nikolov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Nikolov Agency,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Karen McLean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Karen &amp; King LLC Agency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Raykes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 Morales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William Mckinley Kremer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Trucking Insurance Services Ll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Wilfredo Leguisamon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Todd Chafee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Brayan Felix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Southwestern Insurance Service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Olga Kopylova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Jack Swan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1.1%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Bryson Braswell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Hassan Omar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Dubeh Insurance Inc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Sydenham Moran Castro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Regis Insurance Services, Inc 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Corey Sullivan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Charles Beale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Nicole Zacapa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Integrity Insurance Underwrite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Betsy Alonso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Top Insurance Services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Rogelio Garcia Gomez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Sebanda Franchise #29 - Family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Anthony Melius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 Testa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Professional Insurance Agency 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Roy Richards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Motive Insurance Agency Llc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Sarah Wagner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Nykita Shearin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Georgia's Insurance Source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ISABEL DIAZ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Genesis Insurance &amp; More, Corp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Andrew Thomas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Sandra Alonzo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Wao Insurance Group Inc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Bayram Ayvazov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National Transportation Insura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Ian Llanes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Southwestern Insurance Service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Nicholas Rogers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Deborah Risken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Checker Associates, Llc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Scott Steward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Javier Hernandez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Southwestern Insurance Service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Rose-Danielle Francois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8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$204,761  |  Subs 2647  |  Binds 14  |  HR 0.5%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$204,761 YTD GWP  |  14 binds in Q1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Regis Insurance Services, Inc Dba Simplex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$380,834  |  Subs 720  |  Binds 13  |  HR 1.8%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1.8% (portfolio avg: 1.2%)  |  $380,834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Regis Insurance Services, Inc Dba Simplex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$380,834  |  Subs 720  |  Binds 13  |  HR 1.8%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1.8% (portfolio avg: 1.2%)  |  $380,834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Truckers Best Insurance Dba Trucker Path 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$76,704  |  Subs 595  |  Binds 16  |  HR 2.7%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2.7% (portfolio avg: 1.2%)  |  16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Southwestern Insurance Services, Inc.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$112,072  |  Subs 1049  |  Binds 6  |  HR 0.6%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$112,072 YTD GWP  |  6 binds in Q1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Nikolov Agency,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$4,174  |  Subs 166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166 submissions with 0 binds - zero conversion  |  Submissions dropped 52% MoM (44 -&gt; 21)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Georgia's Insurance Source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$6,505  |  Subs 36  |  Binds 1  |  HR 2.8%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2.8% on 36 subs  |  Cancellations are 1251% of new business ($28,459 vs $2,275)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National Transportation Insurance Speciali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$24,036  |  Subs 43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43 submissions with 0 binds - zero conversion  |  New business dropped sharply MoM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Wao Insurance Group Inc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35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35 submissions with 0 binds - zero conversion  |  Submissions dropped 78% MoM (9 -&gt; 2)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Genesis Insurance &amp; More, Corp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$4,160  |  Subs 36  |  Binds 0  |  HR 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36 submissions with 0 binds - zero conversion  |  27 quotes generated but 0 converted to binds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Erika Cabrera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6d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14d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508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2/3 appointed agencies have submitted (67%)  •  2/3 have bound (67%)  •  Total bound: 10  •  Total GWP: $210,969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$19,633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Greatflorida Insurance Of Flagler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Regis Insurance Services, Inc Dba Simplex Insu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$191,336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Erika Cabrera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Erika Cabrera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(Regis Insurance Services,, Regis Insurance Services,, Cslr Insurance Services, ) drive $966,429 (66%)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Mitchell Hecht Llc (33.3%), Total Insurance-ga (20.0%), Alabama Ins Agency I (16.7%)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6,590 total submissions across 42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 agencies with zero Jan–May 2026 activity: J.c.a. Consultant, I, Simplex Group, Truckers Best Insura...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 agencies submitting but 0 binds (397 subs): Nikolov Agency, Llc (166), National Transportat (43)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Cslr Insurance Servi (0.5%), Southwestern Insuran (0.6%), Faraon Industries In (0.8%)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1.2% — below 5-8% 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1.2% (82 binds / 6,590 subs). Need 247 more binds. Focus on submission quality and appetite education.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14 agencies with 20+ subs but &lt;3% HR: Cslr Insurance Servi (0.5%), Southwestern Insuran (0.6%), Faraon Industries In (0.8%). Conduct submission quality training to lift conversion 2-3 points.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16 agencies with 30+ subs and some binds but &lt;5% HR: Cslr Insurance Servi (2647s/14b), Southwestern Insuran (1049s/6b), Regis Insurance Serv (720s/13b). Small HR improvements on large volume = significant premium lift.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12 agencies have 257 quotes but 0 binds: Nikolov Agency, Llc (106q), Genesis Insurance &amp; More, (27q), Wao Insurance Group Inc (27q). Follow up on pricing, coverage, response time gaps.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10 agencies with cancellations &gt;40% of new biz: Regis Insurance Services,, Regis Insurance Services,, Cslr Insurance Services, . $764,584 total cancellations - investigate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Erika Cabrera  |  Last 25 Bound Submissions  |  82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264785282402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Dba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SIX BROTHERS LOGISTICS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Isabel Rincon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$12,245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258743060516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Sebanda Franchise #29 - Family F 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REX CARGO EXPRESS CORP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Rogelio Garcia Gomez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$64,262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262621603611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STRAIGHTDROP TRANSPORT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$23,086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262122159092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Integrity Insurance Underwriters 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ANTHONY SAULSBERRY LOGISTICS SER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Nicole Zacapa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$21,939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254838273321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Dba 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TFA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Sydenham Moran Castro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$15,993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258447050495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SEVEN FORTY FOUR LOGISTICS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Summers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$35,731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263572429902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Georgia's Insurance Source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IDRISA BENDU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Nykita Shearin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267940575531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BRUNSON TRANSPORT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Raykes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$23,748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253093287549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Southwestern Insurance Services, I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D&amp;S TRANSPORTATION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Brayan Felix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$9,441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05,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264021731699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BABU INC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Charles Beale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$23,210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05,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262843395438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TRUSTWAY AUTO TRANSPORT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Olga Kopylova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$15,830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04,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260943943045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Dba 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DELORES MAE HARVEY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Isabel Rincon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$24,367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04,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260637086354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ALPHA PRIME LOGISTICS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Olga Kopylova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$13,391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01,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254362492692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Younguns Trucking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Sarah Wagner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$16,884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30,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265309805597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AVE TRUCKING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Summers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30,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269331076606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Southwestern Insurance Services, I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Guillermo V. Enriquez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Brayan Felix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$5,451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29,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252218218602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COLETRANE SOLUTIONS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$55,797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267711287048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Dba 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LEGENDARY TRUCKING EMPIRE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Isabel Rincon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$19,535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250596925920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Total Insurance-ga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SANDERS EXPRESS SERVICES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Kaleb Waller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$25,023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25,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266525229150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TRT LOGISTICS INC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Olga Kopylova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$33,194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24,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254822362310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FCUBE LOGISTICS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Raykes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$1,898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24,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254176061966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FCUBE LOGISTICS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Raykes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$26,458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24,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255313665933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FCUBE LOGISTICS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Bryson Braswell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$1,617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24,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260589887433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EXPEDITED HAULING SPECIALIST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Anthony Melius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$1,539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22,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254810779502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YFD TRUCKING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Maria Morales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$23,486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22,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$496,724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Erika Cabrera  |  Active in-force policies expiring through Aug 17,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$403,412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256101148399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ALPIC TRANSPORT LINES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251180258364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MARTINS HOMES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$3,344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257902358783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SJ National Trucking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Diversified Solutions Agency 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254161407402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GLENDAS SON INC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$7,465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257561050507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VENTURY TRANSPORT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31d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259590175962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ALFA TRANSPORTATION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32d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$4,386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254362492692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YOUNGUNS TRUCKING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35d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254810779502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YFD TRUCKING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35d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Southwestern Insurance Service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255226962782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JJ SUN TRUCKING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36d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$146,584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Alabama Ins Agency Inc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252532683485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 HARRISON JONES TRUCKING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36d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$3,077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258594724191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ATLANTA TRANSPORTATION &amp; LOGISTICS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38d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Llc Db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254752119724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AZALEA LOGISTICS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2026-06-27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39d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255120849756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JOHN'S C LOGISTICS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2026-06-30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42d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$17,339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34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Erika Cabrera  |  Policies with cancellation_date on or before Aug 17,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Regis Insurance Services, Inc Dba Simplex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$380,834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$294,524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$17,044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$-179,909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$1,069,670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$1,057,056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$268,810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$50,413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$31,057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$19,356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$-10,414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$92,510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$81,370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$-28,403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$89,480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$64,080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$8,356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$-80,106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$105,379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$93,651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$11,728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$-21,441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$43,052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$24,367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$18,685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$-39,545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$380,834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$294,524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$69,266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$-179,909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697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750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$380,834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$294,524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1.8% hit ratio on 720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61% of new business ($179,909)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(720 subs, only 13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$294,524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Regis Insurance Services, Inc Dba Simplex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$380,834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$294,524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$17,044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$-179,909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$1,069,670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$1,057,056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$268,810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$50,413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$31,057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$19,356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$-10,414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$92,510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$81,370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$-28,403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$89,480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$64,080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$8,356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$-80,106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$105,379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$93,651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$11,728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$-21,441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$43,052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$24,367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$18,685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$-39,545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$380,834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$294,524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$69,266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$-179,909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697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750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$380,834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$294,524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1.8% hit ratio on 720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61% of new business ($179,909)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(720 subs, only 13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$294,524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NC  |  City: Chicago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$204,761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$159,868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$44,893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$-165,863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$762,570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$792,051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$186,134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$15,281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$-14,250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$69,079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$36,254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$32,825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$-83,996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$71,432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$52,765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$18,667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$-46,219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$27,682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$30,082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$-2,400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$-14,286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$21,288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$26,319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$-5,031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$-7,112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$204,761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$159,868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$44,893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$-165,863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2647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2628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2663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$-7,581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$204,761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$159,868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0.5% hit ratio on 2647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104% of new business ($165,863)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(2647 subs, only 14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$159,868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Deerfield Beach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$112,693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$64,016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$48,677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$-16,980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$68,603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$168,362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137%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$122,252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$16,713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$16,713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$-16,980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$17,114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$17,114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$35,231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$21,147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$14,085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$39,584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$25,755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$13,829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$4,051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$4,051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$112,693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$64,016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$48,677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$-16,980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$-1,137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$112,693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$64,016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90%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$64,016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Southwestern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Florida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$112,072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$56,356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$11,056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$44,660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$-94,938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$675,879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$613,697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$9,441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$67,746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$22,027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$45,719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$-44,003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$11,056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$-481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$4,668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$27,031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$27,131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$-50,455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$112,072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$56,356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$11,056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$44,660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$-94,938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1049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1005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1057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$-21,012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$-55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$112,072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$56,356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0.6% hit ratio on 1049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168% of new business ($94,938)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(1049 subs, only 6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$56,356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Dubeh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$90,374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$63,443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$26,931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$178,262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$268,636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$26,261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$64,113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$63,443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$90,374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$63,443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$26,931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$90,374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$63,443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30 to 1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$63,443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Truckers Best Insurance Dba Trucker Path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SC  |  City: Mt. Pleasant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$76,704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$69,200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$6,954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$-36,485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$488,188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$515,820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$213,104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$14,782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$-1,198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$-3,009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$-7,557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$4,537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$1,084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$-11,839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$7,946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$7,946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$-14,080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$48,149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$49,233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$-1,083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$76,704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$69,200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$6,954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$-36,485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606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$76,704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$69,200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2.7% hit ratio on 595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53% of new business ($36,485)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(595 subs, only 16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$69,200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Trucking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Georgia  |  City: Cumming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$63,717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$38,782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$24,935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$-28,470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$137,779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$141,034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$7,383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$7,383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$-7,383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$18,524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$18,524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$-18,524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$38,317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$38,782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$-2,563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$63,717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$38,782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$24,935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$-28,470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$-506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$63,717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$38,782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2.3% hit ratio on 130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73% of new business ($28,470)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(130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$38,782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TN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$53,557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$31,944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$-6,956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$37,822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$91,379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$2,052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$-6,956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$2,277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$51,280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$29,667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$53,557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$31,944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$21,613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$-6,956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$53,557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$31,944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2.3% hit ratio on 44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(44 subs, only 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$31,944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Oakbridge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Atlanta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$22,606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$17,591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$26,863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$22,381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$17,591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$17,591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$40,197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$22,606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$17,591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$40,197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$22,606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 to 1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$22,606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Mitchell Hecht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$-33,967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201%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$37,741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$-33,967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$-33,967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$38,266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$38,266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89% of new business ($33,967)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$38,266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$33,967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East  |  State: N/A  |  City: Miramar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$19,633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$36,818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$36,818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$36,818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$36,818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$36,818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$36,818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0.8% hit ratio on 118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92 to 18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(118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$36,818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NC  |  City: Concord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$33,255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$24,717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$8,540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$76,507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$8,480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$11,120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$13,272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$13,272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$8,538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$8,540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$11,445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$11,445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$33,255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$24,717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$8,540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$-20,523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$-3,404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$33,255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$24,717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1.5% hit ratio on 132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31 to 4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(132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$24,717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$29,740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$15,376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$14,364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$-14,364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$117,877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$85,959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$38,637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$9,086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$9,086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$-9,086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$15,376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$15,376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$5,278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$5,278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$-5,278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$29,740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$15,376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$14,364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$-14,364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$29,740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$15,376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1.3% hit ratio on 151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93% of new business ($14,364)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(151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$15,376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Karen &amp; King LLC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Norcross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$28,642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$21,046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$130,041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$141,629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$21,046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$21,046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$7,596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$7,596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$-7,596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$28,642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$21,046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$7,596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$-7,596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$28,642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$21,046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1.3% hit ratio on 156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(156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$21,046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Top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$27,681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$17,998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$8,307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$-2,220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$210,423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$41,300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$74,307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$15,040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$6,182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$5,632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$-1,924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$17,448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$17,448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$1,690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$1,376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$2,361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$2,361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$27,681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$1,376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$17,998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$8,307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$-2,220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$-2,750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$27,681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$1,376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161% of new business ($2,220)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12 to 5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$1,376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$2,220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National Transportation Insurance Specialists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Alpharetta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$24,036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$24,173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$24,036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$24,173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$24,173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$24,036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$24,173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$-550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$-137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$24,036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$24,173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43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$24,173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Integrity Insurance Underwriters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Boca Raton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$104,516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$108,476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$21,939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$21,939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$21,939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$21,939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$21,939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$21,939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2.2% hit ratio on 45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(45 subs, only 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$21,939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Motive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$21,726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$21,672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$21,628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$21,672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$21,672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$21,726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$21,672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$21,726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$21,672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37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Alabama Ins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AL  |  City: Birmingham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$20,308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$20,308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$147,733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$82,473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$43,319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$-7,701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$-7,701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$-15,310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$12,699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$-12,699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$20,308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$20,308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$-28,009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$-7,701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$-1,784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$20,308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16.7%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Kirby Soar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Plant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$18,852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$18,852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$-19,205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$73,637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$18,852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$18,852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$18,852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$-19,205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$18,852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$18,852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$-19,205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$18,852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$18,852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11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Total Insurance-ga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GA  |  City: Buford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$10,930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$10,930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$-10,096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$269,493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$72,229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$25,023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$10,096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$10,096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$-10,096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$10,930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$10,930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$-10,096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$-18,222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$820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$10,930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20.0%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92%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Corporate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TN  |  City: Arlington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$7,377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$7,377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$38,965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$37,770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$21,545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$7,372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$7,372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$7,377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$7,377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$-7,163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$7,377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9.1%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Georgia's Insurance Source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$6,505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$2,275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$4,229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$65,453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$45,800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$2,050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$-3,306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$2,576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$2,576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$2,275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$-1,969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$6,505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$2,275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$4,229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$-28,459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$6,505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$2,275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2.8% hit ratio on 36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1251% of new business ($28,459)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(36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$2,275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Sebanda Franchise #29 - Family F M G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FL  |  City: Fort Lauderdale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$4,448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$4,448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$158,507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$116,833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$64,262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$9,774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$9,774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$-5,327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$-5,327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$4,448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$4,448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$-962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$-5,327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$4,448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2.4% hit ratio on 42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154%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(42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Nikolov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$-8,403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$233,634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$217,495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$4,174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$-8,403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$4,174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$4,174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$-8,403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$4,174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166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166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44 to 21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166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106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Genesis Insurance &amp; More,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$45,823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$-4,160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$-4,160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$4,160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36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Checker Associates,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Georgia  |  City: Loganville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$2,068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$2,068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$49,578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$50,530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$2,068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$2,068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$2,068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Ati Insurance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Miami Lakes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$10,324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Bluewater Specialty Brokerage,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Agency has some Jan–May 2026 activity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Assigned to portfolio - opportunity for development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 M Peebles Incorporated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NC  |  City: Raleigh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$80,282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$33,484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Diversified Solutions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TN  |  City: Memphis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$81,332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Domino Insurance,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$94,810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$-20,447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10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Equiinsurance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 Lakes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$58,019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$33,422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$-3,136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18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18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Greatflorida Insurance Of Flagler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Legacy Insurance,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Central  |  State: TN  |  City: Clarksville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Palomar Insurance Corporation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Alabama  |  City: Montgomery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16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Southern Insurance Specialists,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MS  |  City: Ridgeland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Swfl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Fort Myers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D'angelo Agency, Llc Dba Insurancepm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GA  |  City: Dacula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Wao Insurance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$11,997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$11,997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35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Professional Insurance Agency Group Inc Dba Morion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$224,257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$21,310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Bill Fralic Insurance Services,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Alpharetta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$-29,236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$87,786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$53,784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$52,699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$-18,695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$-10,541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$-29,236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11.1%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($-13,252)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