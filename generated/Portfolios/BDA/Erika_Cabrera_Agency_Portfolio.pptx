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29,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$1,689,388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$1,184,708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$406,093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$-797,604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7049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$5,430,005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$625,060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$1,542,583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$403,565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$403,565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$136,394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$791,291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$805,707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$881,119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$642,192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$322,116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$1,689,388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$1,184,708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7049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215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5/25–5/29*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3132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3,132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2,814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+2,605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1,081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$791,291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$805,707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$881,119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$642,192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$322,116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$-132,925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$3,964,230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$1,184,708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$98,587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$-797,604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7,168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4,849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$3,145,292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$2,605,242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10.7%  ·  Declined: 106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7049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10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$278,551  |  Subs 2814  |  Binds 17  |  HR 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$278,551 YTD GWP  |  17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$403,565  |  Subs 777  |  Binds 11  |  HR 1.4%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1.4% (portfolio avg: 1.3%)  |  $403,565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$403,565  |  Subs 777  |  Binds 11  |  HR 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1.4% (portfolio avg: 1.3%)  |  $403,565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$136,394  |  Subs 680  |  Binds 17  |  HR 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1.3%)  |  $136,394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$21,939  |  Subs 49  |  Binds 1  |  HR 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2.0% (portfolio avg: 1.3%)  |  $21,939 in new business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173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173 submissions with 0 binds - zero conversion  |  109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37  |  Binds 1  |  HR 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2.7% on 37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50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50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43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43 submissions with 0 binds - zero conversion  |  32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$21,726  |  Subs 41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25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11  •  Total GWP: $294,172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$214,412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$1,085,680 (64%)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Total Insurance-ga (28.6%), Alabama Ins Agency I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7,049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(431 subs): Nikolov Agency, Llc (173), National Transportat (50)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Cslr Insurance Servi (0.6%), Morales Agency LLC (0.6%), Southwestern Insuran (0.6%)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(90 binds / 7,049 subs). Need 262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20+ subs but &lt;3% HR: Cslr Insurance Servi (0.6%), Morales Agency LLC (0.6%), Southwestern Insuran (0.6%).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Cslr Insurance Servi (2814s/17b), Southwestern Insuran (1081s/7b), Regis Insurance Serv (777s/11b).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278 quotes but 0 binds: Nikolov Agency, Llc (109q), Wao Insurance Group Inc (32q), Genesis Insurance &amp; More, (27q).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cancellations &gt;40% of new biz: Regis Insurance Services,, Regis Insurance Services,, Cslr Insurance Services, . $808,205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90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261543312397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POOR BOY TRUCKING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264339805838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COMPLETE SPECTRUM SOLUTIONS AND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266425890744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Omar Tani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267253521915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EXPRESS LOGISTICS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264134898729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ETHEREDGE AUTOTRANSPORT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Frances Neely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260921347854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A1 DEVELOPMENT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$25,185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261990185768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RAY'S WAY DELIVERY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$17,757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257712870483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LAWRENCE KNIGHT HAWK TRUCKING LL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$14,253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$9,395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268410643908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SANTANA HAULING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250961036837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HRF PRODUCTIONS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263710943673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HOUSE OF TRUCKS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$23,787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263460902054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DDD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Underwriters L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ANTHONY SAULSBERRY LOGISTICS SER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268993930880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MVN GLOBAL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$36,871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$559,009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27,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$292,002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251287351054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MATTEO ENTERPRISE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254678434168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D17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27,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$39,314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$39,314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261261457561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SUZY''S TRANSPORT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261261457561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SUZY''S TRANSPORT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263095575147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TAYO TRANSIT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263095575147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TAYO TRANSIT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263095575147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TAYO TRANSIT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263095575147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TAYO TRANSIT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$14,777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6 of 6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$403,565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$1,079,787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$291,886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$403,565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$91,996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$403,565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777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(777 subs, only 11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$403,565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$1,079,787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$291,886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$403,565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$91,996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$403,565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777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(777 subs, only 11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$-190,290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$95,078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$97,524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$-190,290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2814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($190,290)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(2814 subs, only 17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$231,073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$107,839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$136,394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$129,796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$136,394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$129,796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680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(680 subs, only 17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$129,796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1081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(1081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92 to 44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(144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$79,760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$28,470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48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(48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(159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50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($21,939)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$20,142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$15,695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$6,411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$8,480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$4,546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37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