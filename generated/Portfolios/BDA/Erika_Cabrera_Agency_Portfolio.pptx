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$1,662,786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$1,160,982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$406,093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$-795,586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$5,403,402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$439,868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$1,557,222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$403,565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$403,565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$112,668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$824,301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$899,422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$619,586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$298,390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$1,662,786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$1,160,982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6984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3067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1,268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3,067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2,789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+2,580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1,078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$824,301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$899,422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$619,586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$298,390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$-130,907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1,277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$3,990,286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$1,160,982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$-795,586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7,101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4,795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$3,145,292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$2,605,242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11.1%  ·  Declined: 103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10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$275,674  |  Subs 2789  |  Binds 16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$275,674 YTD GWP  |  16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$403,565  |  Subs 770  |  Binds 12  |  HR 1.6%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1.6% (portfolio avg: 1.3%)  |  $403,565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$403,565  |  Subs 770  |  Binds 12  |  HR 1.6%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1.6% (portfolio avg: 1.3%)  |  $403,565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$112,668  |  Subs 670  |  Binds 16  |  HR 2.4%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1.3%)  |  $112,668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$21,939  |  Subs 49  |  Binds 1  |  HR 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2.0% (portfolio avg: 1.3%)  |  $21,939 in new business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171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171 submissions with 0 binds - zero conversion  |  108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37  |  Binds 1  |  HR 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2.7% on 37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50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50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42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42 submissions with 0 binds - zero conversion  |  31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$21,726  |  Subs 41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25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12  •  Total GWP: $291,636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$211,877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$1,082,804 (65%)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(28.6%), Alabama Ins Agency I (14.3%)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6,984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(426 subs): Nikolov Agency, Llc (171), National Transportat (50)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Cslr Insurance Servi (0.6%), Southwestern Insuran (0.6%), Karen &amp; King LLC Age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(90 binds / 6,984 subs). Need 259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20+ subs but &lt;3% HR: Cslr Insurance Servi (0.6%), Southwestern Insuran (0.6%), Karen &amp; King LLC Age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(2789s/16b), Southwestern Insuran (1078s/7b), Regis Insurance Serv (770s/12b).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274 quotes but 0 binds: Nikolov Agency, Llc (108q), Wao Insurance Group Inc (31q), Genesis Insurance &amp; More,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cancellations &gt;40% of new biz: Regis Insurance Services,, Regis Insurance Services,, Cslr Insurance Services, . $808,205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90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264134898729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ETHEREDGE AUTOTRANSPORT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Frances Neely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260921347854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A1 DEVELOPMENT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$25,185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261990185768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RAY'S WAY DELIVERY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257712870483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LAWRENCE KNIGHT HAWK TRUCKING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268410643908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SANTANA HAULING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250961036837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HRF PRODUCTIONS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263710943673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HOUSE OF TRUCKS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263460902054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DDD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$531,160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$408,253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$16,535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$46,468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251287351054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MATTEO ENTERPRISE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266466421066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 CAMPO INDUSTRIES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266466421066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 CAMPO INDUSTRIES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266466421066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 CAMPO INDUSTRIES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$403,565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$1,079,787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$289,350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$403,565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$91,996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$403,565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770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(770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$403,565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$1,079,787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$289,350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$403,565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$91,996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$403,565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770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(770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$-190,290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$862,964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$92,201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$-190,290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2789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($190,290)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(2789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$551,784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$84,114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$86,103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$112,668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670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(670 subs, only 16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$106,070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1078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(1078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54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139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92 to 39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(139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$79,760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$28,470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47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50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($21,939)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$20,142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$15,695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$6,411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$8,480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$4,546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