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Erika Cabrera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23, 2026  |  47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Erika Cabrera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47 Total Agencies  |  42 Active  |  4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$1,582,572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$1,102,346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$95,710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$384,516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$-749,220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6805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6579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$5,969,270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$5,323,188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$7,163,124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22%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$365,561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$1,564,223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11.3%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Regis Insurance Services, Inc Dba 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$380,834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$294,524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$17,044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751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520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Regis Insurance Services, Inc Dba 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$380,834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$294,524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$17,044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751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520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$275,674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$231,073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2714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1956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Ultra Coverage Inc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$115,692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$67,015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Truckers Best Insurance Dba Trucker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$115,688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$106,070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635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426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Southwestern Insurance Services, In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$112,037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$56,356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$11,056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1064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Dubeh Insurance Inc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$90,374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$63,443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Trucking Insurance Services Llc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$66,280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$38,782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Sbk Insurance Inc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$53,557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$31,944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Oakbridge Insurance Agency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$40,197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$22,606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Mitchell Hecht Llc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$38,266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$38,266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Faraon Industries Inc.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$36,818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$36,818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$778,477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$96,234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1498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$843,922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$182,487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1283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$803,056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$227,099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1437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$914,057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$356,774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1606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$463,527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$239,753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1095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$1,582,572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$1,102,346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6805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8229600" y="4773168"/>
            <a:ext cx="3749039" cy="292608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8321040" y="4791456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DC2626"/>
                </a:solidFill>
                <a:latin typeface="Segoe UI"/>
              </a:defRPr>
            </a:pPr>
            <a:r>
              <a:t>INACTIVE AGENCIES (4)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8321040" y="512064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J.c.a. Consultant, Inc.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8321040" y="530352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Simplex Group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8321040" y="548640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Truckers Best Insurance Llc Dba Trucke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8321040" y="566928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True Coverage Insurance Agency, Llc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Erika Cabrera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BDA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59669"/>
                </a:solidFill>
                <a:latin typeface="Segoe UI"/>
              </a:defRPr>
            </a:pPr>
            <a:r>
              <a:t>81.2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≥+50%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+139%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65176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651760"/>
            <a:ext cx="91440" cy="16002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7432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99923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36499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(50/wk)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44%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34340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434340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4348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6908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0566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43 of 47 agencies  |  Goal 75%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45262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91%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50/wk goal (outbound calls + meetings only, matches scoreboard)  |  OKR 3: % of HubSpot book with ≥1 submission in 2026  |  BDAs not scored on OKR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Erika Cabrera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50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175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10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185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6.9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14%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(50/wk)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1–10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11–20  (Mar–May)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42%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78%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28%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114%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5/18–5/23*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108%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Erika Cabrera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2888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56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1.9% ▼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-16.9%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-77.1%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-92%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471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-82%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578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-84%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1,588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779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+104%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1,087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1,145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-5%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2,888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3,476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-17%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2,714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+2,505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Southwestern Insurance Services, Inc.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1,064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+544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Regis Insurance Services, Inc Dba Simp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751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Truckers Best Insurance Dba Trucker Pa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635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+214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Nikolov Agency,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171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Karen &amp; King LLC Agency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+87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Morales Agency LLC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+16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Tailor'd Insurance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-126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Trucking Insurance Services Llc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+88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Faraon Industries Inc.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+124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Ultra Coverage Inc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+70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Dubeh Insurance Inc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+50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National Transportation Insurance Spec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Professional Insurance Agency Group In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-12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Sbk Insurance Inc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+47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Integrity Insurance Underwriters Llc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Erika Cabrera  |  47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$778,477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$96,234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$19,952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$-158,688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1,498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1,047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$843,922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$182,487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$37,043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$-187,091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1,283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834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$803,056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$227,099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$38,715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$-179,096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1,437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947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$914,057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$356,774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$-139,804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1,606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1,101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$463,527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$239,753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$-84,541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1,095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741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$3,803,038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$1,102,346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$95,710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$-749,220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6,919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4,670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149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Erika Cabrera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$61,423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1.9%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Truckers Best Insurance dba Trucker Path Insurance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$38,628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Tailor'D Insurance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$11,445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Morales Agency LLC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Regis Insurance Services, Inc Dba Simplex Insurance Ser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$11,350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GEORGIA'S INSURANCE SOURCE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Nikolov Agency, LLC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Trucking Insurance Services LLC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NC, NE, SC, TX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Erika Cabrera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$3,145,292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Southwestern Insurance Services, Inc.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32.9%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$2,605,242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Regis Insurance Services, Inc Dba Simplex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Sbk Insurance Inc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Truckers Best Insurance dba Trucker Path 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Faraon Industries Inc.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Karen &amp; King LLC Agency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Tailor'D Insurance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$8,480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(61%)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(32%)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(7%)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11.2%  ·  Declined: 102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Erika Cabrera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6805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68%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API_USER API_USER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Cslr Insurance Services, Llc +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3439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0.1%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Isabel Rincon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Regis Insurance Services, Inc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674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Daniel Summers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7.5%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Milen Nikolov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Nikolov Agency, Llc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Karen McLean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Karen &amp; King LLC Agency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Daniel Raykes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Maria Morales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Morales Agency LLC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William Mckinley Kremer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Trucking Insurance Services Ll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Wilfredo Leguisamon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Faraon Industries Inc.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Todd Chafee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Tailor'd Insurance Llc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Brayan Felix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Southwestern Insurance Service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Olga Kopylova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Ultra Coverage Inc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Jack Swan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1.1%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Bryson Braswell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Corey Sullivan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Hassan Omar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Dubeh Insurance Inc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Sydenham Moran Castro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Regis Insurance Services, Inc 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Charles Beale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Nicole Zacapa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Integrity Insurance Underwrite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Betsy Alonso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Top Insurance Services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7.0%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Andrew Thomas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Rogelio Garcia Gomez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Sebanda Franchise #29 - Family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Anthony Melius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Sandra Alonzo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Wao Insurance Group Inc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Roy Richards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Motive Insurance Agency Llc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Bayram Ayvazov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National Transportation Insura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Ian Llanes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Southwestern Insurance Service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Maria Testa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Professional Insurance Agency 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Nykita Shearin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Georgia's Insurance Source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ISABEL DIAZ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Genesis Insurance &amp; More, Corp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Sarah Wagner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Nicholas Rogers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Deborah Risken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Checker Associates, Llc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Scott Steward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Sbk Insurance Inc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Javier Hernandez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Southwestern Insurance Service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Rose-Danielle Francois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9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$275,674  |  Subs 2714  |  Binds 17  |  HR 0.6%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$275,674 YTD GWP  |  17 binds in Q1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Regis Insurance Services, Inc Dba Simplex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$380,834  |  Subs 751  |  Binds 13  |  HR 1.7%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1.7% (portfolio avg: 1.3%)  |  $380,834 YTD GWP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Regis Insurance Services, Inc Dba Simplex 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$380,834  |  Subs 751  |  Binds 13  |  HR 1.7%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1.7% (portfolio avg: 1.3%)  |  $380,834 YTD GWP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Truckers Best Insurance Dba Trucker Path 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$115,688  |  Subs 635  |  Binds 16  |  HR 2.5%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2.5% (portfolio avg: 1.3%)  |  $115,688 YTD GWP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Southwestern Insurance Services, Inc.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$112,037  |  Subs 1064  |  Binds 7  |  HR 0.7%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$112,037 YTD GWP  |  7 binds in Q1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Nikolov Agency,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$4,174  |  Subs 171  |  Binds 0  |  HR 0.0%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171 submissions with 0 binds - zero conversion  |  108 quotes generated but 0 converted to binds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Georgia's Insurance Source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$6,505  |  Subs 37  |  Binds 1  |  HR 2.7%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2.7% on 37 subs  |  Cancellations are 1251% of new business ($28,459 vs $2,275)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National Transportation Insurance Speciali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$24,036  |  Subs 47  |  Binds 0  |  HR 0.0%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47 submissions with 0 binds - zero conversion  |  New business dropped sharply MoM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Wao Insurance Group Inc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41  |  Binds 0  |  HR 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41 submissions with 0 binds - zero conversion  |  30 quotes generated but 0 converted to binds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Motive Insurance Agency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$21,726  |  Subs 41  |  Binds 0  |  HR 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41 submissions with 0 binds - zero conversion  |  25 quotes generated but 0 converted to binds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Newly Appointed in My Portfolio — Erika Cabrera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Agencies assigned to this BDA for onboarding in 2026  |  Production metrics since assignment date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Q2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6d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14d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545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2/3 appointed agencies have submitted (67%)  •  2/3 have bound (67%)  •  Total bound: 11  •  Total GWP: $228,153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880360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91693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Faraon Industries Inc.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91693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2026-03-16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23560" y="291693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$36,818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322783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Greatflorida Insurance Of Flagler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322783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23560" y="322783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502151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35387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Regis Insurance Services, Inc Dba Simplex Insu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35387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2026-03-04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5488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23560" y="35387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0372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$191,336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Source: HubSpot company records where onboarding_success_agent = Erika Cabrera and createdate is within 2026 (= newly assigned to this BDA for onboarding). Metrics are subs/binds/GWP on each agency since their assignment date. BDAs not scored on OKR 4 — informational only.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Erika Cabrera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(Regis Insurance Services,, Regis Insurance Services,, Cslr Insurance Services, ) drive $1,037,342 (66%)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Mitchell Hecht Llc (33.3%), Total Insurance-ga (28.6%), Alabama Ins Agency I (16.7%)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6,805 total submissions across 42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 agencies with zero Jan–May 2026 activity: J.c.a. Consultant, I, Simplex Group, Truckers Best Insura...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 agencies submitting but 0 binds (418 subs): Nikolov Agency, Llc (171), National Transportat (47)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59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Cslr Insurance Servi (0.6%), Southwestern Insuran (0.7%), Karen &amp; King LLC Age (1.2%)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59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Overall portfolio hit ratio 1.3% — below 5-8% target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Lift Portfolio Hit Ratio to 5%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Current: 1.3% (90 binds / 6,805 subs). Need 250 more binds. Focus on submission quality and appetite education.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Improve Low Hit Ratio Agencies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13 agencies with 20+ subs but &lt;3% HR: Cslr Insurance Servi (0.6%), Southwestern Insuran (0.7%), Karen &amp; King LLC Age (1.2%). Conduct submission quality training to lift conversion 2-3 points.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Develop High-Volume Growth Candidates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16 agencies with 30+ subs and some binds but &lt;5% HR: Cslr Insurance Servi (2714s/17b), Southwestern Insuran (1064s/7b), Regis Insurance Serv (751s/13b). Small HR improvements on large volume = significant premium lift.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Close Quote-to-Bind Gap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12 agencies have 267 quotes but 0 binds: Nikolov Agency, Llc (108q), Wao Insurance Group Inc (30q), Genesis Insurance &amp; More, (27q). Follow up on pricing, coverage, response time gaps.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Reduce Cancellation Rates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10 agencies with cancellations &gt;40% of new biz: Regis Insurance Services,, Regis Insurance Services,, Cslr Insurance Services, . $777,940 total cancellations - investigate retention.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Erika Cabrera  |  Last 25 Bound Submissions  |  90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257712870483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Trucking Insurance Services Llc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LAWRENCE KNIGHT HAWK TRUCKING 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William Mckinley Kremer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$14,253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253093287549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Southwestern Insurance Services, 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D&amp;S TRANSPORTATION LLC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Brayan Felix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$9,395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250961036837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Total Insurance-ga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HRF PRODUCTIONS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Kaleb Waller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$17,603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262843395438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Ultra Coverage Inc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TRUSTWAY AUTO TRANSPORT LLC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Olga Kopylova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$15,830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252500252000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Truckers Best Insurance Dba Trucke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SUPPLY STACKER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 Raykes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$18,848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251388876402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CJS TRANSPORTS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 Summers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$15,736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263460902054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Checker Associates, Llc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DDD TRANSPORT LLC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Deborah Risken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$3,738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266251968464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BYLUG LLC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 Summers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$47,418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258743060516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Sebanda Franchise #29 - Family F M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REX CARGO EXPRESS CORP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Rogelio Garcia Gomez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$64,262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262621603611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STRAIGHTDROP TRANSPORT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API_USER API_USER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$23,086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262122159092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Integrity Insurance Underwriters L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ANTHONY SAULSBERRY LOGISTICS SER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Nicole Zacapa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$21,939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268993930880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Truckers Best Insurance Dba Trucke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MVN GLOBAL LOGISTICS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 Raykes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$36,871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13,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267927981714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Ultra Coverage Inc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YH LOGISTICS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Olga Kopylova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$1,600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12,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254838273321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Regis Insurance Services, Inc Dba 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TFA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Sydenham Moran Castro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$15,993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11,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258447050495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SEVEN FORTY FOUR LOGISTICS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 Summers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$35,731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11,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263572429902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Georgia's Insurance Source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IDRISA BENDU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Nykita Shearin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$2,050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08,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267940575531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Truckers Best Insurance Dba Trucke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BRUNSON TRANSPORT LLC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 Raykes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$23,748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07,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264021731699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Truckers Best Insurance Dba Trucke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BABU INC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Charles Beale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$23,210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05,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260943943045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Regis Insurance Services, Inc Dba 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DELORES MAE HARVEY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Isabel Rincon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$24,367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04,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260637086354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Ultra Coverage Inc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ALPHA PRIME LOGISTICS LLC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Olga Kopylova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$13,391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01,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254362492692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Truckers Best Insurance Dba Trucke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Younguns Trucking LLC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Sarah Wagner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$16,884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30,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265309805597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AVE TRUCKING LLC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 Summers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30,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269331076606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Southwestern Insurance Services, I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Guillermo V. Enriquez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Brayan Felix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$5,451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29,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252218218602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Truckers Best Insurance Dba Trucke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COLETRANE SOLUTIONS LLC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API_USER API_USER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$55,797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28, 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267711287048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Regis Insurance Services, Inc Dba 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LEGENDARY TRUCKING EMPIRE LLC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Isabel Rincon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$19,535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28, 2026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25 Submissions)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$527,283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Erika Cabrera  |  Active in-force policies expiring through Aug 21,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$305,943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Regis Insurance Services, Inc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256101148399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ALPIC TRANSPORT LINES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251180258364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MARTINS HOMES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$3,344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MI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257902358783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SJ National Trucking LLC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2026-06-15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23d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NTL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Diversified Solutions Agency I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254161407402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GLENDAS SON INC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2026-06-16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24d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$38,256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TN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Regis Insurance Services, Inc 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257561050507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VENTURY TRANSPORT LLC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2026-06-19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27d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$11,046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Sbk Insurance Inc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259590175962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ALFA TRANSPORTATION LLC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28d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$4,386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Morales Agency LLC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254810779502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YFD TRUCKING LLC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31d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$21,560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254362492692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YOUNGUNS TRUCKING LLC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2026-06-23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31d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$45,108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Southwestern Insurance Service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255226962782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JJ SUN TRUCKING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32d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$16,914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Alabama Ins Agency Inc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252532683485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 HARRISON JONES TRUCKING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32d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$3,077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Tailor'd Insurance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258594724191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ATLANTA TRANSPORTATION &amp; LOGISTICS LLC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34d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NTL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6576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Truckers Best Insurance Llc Db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743200" y="608990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254752119724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608990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AZALEA LOGISTICS LLC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94944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2026-06-27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95527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35d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58200" y="60899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NTL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555480" y="608990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88135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65760" y="636422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65760" y="640079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Regis Insurance Services, Inc 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743200" y="640079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255120849756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931920" y="640079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JOHN'S C LOGISTICS LLC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949440" y="640079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2026-06-30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7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38d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458200" y="640079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640079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$17,339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88135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MS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13 of 36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Erika Cabrera  |  Policies with cancellation_date on or before Aug 21,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$4,888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59E0B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59E0B"/>
                </a:solidFill>
                <a:latin typeface="Segoe UI"/>
              </a:defRPr>
            </a:pPr>
            <a:r>
              <a:t>$4,888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Non Payment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633472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268045562369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88920" y="2670048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J&amp;A TRANSPORT LLC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94960" y="2670048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Regis Insurance Services, 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523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095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60" y="2670048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8308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268045562369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88920" y="2980944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J&amp;A TRANSPORT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94960" y="2980944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Regis Insurance Services, 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52360" y="29809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29809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66760" y="2980944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$4,675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1832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2 of 2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Regis Insurance Services, Inc Dba Simplex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FL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$380,834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$294,524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$17,044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$69,266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$-196,778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$1,069,670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$1,057,056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$268,810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$50,413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$31,057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$19,356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$-10,414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$92,510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$81,370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$11,140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$-28,403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$89,480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$64,080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$17,044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$8,356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$-80,106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$105,379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$93,651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$11,728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$-21,441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$43,052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$24,367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$18,685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$-56,415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$380,834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$294,524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$17,044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$69,266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$-196,778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751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728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775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781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$393K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$381K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$380,834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$294,524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1.7% hit ratio on 751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67% of new business ($196,778)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(751 subs, only 13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$294,524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Regis Insurance Services, Inc Dba Simplex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N/A  |  Region: Southeast  |  State: FL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$380,834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$294,524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$17,044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$69,266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$-196,778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$1,069,670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$1,057,056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$268,810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$50,413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$31,057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$19,356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$-10,414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$92,510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$81,370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$11,140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$-28,403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$89,480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$64,080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$17,044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$8,356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$-80,106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$105,379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$93,651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$11,728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$-21,441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$43,052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$24,367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$18,685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$-56,415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$380,834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$294,524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$17,044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$69,266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$-196,778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751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728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775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781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$393K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$381K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$380,834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$294,524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1.7% hit ratio on 751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67% of new business ($196,778)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(751 subs, only 13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$294,524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NC  |  City: Chicago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$275,674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$231,073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$44,601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$-165,863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$762,570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$862,964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2714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$263,735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$15,281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$14,448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$833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$-14,250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$69,079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$36,254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$32,825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$-83,996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$71,432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$52,765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$18,667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$-46,219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$27,682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$30,082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$-2,400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$-14,286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$92,201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$97,524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$-5,323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$-7,112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$275,674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$231,073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$44,601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$-165,863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716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711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558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552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2714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2695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716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549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2730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$-7,581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$275,674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$231,073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0.6% hit ratio on 2714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72% of new business ($165,863)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(2714 subs, only 17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$231,073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Ultra Coverage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Deerfield Beach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$115,692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$67,015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$48,677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$-16,980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$68,603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$171,361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141%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$104,730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$16,713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$16,713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$-16,980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$17,114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$17,114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$35,231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$21,147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$14,085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$39,584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$25,755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$13,829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$7,050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$2,999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$4,051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$115,692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$67,015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$48,677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$-16,980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$395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$-1,137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$115,692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$67,015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82%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$67,015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Truckers Best Insurance Dba Trucker Path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SC  |  City: Mt. Pleasant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$115,688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$106,070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$9,067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$-36,866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$488,188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$554,804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$254,895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$14,782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$15,430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$-1,198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$-3,009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$-7,557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$5,621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$4,537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$1,084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$-11,839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$7,946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$7,946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$-14,080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$87,133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$86,103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$1,030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$-381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$115,688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$106,070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$9,067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$-36,866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635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621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421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648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$115,688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$106,070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2.5% hit ratio on 635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(635 subs, only 16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$106,070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Southwestern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Florida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$112,037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$56,356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$11,056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$44,625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$-94,938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$675,879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$613,662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$168,149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$23,261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$67,746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$22,027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$45,719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$-44,003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$13,237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$2,530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$11,056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$-349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$-481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$4,113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$4,668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$-556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$27,031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$27,131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$-50,455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$112,037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$56,356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$11,056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$44,625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$-94,938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1064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1018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520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1072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$-21,012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$-90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$112,037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$56,356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0.7% hit ratio on 1064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168% of new business ($94,938)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(1064 subs, only 7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$56,356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Dubeh Insurance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$90,374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$63,443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$26,931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$178,262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$268,636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$32,938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$26,261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$26,261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$64,113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$63,443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$671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$90,374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$63,443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$26,931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$90,374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$63,443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30 to 2 MoM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$63,443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Trucking Insurance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Georgia  |  City: Cumming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$66,280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$38,782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$27,498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$-28,470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$137,779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$143,598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$104,703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$7,383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$7,383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$-7,383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$18,524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$18,524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$-18,524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$-506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$-506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$38,317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$38,782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$-465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$2,563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$2,563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$-2,563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$66,280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$38,782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$27,498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$-28,470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$-506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$66,280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$38,782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73% of new business ($28,470)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93%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$38,782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$28,470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Sbk Insurance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TN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$53,557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$31,944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$21,613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$-6,956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$37,822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$91,379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118%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$2,052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$-6,956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$2,277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$2,277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$51,280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$29,667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$21,613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$53,557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$31,944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$21,613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$-6,956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$53,557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$31,944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2.1% hit ratio on 47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(47 subs, only 1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$31,944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Oakbridge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GA  |  City: Atlanta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$40,197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$22,606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$17,591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$26,863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$40,197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125%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$41,605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$22,606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$22,606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$17,591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$17,591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$40,197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$22,606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$17,591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$40,197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$22,606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5 to 1 MoM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$22,606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Mitchell Hecht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$38,266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$38,266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$-33,967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$15,858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$38,266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201%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33.3%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$37,741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$38,266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$38,266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$-33,967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$38,266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$38,266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$-33,967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$235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$38,266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$38,266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89% of new business ($33,967)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$38,266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$33,967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Faraon Industries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N/A  |  Region: East  |  State: N/A  |  City: Miramar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$36,818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$36,818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$-16,102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$36,818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$36,818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$36,818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$36,818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$-16,102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$36,818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$36,818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$-16,102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$36,818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$36,818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1.6% hit ratio on 124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44% of new business ($16,102)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(124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$36,818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Tailor'd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NC  |  City: Concord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$33,255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$24,717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$8,540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$67,751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$76,507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$8,480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$11,120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$13,272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$13,272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$8,538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$8,540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$11,445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$11,445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$33,255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$24,717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$8,540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$-20,523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$-3,404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$33,255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$24,717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1.5% hit ratio on 133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31 to 5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(133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$24,717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Morales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$29,740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$15,376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$14,364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$-14,364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$117,877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$85,959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$38,637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$9,086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$9,086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$-9,086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$15,376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$15,376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$5,278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$5,278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$-5,278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$29,740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$15,376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$14,364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$-14,364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$29,740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$15,376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1.3% hit ratio on 157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93% of new business ($14,364)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(157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$15,376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Karen &amp; King LLC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GA  |  City: Norcross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$28,642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$21,046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$7,596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$-7,596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$130,041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$141,629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$40,748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$21,046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$21,046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$7,596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$7,596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$-7,596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$28,642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$21,046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$7,596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$-7,596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$28,642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$21,046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1.2% hit ratio on 163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64%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(163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$21,046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Top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$27,681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$1,376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$17,998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$8,307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$-2,220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$210,423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$41,300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$42,674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$6,182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$5,632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$-1,924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$17,448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$17,448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$1,690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$1,376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$2,361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$2,361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$27,681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$1,376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$17,998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$8,307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$-2,220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$-2,750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$27,681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$1,376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161% of new business ($2,220)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$1,376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$2,220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National Transportation Insurance Specialists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GA  |  City: Alpharetta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$24,036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$24,173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$24,036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$24,173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$24,173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$-550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$24,036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$24,173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$-550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$-137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$24,036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$24,173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101%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47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$24,173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Integrity Insurance Underwriters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Boca Raton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$21,939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$21,939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$104,516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$108,476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$21,939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$21,939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$21,939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$21,939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$21,939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$21,939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$21,939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2.2% hit ratio on 45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(45 subs, only 1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$21,939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Motive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$21,726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$21,672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$43,280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$21,628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$21,672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$21,672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$21,726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$21,672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$54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$21,726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$21,672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 quotes but 0 binds - follow up on pricing/coverage gaps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41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25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Alabama Ins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AL  |  City: Birmingham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$20,308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$20,308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$-28,009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$147,733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$82,473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$43,319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$-7,701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$-7,701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$15,310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$15,310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$-15,310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$12,699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$12,699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$-12,699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$20,308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$20,308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$-28,009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$-7,701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$-1,784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$20,308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16.7% hit ratio - above average conversion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Kirby Soar Insurance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Plant City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$18,852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$18,852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$-19,205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$73,637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$18,852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$18,852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$18,852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$-19,205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$18,852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$18,852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$-19,205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$18,852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$18,852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 quotes but 0 binds - follow up on pricing/coverage gaps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20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11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Total Insurance-ga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GA  |  City: Buford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$10,952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$10,952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$-10,096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$269,493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$72,250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28.6%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$42,626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$10,096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$10,096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$-10,096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$820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$820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$10,952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$10,952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$-10,096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$140K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$-18,222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$820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$10,952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28.6% hit ratio - above average conversion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97%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Corporate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TN  |  City: Arlington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$7,377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$7,377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$38,965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$37,770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$21,545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$7,372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$7,372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$7,377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$7,377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$-7,163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$-47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$7,377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9.1% hit ratio - above average conversion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Checker Associates,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Georgia  |  City: Loganville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$6,614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$4,546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$2,068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$47,509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$54,123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$54,268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$2,013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$2,013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$4,546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$4,546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$6,614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$4,546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$2,068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$6,614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$4,546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$4,546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Georgia's Insurance Source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$6,505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$2,275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$4,229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$-28,459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$65,453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$45,800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$2,050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$1,653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$1,653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$-3,306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$2,576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$2,576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$-23,184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$2,275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$2,275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$-1,969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$6,505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$2,275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$4,229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$-28,459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$6,505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$2,275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2.7% hit ratio on 37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1251% of new business ($28,459)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(37 subs, only 1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$2,275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Sebanda Franchise #29 - Family F M G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FL  |  City: Fort Lauderdale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$4,448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$4,448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$158,507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$116,833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$64,262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$9,774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$9,774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$-5,327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$-5,327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$4,448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$4,448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$-962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$-5,327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$4,448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2.3% hit ratio on 44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154%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(44 subs, only 1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Nikolov Agency,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$4,174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$4,174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$-8,403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$233,634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$217,495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$4,174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$4,174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$-8,403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$4,174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$4,174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$-8,403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$4,174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171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171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108 quotes but 0 binds - follow up on pricing/coverage gaps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171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108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Genesis Insurance &amp; More, Corp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$4,160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$4,160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$-4,160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$85,392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$45,823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$4,160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$4,160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$-4,160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$4,160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$4,160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$-4,160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$4,160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 quotes but 0 binds - follow up on pricing/coverage gaps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37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27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Ati Insurance Group,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FL  |  City: Miami Lakes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$10,324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6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Bluewater Specialty Brokerage,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$21,015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$21,015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Agency has some Jan–May 2026 activity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Assigned to portfolio - opportunity for development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 submissions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 M Peebles Incorporated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NC  |  City: Raleigh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$80,282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$33,484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4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Diversified Solutions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TN  |  City: Memphis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$110,748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$81,332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4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 quotes but 0 binds - follow up on pricing/coverage gaps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Domino Insurance,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$94,810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$-20,447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14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14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10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Equiinsurance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Miami Lakes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$58,019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$33,422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$-3,136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19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19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Greatflorida Insurance Of Flagler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N/A  |  Region: Southeast  |  State: FL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Legacy Insurance,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Central  |  State: TN  |  City: Clarksville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3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Palomar Insurance Corporation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Alabama  |  City: Montgomery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16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16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5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Southern Insurance Specialists,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MS  |  City: Ridgeland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6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5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Swfl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Fort Myers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$14,327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$14,327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D'angelo Agency, Llc Dba Insurancepm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GA  |  City: Dacula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Wao Insurance Group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$11,997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$11,997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41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41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30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Professional Insurance Agency Group Inc Dba Morion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$224,257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$4,132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$124,670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$21,312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$-1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bind(s) - converting submissions to business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($-1) - cancellations exceed production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Bill Fralic Insurance Services,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GA  |  City: Alpharetta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$-13,252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$-13,252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$-29,236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$87,786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$53,784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-13%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$52,699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$-18,695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$-13,252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$-13,252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$-10,541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$-13,252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$-13,252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$-29,236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$-13,252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$-13,252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11.1% hit ratio - above average conversion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bind(s) - converting submissions to business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($-13,252) - cancellations exceed production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