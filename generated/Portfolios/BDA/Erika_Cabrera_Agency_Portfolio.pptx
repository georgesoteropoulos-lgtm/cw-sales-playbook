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Segoe UI"/>
              </a:defRPr>
            </a:pPr>
            <a:r>
              <a:t>COVER WHALE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Erika Cabrera - Agency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Segoe UI"/>
              </a:defRPr>
            </a:pPr>
            <a:r>
              <a:t>Jan–May 2026  |  Generated May 31, 2026  |  47 Agencies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Erika Cabrera -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47 Total Agencies  |  42 Active  |  4 Inactive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(YTD)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$1,686,498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$1,184,708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$98,587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$403,202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$-797,667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7133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Binds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Binds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6891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Subs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$5,969,270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$5,427,114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$7,163,124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Annual Goal (40%)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24%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$550,753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$1,652,612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Bound Prem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9672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11.0%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Retention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TOP AGENCIES BY YTD GWP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 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Renewals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08152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Regis Insurance Services, Inc Dba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79" y="3081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$400,674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81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$294,524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081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$17,044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081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784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546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81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7355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2826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Regis Insurance Services, Inc Dba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79" y="32826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$400,674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826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$294,524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2826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$17,044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546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2826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4838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79" y="3483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$278,551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483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$231,073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4838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$2,877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4838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2044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34838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75888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Truckers Best Insurance Dba Trucker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79" y="36850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$136,394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3685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$129,796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6850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3685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36850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2.4%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Ultra Coverage Inc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79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$115,692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$67,015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3886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3886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38862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078224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087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Southwestern Insurance Services, 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79" y="40873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$112,037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087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$56,356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4087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$11,056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40873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1087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569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12280" y="40873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2885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Dubeh Insurance Inc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79" y="42885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$90,374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$63,443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42885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0" y="4288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80" y="42885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480560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44897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Faraon Industries Inc.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79" y="44897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$79,760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4489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$79,760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4632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0" y="44897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2280" y="44897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46908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Trucking Insurance Services Llc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79" y="46908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$66,280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46908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$38,782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46908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0" y="4690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12280" y="469087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882896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Sbk Insurance Inc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79" y="48920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$53,557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4892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$31,944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463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12280" y="48920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50932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Oakbridge Insurance Agency Llc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6079" y="50932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$40,197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1920" y="5093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$22,606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50932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0" y="5093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1792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12280" y="50932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28523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60" y="52943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Mitchell Hecht Llc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79" y="52943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$38,266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$38,266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0" y="5294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52943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12280" y="5294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1520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MONTHLY SUMMARY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$759,065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$96,234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1498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7532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32520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$843,922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09760" y="3337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$182,487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128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1283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4420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7532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32520" y="359359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$805,707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09760" y="35935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$227,099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4128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1437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4420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0140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7532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384962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$899,422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09760" y="38496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$356,774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1606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4420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20140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7532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32520" y="41056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$717,899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509760" y="4105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$322,116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4128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1430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20140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275320" y="4325112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7532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732520" y="436168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$1,686,498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509760" y="4361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$1,184,708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4128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7133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20140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229600" y="4773168"/>
            <a:ext cx="3749039" cy="29260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321040" y="47914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Segoe UI"/>
              </a:defRPr>
            </a:pPr>
            <a:r>
              <a:t>INACTIVE AGENCIES (4)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321040" y="512064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J.c.a. Consultant, Inc.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321040" y="530352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Simplex Group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321040" y="548640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Truckers Best Insurance Llc Dba Trucke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321040" y="566928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True Coverage Insurance Agency, Llc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OKR Scoreboard — Erika Cabrera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BDA OKRs  |  Q2 measure (paced where applicable)  |  Matches BD Rep Scoreboard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960120"/>
            <a:ext cx="3200400" cy="1371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0332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Segoe UI"/>
              </a:defRPr>
            </a:pPr>
            <a:r>
              <a:t>84.3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910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Segoe UI"/>
              </a:defRPr>
            </a:pPr>
            <a:r>
              <a:t>COMPOSITE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65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Segoe UI"/>
              </a:defRPr>
            </a:pPr>
            <a:r>
              <a:t>Green ≥ 70  |  Amber 45-69  |  Red &lt;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91440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Subs YoY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73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≥+50%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+133%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91440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99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Activity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364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 100% (50/wk)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53%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343400"/>
            <a:ext cx="91440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90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Portfolio Active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56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43 of 47 agencies  |  Goal 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26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91%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OKR 1: Q2 paced subs YoY — current Q2-YTD subs ÷ days-elapsed × 91 vs prior full Q2 (Apr–Jun 2025)  |  OKR 2: Q2 avg weekly calls + meetings vs 50/wk goal (outbound calls + meetings only, matches scoreboard)  |  OKR 3: % of HubSpot book with ≥1 submission in 2026  |  BDAs not scored on OKR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BD Activity  —  Erika Cabrera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 |  Calls + Meetings  |  Weekly goal: 50 activities  |  Colored arrow = month-over-month trend vs prior complete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221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12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233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9.2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18%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 (50/wk)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1–11  (Jan–Mar)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1/5–1/11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1/12–1/18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1/19–1/25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1/26–2/1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2/2–2/8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2/9–2/15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2/16–2/22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2/23–3/1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3/2–3/8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7160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6888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3/9–3/15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928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4328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30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24528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1768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" y="459028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37160" y="459028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6888" y="46085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3/16–3/22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928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4328" y="460857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930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24528" y="460857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01768" y="460857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12–21  (Mar–May)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3/23–3/29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3/30–4/5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4/6–4/12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4/13–4/19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4/20–4/26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42%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4/27–5/3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5/4–5/10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28%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5/11–5/17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114%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5/18–5/24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108%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99632" y="4347972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199632" y="4347972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09360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5/25–5/31*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9552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86800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5554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287000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96%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064240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HubSpot CRM  |  Calls + meetings only (emails excluded)  |  * = current/partial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Submission Growth  —  Erika Cabrera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vs 2025  |  Green = growth  |  Red = decline  |  Hit ratio = binds /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3214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Submissions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57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Binds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1.8% ▼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-7.5%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Subs YOY vs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-76.4%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 YOY vs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MONTHLY BREAKDOWN  —  2026 vs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Binds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2025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2.5%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-92%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471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-82%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578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1,583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779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+103%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1,419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1,145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+24%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717036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7627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3,214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762756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3,476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AGENCIES BY SUBMISSION VOLUME  —  YTD Ranked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YTD Subs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23560" y="216712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33288" y="21854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7928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2,842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1854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9568" y="218541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91088" y="21854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+2,633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24414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Southwestern Insurance Services, Inc.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67928" y="24414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1,087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24414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9568" y="24414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1088" y="2441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+567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267919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33288" y="2697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Regis Insurance Services, Inc Dba Simp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67928" y="26974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784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26974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59568" y="26974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2697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29535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Truckers Best Insurance Dba Trucker Pa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7928" y="295351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36608" y="29535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9568" y="29535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2.4%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91088" y="295351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+281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60" y="319125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33288" y="32095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Nikolov Agency, Llc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67928" y="32095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36608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59568" y="3209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91088" y="32095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33288" y="34655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Karen &amp; King LLC Agency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67928" y="34655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36608" y="34655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59568" y="34655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91088" y="346557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+93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3703320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33288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Morales Agency LLC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67928" y="37216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6608" y="3721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59568" y="372160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91088" y="3721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33288" y="3977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Faraon Industries Inc.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97764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36608" y="39776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39776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91088" y="39776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+148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4215384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33288" y="42336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Tailor'd Insurance Llc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2336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36608" y="42336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59568" y="42336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91088" y="42336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-125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33288" y="4489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Trucking Insurance Services Llc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67928" y="44897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36608" y="448970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59568" y="448970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91088" y="44897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+90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23560" y="472744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33288" y="4745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Ultra Coverage Inc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67928" y="47457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36608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59568" y="47457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91088" y="474573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+73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33288" y="5001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Dubeh Insurance Inc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67928" y="500176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36608" y="50017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59568" y="50017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91088" y="500176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+53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23560" y="523951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733288" y="52578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National Transportation Insurance Spec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67928" y="525780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36608" y="52578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59568" y="525780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91088" y="525780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+40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33288" y="5513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Integrity Insurance Underwriters Llc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67928" y="551383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36608" y="55138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59568" y="551383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991088" y="551383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+14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23560" y="575157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33288" y="57698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Professional Insurance Agency Group In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67928" y="57698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36608" y="576986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59568" y="576986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991088" y="5769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733288" y="60258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Sbk Insurance Inc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67928" y="60258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436608" y="60258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259568" y="60258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91088" y="602589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+49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Totals match Sales Scoreboard: Q1 → Q1 owner, Q2+ → current owner, 2025 baseline → current owner  |  Hit ratio = binds / submissions  |  Right-panel agency table shows current portfolio  |  Green ≥ 8%  Red &lt; 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Erika Cabrera  |  47 Total Agencies  |  Jan–May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424160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430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430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143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9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799" y="11430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99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$759,065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99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$96,234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996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$19,952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$-158,688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1,498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1,046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14996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773936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828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$843,922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8288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$182,487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18288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$37,043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$-187,091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1,283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834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8288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57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1579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$805,707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$227,099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57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$38,715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$-179,096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1,437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947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9" y="21579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32303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487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$899,422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24871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$356,774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48716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2487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$-139,804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5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1,606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09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1,101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3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799" y="24871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816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281635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$717,899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28163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$322,116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81635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$2,877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79" y="281635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$-132,989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5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1,430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09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980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3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799" y="2816351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090671"/>
            <a:ext cx="10424160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16382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316382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$4,026,015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316382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$1,184,708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316382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$98,587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79" y="31638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$-797,667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5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7,254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09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4,908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3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799" y="316382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61187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Green = up vs prior month  |  Red = down vs prior month or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DSG In My Portfolio — Erika Cabrera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Dirt, Sand &amp; Gravel program performance across this bda's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DSG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BOUND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$61,423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GROSS WRITTEN PREM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1.8%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DSG ACTIVITY BY AGENCY (top 8 by submissions)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Declined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70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Truckers Best Insurance dba Trucker Path Insurance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$38,628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59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0273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Regis Insurance Services, Inc Dba Simplex Insurance 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027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$11,350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1363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Tailor'D Insurance LLC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9136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$11,445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87951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245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Morales Agency LLC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3542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GEORGIA'S INSURANCE SOURCE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53542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09743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84631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Nikolov Agency, LLC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8463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15721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Karen &amp; King LLC Agency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15721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9436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States with DSG bound business in this book: NC, NE, SC, 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Fleet In My Portfolio — Erika Cabrera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Fleet business (4+ power units) across this bda's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$3,145,292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GWP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UNITS / SUB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6766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BY AGENCY (top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4368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Southwestern Insurance Services, Inc.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$2,605,242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Regis Insurance Services, Inc Dba Simplex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59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027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Faraon Industries Inc.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1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Truckers Best Insurance dba Trucker Path 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3542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Sbk Insurance Inc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9743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463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Karen &amp; King LLC Agency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1572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Tailor'D Insurance LLC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$8,480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0" y="2286000"/>
            <a:ext cx="42062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99248" y="2322576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SIZE MIX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4-5 units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169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(61%)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6-10 units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3035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(32%)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11-25 units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3401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(7%)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26-50 units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20" y="3767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51+ units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4133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413308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Bind rate on fleet: 10.5%  ·  Declined: 108  ·  Source: cw_rep.transportation_submissions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Erika Cabrera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Individual agents ranked by YTD submissions  |  Agent = broker_contact on submission  |  Trend =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7133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1.3%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Portfolio 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67%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AGENTS BY SUBMISSIONS  —  Ranked 1–18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API_USER API_USER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Cslr Insurance Services, Llc 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3566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Isabel Rincon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Regis Insurance Services, Inc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Daniel Summers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Daniel Raykes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1368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Truckers Best Insurance Dba Tr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Milen Nikolov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1368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Nikolov Agency, Llc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016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Karen McLean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1368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Karen &amp; King LLC Agency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888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Wilfredo Leguisamon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1368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Faraon Industries Inc.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13248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Maria Morales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Morales Agency 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452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3248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8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William Mckinley Kremer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1368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Trucking Insurance Services Ll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3016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2452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888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13248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8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Todd Chafee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1368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Tailor'd Insurance Llc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016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1888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13248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Brayan Felix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1368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Southwestern Insurance Service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3016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452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1888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13248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6888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Jack Swan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1368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Truckers Best Insurance Dba 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2452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1888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3248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6888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Olga Kopylova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01368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Ultra Coverage Inc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3016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1888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13248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888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Bryson Braswell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01368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Truckers Best Insurance Dba Tr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3016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452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1888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13248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160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Corey Sullivan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01368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Truckers Best Insurance Dba Tr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3016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452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1888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3248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6888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Charles Beale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01368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Truckers Best Insurance Dba Tr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3016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452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1888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3248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6888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Hassan Omar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01368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Dubeh Insurance Inc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3016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452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1888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13248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6888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Ian Llanes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01368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Southwestern Insurance Service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3016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2452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1888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13248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45352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55080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CONTINUED  —  Ranked 19–36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55080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09560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3836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3272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2708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52144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91072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45352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Sydenham Moran Castro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9560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Regis Insurance Services, Inc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3836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3272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2708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3.9%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21440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55080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Nicole Zacapa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09560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Integrity Insurance Underwrite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3836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3272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08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21440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45352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55080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Anthony Melius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09560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Truckers Best Insurance Dba Tr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73836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2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2708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21440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55080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Andrew Thomas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909560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Truckers Best Insurance Dba Tr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73836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3272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92708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521440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45352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55080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Betsy Alonso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09560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Top Insurance Services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3836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33272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2708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521440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55080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Sandra Alonzo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909560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Wao Insurance Group Inc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3836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33272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2708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21440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245352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55080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Rogelio Garcia Gomez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09560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Sebanda Franchise #29 - Family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3836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33272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2708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521440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55080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Bayram Ayvazov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909560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National Transportation Insura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73836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33272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2708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521440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245352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355080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Roy Richards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909560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Motive Insurance Agency Llc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73836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33272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2708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521440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355080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Maria Testa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09560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Professional Insurance Agency 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3836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33272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92708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521440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45352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355080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Sarah Wagner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909560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Truckers Best Insurance Dba Tr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3836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33272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92708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8.1%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521440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355080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Nykita Shearin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09560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Georgia's Insurance Source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73836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33272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2708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521440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245352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55080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ISABEL DIAZ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909560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Genesis Insurance &amp; More, Corp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73836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33272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2708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521440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55080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Nicholas Rogers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909560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Truckers Best Insurance Dba Tr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73836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33272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2708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521440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45352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55080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Scott Steward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909560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Sbk Insurance Inc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73836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33272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092708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521440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355080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Rose-Danielle Francois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909560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Truckers Best Insurance Dba Tr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3836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33272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92708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521440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245352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55080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Javier Hernandez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09560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Southwestern Insurance Service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73836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33272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92708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521440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355080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Deborah Risken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909560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Checker Associates, Llc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73836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33272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2708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521440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Agent = broker_contact_user_id on submission record  |  Hit ratio = binds / subs  |  MoM = month-over-month  |  11 subs had no agent mapped (broker_contact_user_id not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Performers vs Underperformers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Standouts and agencies needing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EXCEEDING — Top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914400"/>
            <a:ext cx="548640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— Bottom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$278,551  |  Subs 2842  |  Binds 18  |  HR 0.6%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$278,551 YTD GWP  |  18 binds in 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Regis Insurance Services, Inc Dba Simplex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$400,674  |  Subs 784  |  Binds 12  |  HR 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1.5% (portfolio avg: 1.3%)  |  $400,674 YTD GWP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Regis Insurance Services, Inc Dba Simplex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$400,674  |  Subs 784  |  Binds 12  |  HR 1.5%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1.5% (portfolio avg: 1.3%)  |  $400,674 YTD GWP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Truckers Best Insurance Dba Trucker Path 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$136,394  |  Subs 702  |  Binds 17  |  HR 2.4%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2.4% (portfolio avg: 1.3%)  |  $136,394 YTD GWP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949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Integrity Insurance Underwriters Llc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$21,939  |  Subs 49  |  Binds 1  |  HR 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2.0% (portfolio avg: 1.3%)  |  $21,939 in new business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13716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Nikolov Agency,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$4,174  |  Subs 177  |  Binds 0  |  HR 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177 submissions with 0 binds - zero conversion  |  112 quotes generated but 0 converted to binds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37744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Georgia's Insurance Source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$6,505  |  Subs 37  |  Binds 1  |  HR 2.7%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2.7% on 37 subs  |  Cancellations are 1251% of new business ($28,459 vs $2,275)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38328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National Transportation Insurance Speciali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$24,036  |  Subs 51  |  Binds 0  |  HR 0.0%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51 submissions with 0 binds - zero conversion  |  New business dropped sharply MoM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3891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Wao Insurance Group Inc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43  |  Binds 0  |  HR 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43 submissions with 0 binds - zero conversion  |  32 quotes generated but 0 converted to binds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539496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Motive Insurance Agency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$21,726  |  Subs 42  |  Binds 0  |  HR 0.0%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42 submissions with 0 binds - zero conversion  |  26 quotes generated but 0 converted to binds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Newly Appointed in My Portfolio — Erika Cabrera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Agencies assigned to this BDA for onboarding in 2026  |  Production metrics since assignment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YTD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6d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14d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602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SUBS POST-APPT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Segoe UI"/>
              </a:defRPr>
            </a:pPr>
            <a:r>
              <a:t>Activation: 2/3 appointed agencies have submitted (67%)  •  2/3 have bound (67%)  •  Total bound: 12  •  Total GWP: $267,705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768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APPOINTED AGENCIES (newest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Appointed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06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Bind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Faraon Industries Inc.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9169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2026-03-16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916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$79,760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2278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Greatflorida Insurance Of Flagler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227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2026-03-04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227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1B1B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02151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5387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Regis Insurance Services, Inc Dba Simplex Insu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5387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2026-03-04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35387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$187,945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Source: HubSpot company records where onboarding_success_agent = Erika Cabrera and createdate is within 2026 (= newly assigned to this BDA for onboarding). Metrics are subs/binds/GWP on each agency since their assignment date. BDAs not scored on OKR 4 — informational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Strategic Assessment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Erika Cabrera Portfolio  |  Jan–May 2026  |  Strengths, gaps, and ranked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Top 3 (Regis Insurance Services,, Regis Insurance Services,, Cslr Insurance Services, ) drive $1,079,899 (64%) of portfolio YTD GWP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Strong hit ratios: Mitchell Hecht Llc (33.3%), Total Insurance-ga (28.6%), Alabama Ins Agency I (12.5%)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 agencies converting submissions to bound business in Jan–May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7,133 total submissions across 42 active agencies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- Areas for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 agencies with zero Jan–May 2026 activity: J.c.a. Consultant, I, Simplex Group, Truckers Best Insura...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 agencies submitting but 0 binds (437 subs): Nikolov Agency, Llc (177), National Transportat (51)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Low hit ratios need coaching: Morales Agency LLC (0.6%), Cslr Insurance Servi (0.6%), Southwestern Insuran (0.6%)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Overall portfolio hit ratio 1.3% — below 5-8% target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TOP STRATEGIC PRIORITIES — Ranked by Estimated Impact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2900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410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Lift Portfolio Hit Ratio to 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Current: 1.3% (94 binds / 7,133 subs). Need 262 more binds. Focus on submission quality and appetite education.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Improve Low Hit Ratio Agencies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79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12 agencies with 20+ subs but &lt;3% HR: Morales Agency LLC (0.6%), Cslr Insurance Servi (0.6%), Southwestern Insuran (0.6%). Conduct submission quality training to lift conversion 2-3 points.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70916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690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Develop High-Volume Growth Candidates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16 agencies with 30+ subs and some binds but &lt;5% HR: Cslr Insurance Servi (2842s/18b), Southwestern Insuran (1087s/7b), Regis Insurance Serv (784s/12b). Small HR improvements on large volume = significant premium lift.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3492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330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Close Quote-to-Bind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12 agencies have 283 quotes but 0 binds: Nikolov Agency, Llc (112q), Wao Insurance Group Inc (32q), National Transportation I (28q). Follow up on pricing, coverage, response time gaps.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98932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Reduce Cancellation Rates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199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10 agencies with cancellations &gt;40% of new biz: Regis Insurance Services,, Regis Insurance Services,, Cslr Insurance Services, . $808,205 total cancellations - investigate retention.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Recently Bound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Erika Cabrera  |  Last 25 Bound Submissions  |  94 Total Bound in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0058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 (Account)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05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59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207008"/>
            <a:ext cx="111556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256256747505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280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Regis Insurance Services, Inc Dba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2801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E-CONTACT SERVICES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Sydenham Moran Castro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$16,044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29,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46304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252218218602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4813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Truckers Best Insurance Dba Trucke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4813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COLETRANE SOLUTIONS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API_USER API_USER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$55,797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59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682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6824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266425890744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168249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Truckers Best Insurance Dba Trucke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68249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Omar Tani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6824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Daniel Raykes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59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86537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836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8836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267253521915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188366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Truckers Best Insurance Dba Trucke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18836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ROYAL EXPRESS LOGISTICS LLC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8836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Daniel Raykes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59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0848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0848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264134898729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208483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Truckers Best Insurance Dba Trucke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0848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ETHEREDGE AUTOTRANSPORT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084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Frances Neely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$10,400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59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26771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286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260921347854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2860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Faraon Industries Inc.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A1 DEVELOPMENT INC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Wilfredo Leguisamon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$25,185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59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4871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261990185768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48716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Faraon Industries Inc.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2487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RAY'S WAY DELIVERY 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24871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Wilfredo Leguisamon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$17,757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59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7004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26883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6883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257712870483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268833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Trucking Insurance Services Llc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268833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LAWRENCE KNIGHT HAWK TRUCKING LL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268833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William Mckinley Kremer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$14,253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59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22,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28895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8895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253093287549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28895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Southwestern Insurance Services, 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28895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D&amp;S TRANSPORTATION LLC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8895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Brayan Felix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$9,395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59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07238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090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090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268410643908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0" y="30906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Sebanda Franchise #29 - Family F 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600" y="30906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LEON SANTANA HAULING LLC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0906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Rogelio Garcia Gomez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$15,695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38559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291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250961036837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32918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Total Insurance-ga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3291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HRF PRODUCTIONS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Kaleb Waller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12680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$17,603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338559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347472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3493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3493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262843395438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Ultra Coverage Inc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00600" y="34930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TRUSTWAY AUTO TRANSPORT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34930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Olga Kopylova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12680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$15,830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38559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36941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252500252000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36941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Truckers Best Insurance Dba Trucke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36941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SUPPLY STACKER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6941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Daniel Raykes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$18,848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59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87705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389534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251388876402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38953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00600" y="38953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CJS TRANSPORTS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89534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Daniel Summers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12680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$15,736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59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40965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4096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263710943673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28800" y="40965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00600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HOUSE OF TRUCKS LLC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40965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Daniel Summers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$23,787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38559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" y="4297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263460902054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0" y="42976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Checker Associates, Llc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0600" y="42976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DDD TRANSPORT LLC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Deborah Risken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12680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$3,738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338559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266251968464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0" y="4498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00600" y="4498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BYLUG LLC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35240" y="44988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Daniel Summers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12680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$47,418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338559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" y="468172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47000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440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258743060516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28800" y="47000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Sebanda Franchise #29 - Family F M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00600" y="47000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REX CARGO EXPRESS CORP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635240" y="470001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Rogelio Garcia Gomez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12680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$64,262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38559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49011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49011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262621603611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28800" y="490118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00600" y="49011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STRAIGHTDROP TRANSPORT LLC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35240" y="49011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API_USER API_USER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12680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$23,086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338559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14, 2026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08406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8640" y="51023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51023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262122159092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28800" y="510235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Integrity Insurance Underwriters L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00600" y="5102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ANTHONY SAULSBERRY LOGISTICS SER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3524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Nicole Zacapa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12680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$21,939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38559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14, 2026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268993930880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53035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Truckers Best Insurance Dba Trucke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0600" y="5303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MVN GLOBAL LOGISTICS LLC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5240" y="5303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Daniel Raykes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12680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$36,871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338559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13, 2026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7200" y="548640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" y="55046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5504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267927981714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28800" y="550468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Ultra Coverage Inc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00600" y="55046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YH LOGISTICS LLC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35240" y="55046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Olga Kopylova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012680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$1,600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338559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12, 2026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8640" y="570585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4400" y="5705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258447050495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828800" y="570585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00600" y="57058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SEVEN FORTY FOUR LOGISTICS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635240" y="570585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Daniel Summers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012680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$35,731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338559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11, 2026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200" y="588873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48640" y="59070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5907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263572429902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828800" y="590702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Georgia's Insurance Source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800600" y="59070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IDRISA BENDU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635240" y="59070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Nykita Shearin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012680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$2,050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338559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08, 2026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48640" y="6108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14400" y="6108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267940575531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828800" y="610819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Truckers Best Insurance Dba Trucke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00600" y="61081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BRUNSON TRANSPORT LLC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635240" y="6108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Daniel Raykes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12680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$23,748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338559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07, 2026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48640" y="6345936"/>
            <a:ext cx="1115568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Total (Last 25 Submissions)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1248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$540,272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Renewal Watch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Erika Cabrera  |  Active in-force policies expiring through Aug 29,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$401,184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EXPIRE ≤30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31-60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61-90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POLICIES EXPIRING (sorted by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Exp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5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Truckers Best Insurance Dba Tr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70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257902358783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SJ National Trucking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15d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NTL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700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5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Diversified Solutions Agency 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254161407402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9809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GLENDAS SON INC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16d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98094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$7,465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5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5526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Regis Insurance Services, Inc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257561050507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VENTURY TRANSPORT LLC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19d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2918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$11,046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5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Sbk Insurance Inc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60273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259590175962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60273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ALFA TRANSPORTATION LLC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20d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360273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$16,535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5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77055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Morales Agency LLC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9136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254810779502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913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YFD TRUCKING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23d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9136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91363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$2,227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5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Truckers Best Insurance Dba Tr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42245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254362492692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422452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YOUNGUNS TRUCKING LLC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23d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42245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422452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$45,108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5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98847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Alabama Ins Agency Inc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5354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252532683485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45354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 HARRISON JONES TRUCKING LLC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24d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8200" y="45354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453542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$3,077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5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Southwestern Insurance Service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8463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255226962782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8463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JJ SUN TRUCKING LLC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24d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846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8463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$16,914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8135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20639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Tailor'd Insurance Llc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515721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258594724191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51572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ATLANTA TRANSPORTATION &amp; LOGISTICS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26d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58200" y="5157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NTL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55480" y="515721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$750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8135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Regis Insurance Services, Inc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46811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255120849756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JOHN'S C LOGISTICS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0" y="5468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2026-06-30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5527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30d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58200" y="54681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55480" y="5468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$17,339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8135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742431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57790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43200" y="57790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251287351054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1920" y="57790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MATTEO ENTERPRISE INC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57790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2026-07-09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7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39d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58200" y="57790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57790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8135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608990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43200" y="6089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254678434168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60899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D17 LLC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49440" y="608990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2026-07-11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5527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41d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58200" y="60899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55480" y="608990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$11,035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8135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AZ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5760" y="636422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5760" y="64007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Southwestern Insurance Service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43200" y="64007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254000156879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31920" y="64007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Heavyweight Transport NV Inc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49440" y="640079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2026-07-11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7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41d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58200" y="64007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NTL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640079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$1,100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8135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13 of 39 upcoming renewals  |  Source: dw_reader.policy_premium  |  Active in-force only  |  Sorted by expiration 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Pending Cancellations — Save List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Erika Cabrera  |  Policies with cancellation_date on or before Aug 29, 2026  |  Sorted by urgency — call these agencies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PENDING CANCEL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DAYS (URGENT)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PENDING CANCELS (sorted by cancel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Cancel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591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591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LOB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No pending cancellations in the next 90 days for this book. 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0 of 0 pending cancels  |  Source: dw_reader.policy_premium  |  Non-payment = green (most savable), Insured-requested = red, Days ≤14 = red  |  Action: contact agency, confirm reinstatement plan, escalate non-payment cases for billing 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Regis Insurance Services, Inc Dba Simplex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Southeast  |  State: FL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$400,674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$294,524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$17,044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$89,106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$-196,778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$1,069,670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$1,076,896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$265,419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$50,413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$31,057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$19,356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$-10,414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$92,510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$81,370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$11,140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$-28,403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$89,480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$64,080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$17,044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$8,356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$-80,106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$105,379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$93,651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$11,728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$-21,441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$62,892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$24,367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$38,525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$-56,415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$400,674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$294,524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$17,044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$89,106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$-196,778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784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760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775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815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$393K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$401K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$400,674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$294,524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1.5% hit ratio on 784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67% of new business ($196,778)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(784 subs, only 12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$294,524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Regis Insurance Services, Inc Dba Simplex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N/A  |  Region: Southeast  |  State: FL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$400,674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$294,524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$17,044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$89,106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$-196,778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$1,069,670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$1,076,896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$265,419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$50,413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$31,057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$19,356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$-10,414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$92,510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$81,370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$11,140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$-28,403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$89,480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$64,080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$17,044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$8,356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$-80,106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$105,379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$93,651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$11,728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$-21,441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$62,892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$24,367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$38,525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$-56,415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$400,674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$294,524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$17,044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$89,106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$-196,778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784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760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775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815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$393K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$401K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$400,674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$294,524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1.5% hit ratio on 784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67% of new business ($196,778)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(784 subs, only 12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$294,524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Cslr Insurance Services,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NC  |  City: Chicago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$278,551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$231,073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$2,877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$44,601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$-190,290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$762,570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$865,841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2842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$288,274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$15,281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$14,448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$-14,250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$69,079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$36,254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$32,825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$-83,996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$71,432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$52,765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$18,667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$-46,219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$27,682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$30,082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$-2,400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$-14,286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$95,078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$97,524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$2,877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$-5,323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$-31,539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$278,551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$231,073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$2,877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$44,601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$-190,290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716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558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552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549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545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2842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2822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716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558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549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538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2860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$-7,581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$279K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$278,551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$231,073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0.6% hit ratio on 2842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82% of new business ($190,290)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(2842 subs, only 18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$231,073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Truckers Best Insurance Dba Trucker Path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SC  |  City: Mt. Pleasant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$136,394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$129,796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$6,048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$-36,930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$488,188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$575,510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$272,377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$14,782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$15,430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$-1,198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$-3,009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$-7,557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$5,621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$4,537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$1,084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$-11,839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$7,946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$7,946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$-14,080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$107,839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$109,829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$-1,990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$-445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$136,394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$129,796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$6,048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$-36,930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702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685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421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718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$108K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$136,394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$129,796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2.4% hit ratio on 702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(702 subs, only 17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$129,796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Ultra Coverage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Deerfield Beach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$115,692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$67,015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$48,677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$-16,980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$68,603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$171,361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141%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$104,730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$16,713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$16,713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$-16,980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$17,114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$17,114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$35,231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$21,147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$14,085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$39,584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$25,755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$13,829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$7,050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$2,999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$4,051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$115,692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$67,015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$48,677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$-16,980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$-1,137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$115,692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$67,015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82%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$67,015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Southwestern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Florida  |  City: Miami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$112,037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$56,356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$11,056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$44,625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$-94,938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$675,879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$613,662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$168,149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$23,261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$67,746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$45,719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$-44,003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$13,237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$2,530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$11,056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$-481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$4,113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$4,668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$27,031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$27,131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$-50,455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$112,037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$56,356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$11,056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$44,625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$-94,938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1087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1039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520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1095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$-21,012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$-90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$112,037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$56,356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0.6% hit ratio on 1087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168% of new business ($94,938)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(1087 subs, only 7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$56,356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Dubeh Insurance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Southeast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$90,374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$63,443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$26,931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$-2,018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$178,262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$268,636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$185,192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$18,303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$26,261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$26,261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$64,113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$63,443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$671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$-2,018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$90,374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$63,443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$26,931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$-2,018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$90,374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$63,443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30 to 5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$63,443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Faraon Industries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N/A  |  Region: East  |  State: N/A  |  City: Miramar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$79,760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$79,760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$-16,102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$79,760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$79,760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$36,818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$36,818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$42,942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$42,942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$-16,102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$79,760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$79,760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$-16,102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$79,760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$79,760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2.7% hit ratio on 148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(148 subs, only 4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$79,760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Trucking Insurance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Georgia  |  City: Cumming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$66,280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$38,782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$27,498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$-28,470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$137,779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$143,598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$104,703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$7,383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$7,383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$-7,383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$18,524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$18,524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$-18,524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$38,317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$38,782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$-465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$2,563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$2,563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$-2,563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$66,280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$38,782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$27,498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$-28,470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$-506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$66,280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$38,782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3.0% hit ratio on 134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73% of new business ($28,470)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(134 subs, only 4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$38,782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Sbk Insurance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TN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$53,557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$31,944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$21,613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$-6,956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$37,822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$91,379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118%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$31,294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$-6,956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$2,277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$2,277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$51,280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$29,667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$21,613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$53,557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$31,944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$21,613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$-6,956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$53,557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$31,944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$31,944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Momentum is building - premium grew MoM. Keep the energy going: "Things are moving in the right direction. What do you need from me to keep this pace up?"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Oakbridge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GA  |  City: Atlanta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$40,197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$22,606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$17,591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$26,863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$40,197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125%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$41,605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$22,606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$22,606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$17,591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$17,591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$40,197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$22,606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$17,591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$40,197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$22,606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5 to 1 MoM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$22,606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Mitchell Hecht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$38,266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$38,266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$-33,967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$15,858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$38,266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201%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33.3%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$37,741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$38,266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$38,266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$-33,967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$38,266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$38,266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$-33,967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$38,266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$38,266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89% of new business ($33,967)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$38,266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$33,967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Tailor'd Insurance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Southeast  |  State: NC  |  City: Concord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$33,255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$24,717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$8,540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$67,751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$76,507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$8,480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$11,120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$13,272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$13,272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$8,538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$8,540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$11,445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$11,445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$33,255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$24,717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$8,540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259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$-20,523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$-3,404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$33,255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$24,717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1.5% hit ratio on 134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31 to 6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(134 subs, only 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$24,717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Morales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$29,740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$15,376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$14,364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$-14,364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$117,877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$85,959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$15,151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$9,086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$9,086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$-9,086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$15,376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$15,376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$5,278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$5,278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$-5,278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$29,740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$15,376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$14,364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$-14,364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$29,740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$15,376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0.6% hit ratio on 161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93% of new business ($14,364)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(161 subs, only 1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$15,376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Karen &amp; King LLC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GA  |  City: Norcross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$28,642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$21,046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$7,596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$-7,596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$130,041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$141,629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$40,748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$21,046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$21,046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$7,596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$7,596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$-7,596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$28,642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$21,046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$7,596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$-7,596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$28,642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$21,046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1.2% hit ratio on 169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64%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(169 subs, only 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$21,046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Top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$27,681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$1,376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$17,998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$8,307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$-2,220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$210,423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$41,300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$42,674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$6,182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$5,632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$-1,924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$17,448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$17,448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$1,376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$2,361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$2,361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$27,681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$1,376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$17,998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$8,307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$-2,220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$-2,750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$197K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$27,681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$1,376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161% of new business ($2,220)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$1,376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$2,220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National Transportation Insurance Specialists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GA  |  City: Alpharetta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$24,036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$24,173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$24,036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$24,173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$24,173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$-550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$24,036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$24,173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$-137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$-137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$24,036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$24,173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101%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51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$24,173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Integrity Insurance Underwriters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Boca Raton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$21,939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$21,939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$-21,939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$104,516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$108,476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$21,939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$21,939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$21,939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$-21,939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$21,939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$21,939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$-21,939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$21,939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$21,939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2.0% hit ratio on 49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100% of new business ($21,939)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(49 subs, only 1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$21,939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Motive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$21,726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$21,672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$43,280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$21,628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$21,672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$21,672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$21,726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$21,672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$21,726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$21,672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42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26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Alabama Ins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AL  |  City: Birmingham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$20,308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$20,308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$-28,009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$147,733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$82,473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$43,319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$-7,701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$-7,701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$15,310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$15,310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$-15,310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$12,699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$12,699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$-12,699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$20,308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$20,308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$-28,009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$-7,701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$-1,784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$20,308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12.5% hit ratio - above average conversion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Sebanda Franchise #29 - Family F M G Insurance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Southeast  |  State: FL  |  City: Fort Lauderdale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$20,142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$15,695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$4,448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$158,507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$132,528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$64,262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$15,695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$9,774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$9,774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$10,368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$15,695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$-5,327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$20,142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$15,695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$4,448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$-962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$20,142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$15,695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$15,695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Kirby Soar Insurance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Plant 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$18,852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$18,852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$-19,205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$73,637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$18,852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$18,852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$18,852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$-19,205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$18,852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$18,852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$-19,205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$18,852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$18,852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24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15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Total Insurance-ga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Southeast  |  State: GA  |  City: Buford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$10,952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$10,952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$-10,096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$269,493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$72,250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28.6%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$42,626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$10,096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$10,096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$-10,096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$10,952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$10,952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$-10,096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$140K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$-18,222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$820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$10,952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28.6% hit ratio - above average conversion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97%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Checker Associates,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Georgia  |  City: Loganville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$8,480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$4,546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$3,934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$47,509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$55,989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$54,268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$2,013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$2,013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$6,411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$4,546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$1,866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$8,480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$4,546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$3,934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$8,480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$4,546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$4,546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Momentum is building - premium grew MoM. Keep the energy going: "Things are moving in the right direction. What do you need from me to keep this pace up?"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Corporate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TN  |  City: Arlington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$7,377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$7,377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$38,965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$37,770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$21,545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$7,372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$7,372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$7,377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$7,377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$-7,163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$-47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$7,377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7.7% hit ratio - above average conversion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Georgia's Insurance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$6,505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$2,275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$4,229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$-28,459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$65,453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$45,800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$2,050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$-3,306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$2,576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$2,576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$-23,184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$2,275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$2,275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$-1,969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$6,505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$2,275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$4,229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$-28,459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$6,505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$2,275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2.7% hit ratio on 37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1251% of new business ($28,459)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(37 subs, only 1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$2,275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Nikolov Agency,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$4,174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$4,174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$-8,403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$233,634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$217,495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$4,174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$4,174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$-8,403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$4,174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$4,174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$-8,403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$4,174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177 submissions - highly active agency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177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112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177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112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Genesis Insurance &amp; More, Corp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Miami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$4,160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$4,160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$-4,160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$85,392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$45,823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$4,160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$4,160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$-4,160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$4,160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$4,160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$-4,160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$4,160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 submissions - highly active agency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37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27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Ati Insurance Group,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Southeast  |  State: FL  |  City: Miami Lakes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$10,324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6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Bluewater Specialty Brokerage,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$21,015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$21,015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Agency has some Jan–May 2026 activity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Assigned to portfolio - opportunity for development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 submissions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 M Peebles Incorporated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NC  |  City: Raleigh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$80,282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$33,484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4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Diversified Solutions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TN  |  City: Memphis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$110,748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$81,332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4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 quotes but 0 binds - follow up on pricing/coverage gaps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4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Domino Insurance,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Miami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$94,810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$-20,447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14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14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10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Equiinsurance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Miami Lakes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$58,019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$33,422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$-3,136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21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21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Greatflorida Insurance Of Flagler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N/A  |  Region: Southeast  |  State: FL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Legacy Insurance,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Central  |  State: TN  |  City: Clarksville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3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Palomar Insurance Corporation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Southeast  |  State: Alabama  |  City: Montgomery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16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16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5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Southern Insurance Specialists,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MS  |  City: Ridgeland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6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5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Swfl Insurance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Fort Myers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$14,327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$14,327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D'angelo Agency, Llc Dba Insurancepm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Southeast  |  State: GA  |  City: Dacula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Wao Insurance Group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$11,997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$11,997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43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43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32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Professional Insurance Agency Group Inc Dba Morion Insurance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Miami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$224,257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$4,132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-0%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$124,670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$21,312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$145K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49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 bind(s) - converting submissions to business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Negative written premium ($-1) - cancellations exceed production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Bill Fralic Insurance Services,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GA  |  City: Alpharetta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$-13,252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$-13,252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$-29,236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$87,786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$53,784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-13%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$52,699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$-18,695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$-13,252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$-13,252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$-10,541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$-13,252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$-13,252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$-29,236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$-13,252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$-13,252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11.1% hit ratio - above average conversion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bind(s) - converting submissions to business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Negative written premium ($-13,252) - cancellations exceed production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