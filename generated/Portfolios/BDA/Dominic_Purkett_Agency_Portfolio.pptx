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Dominic Purkett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04, 2026  |  0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Dominic Purkett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0 Total Agencies  |  0 Active  |  0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20" y="304495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Dominic Purkett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50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727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11 ▼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738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43.4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87%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(50/wk)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1–9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128%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136%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144%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148%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10–18  (Mar–May)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42%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46%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28%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48%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106%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5/4–5/4*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Dominic Purkett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0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0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0.0%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+0.0%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+0.0%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+0  (+0%)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+0  (+0%)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+0  (+0%)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+0  (+0%)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+0  (+0%)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+0  (+0%)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Hit ratio = binds / submissions  |  YOY = vs same 5 months of 2025  |  Green ≥ 8%  Red &lt; 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Dominic Purkett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Dominic Purkett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May 2026 (Current Month)  |  Individual agents ranked by submissions  |  Trend arrow = vs Apr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May 2026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May 2026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Current month = May 2026  |  Trend = vs Apr 2026  |  Hit ratio = binds / subs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10 Strategic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Dominic Purkett Portfolio  |  Jan–May 2026  |  Data-driven action items ranked by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Dominic Purkett Portfolio - What's Working &amp; What Needs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8640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486400" cy="4114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11430000" cy="20116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RECOMMENDED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10 Agencies Exceeding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Agencies demonstrating standout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10 Agencies Failing to Meet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Agencies requiring intervention or reassessment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