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23,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26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$2,796,964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+248%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5/18–5/23*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3.8%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-0.2%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$2,641,686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$262,391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5.9%  ·  Declined: 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135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143  |  Binds 8  |  HR 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5.6%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19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275%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Submissions dropped 57% MoM (23 -&gt; 10)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33 submissions with 0 binds - zero conversion  |  21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Guardian Angel Insurance Services Inc Dba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1,263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(243 subs): WHA Insurance (49),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179 quotes but 0 binds: WHA Insurance (36q),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(43 binds / 1,263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$826,011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21,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$213,972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$4,633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89d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21,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