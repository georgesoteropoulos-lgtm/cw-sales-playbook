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Segoe UI"/>
              </a:defRPr>
            </a:pPr>
            <a:r>
              <a:t>COVER WHALE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Taylor Sloan - Agency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Segoe UI"/>
              </a:defRPr>
            </a:pPr>
            <a:r>
              <a:t>Jan–May 2026  |  Generated May 27, 2026  |  27 Agencies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Taylor Sloan -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27 Total Agencies  |  27 Active  |  0 Inactive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(YTD)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$1,354,890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$1,071,778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$125,596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$157,516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$-519,145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1285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Binds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Binds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1141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Subs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$2,374,058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$2,803,419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$2,848,869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Annual Goal (40%)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48%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$503,319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$947,579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Bound Prem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9672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19.5%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Retention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TOP AGENCIES BY YTD GWP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 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Renewals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08152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360 Risk Partners Insurance Solutio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79" y="3081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$290,447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81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$213,147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081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$23,591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081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81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7355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2826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Fredrick B. Roberson Insurance Serv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79" y="32826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$240,217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826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$152,737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2826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2826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4838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Millan Group, Inc.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79" y="3483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$205,400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483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$205,561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4838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4838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34838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75888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Commercial Specialists Insurance 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79" y="36850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$139,039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3685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$139,546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6850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3685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36850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All Lines Associates, Inc. DBA Vall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79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$107,250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$103,230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3886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3886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38862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078224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087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Mustard Seed Financial &amp; Insurance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79" y="40873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$95,156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087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$66,456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4087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$27,219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40873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12280" y="40873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2885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Safeguard Insurance Llc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79" y="42885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$68,177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$66,525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42885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0" y="4288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80" y="42885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480560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44897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NEAL'S INSURANCE SERVICES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79" y="44897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$61,005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4489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4632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$61,018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0" y="44897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2280" y="44897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46908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Omega Insurance Service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79" y="46908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$41,015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46908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$26,723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46908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$13,769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0" y="4690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12280" y="469087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882896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Maria Candelaria Melara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79" y="48920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$37,563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4892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$37,563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463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12280" y="48920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50932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Beaver State Insurance Agency Llc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6079" y="50932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$26,465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1920" y="5093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$20,493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50932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0" y="5093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1792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12280" y="50932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28523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60" y="52943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Julian Reyes Insurance Agency, Inc.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79" y="52943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$21,653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$21,653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0" y="5294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52943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12280" y="5294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1520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MONTHLY SUMMARY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$589,430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$331,281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7.2%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7532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32520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$475,051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09760" y="3337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$50,299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128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249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4420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7532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32520" y="359359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$432,359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09760" y="35935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$161,882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4128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285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4420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0140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6.7%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7532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384962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$666,668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09760" y="38496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$154,501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4420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20140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7532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32520" y="41056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$478,178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509760" y="4105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$373,815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4128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20140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5.5%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275320" y="4325112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7532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732520" y="436168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$1,354,890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509760" y="4361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$1,071,778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4128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1285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20140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OKR Scoreboard — Taylor Sloan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BDA OKRs  |  Q2 measure (paced where applicable)  |  Matches BD Rep Scoreboard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960120"/>
            <a:ext cx="3200400" cy="1371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0332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Segoe UI"/>
              </a:defRPr>
            </a:pPr>
            <a:r>
              <a:t>89.1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910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Segoe UI"/>
              </a:defRPr>
            </a:pPr>
            <a:r>
              <a:t>COMPOSITE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65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Segoe UI"/>
              </a:defRPr>
            </a:pPr>
            <a:r>
              <a:t>Green ≥ 70  |  Amber 45-69  |  Red &lt;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91440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Subs YoY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73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≥+50%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+235%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91440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99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Activity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364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 100% (50/wk)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67%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343400"/>
            <a:ext cx="91440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90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Portfolio Active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56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27 of 27 agencies  |  Goal 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26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OKR 1: Q2 paced subs YoY — current Q2-YTD subs ÷ days-elapsed × 91 vs prior full Q2 (Apr–Jun 2025)  |  OKR 2: Q2 avg weekly calls + meetings vs 50/wk goal (outbound calls + meetings only, matches scoreboard)  |  OKR 3: % of HubSpot book with ≥1 submission in 2026  |  BDAs not scored on OKR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BD Activity  —  Taylor Sloan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 |  Calls + Meetings  |  Weekly goal: 50 activities  |  Colored arrow = month-over-month trend vs prior complete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235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13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248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11.8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24%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 (50/wk)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1–11  (Jan–Mar)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1/5–1/11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1/12–1/18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1/19–1/25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1/26–2/1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2/2–2/8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2/9–2/15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2/16–2/22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2/23–3/1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3/2–3/8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7160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6888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3/9–3/15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928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4328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30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24528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1768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" y="459028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37160" y="459028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6888" y="46085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3/16–3/22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928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4328" y="460857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930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24528" y="460857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01768" y="460857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12–21  (Mar–May)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3/23–3/29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3/30–4/5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4/6–4/12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4/13–4/19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4/20–4/26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96%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4/27–5/3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116%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5/4–5/10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108%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5/11–5/17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86%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5/18–5/24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62%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99632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199632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09360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5/25–5/27*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9552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86800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5554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287000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24%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064240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HubSpot CRM  |  Calls + meetings only (emails excluded)  |  * = current/partial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Submission Growth  —  Taylor Sloan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vs 2025  |  Green = growth  |  Red = decline  |  Hit ratio = binds /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658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Submissions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24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Binds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3.6%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+3.0%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Subs YOY vs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-54.7%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 YOY vs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MONTHLY BREAKDOWN  —  2026 vs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Binds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2025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-64%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3.9%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+171%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3.9%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+65%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717036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7627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658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762756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639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AGENCIES BY SUBMISSION VOLUME  —  YTD Ranked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YTD Subs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23560" y="216712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33288" y="21854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All Capital Insurance Agency Inc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7928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1854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9568" y="218541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91088" y="21854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+144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24414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All Lines Associates, Inc. DBA Valley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67928" y="24414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24414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9568" y="24414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1088" y="2441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+92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267919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33288" y="2697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Mustard Seed Financial &amp; Insurance Inc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67928" y="26974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26974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59568" y="26974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2697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-54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29535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Fredrick B. Roberson Insurance Service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7928" y="295351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36608" y="29535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9568" y="29535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5.5%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91088" y="295351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+61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60" y="319125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33288" y="32095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360 Risk Partners Insurance Solutions,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67928" y="32095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36608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59568" y="3209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91088" y="32095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33288" y="34655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Millan Group, Inc.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67928" y="34655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36608" y="34655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59568" y="34655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91088" y="346557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+56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3703320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33288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WHA Insurance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67928" y="37216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6608" y="3721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59568" y="372160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91088" y="3721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+50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33288" y="3977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Avina's Insurance Services Inc.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97764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36608" y="39776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39776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91088" y="39776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4215384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33288" y="42336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Commercial Specialists Insurance Servi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2336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36608" y="42336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59568" y="42336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91088" y="42336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33288" y="4489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Safeguard Insurance Llc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67928" y="44897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36608" y="448970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59568" y="448970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91088" y="44897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23560" y="472744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33288" y="4745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Immensity Insurance &amp; Risk Advisors Ll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67928" y="47457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36608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59568" y="47457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91088" y="474573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33288" y="5001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Gerald Cummings &amp; Associates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67928" y="500176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36608" y="50017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59568" y="50017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91088" y="500176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23560" y="523951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733288" y="52578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Maria Candelaria Melara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67928" y="525780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36608" y="52578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59568" y="525780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91088" y="525780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33288" y="5513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Julian Reyes Insurance Agency, Inc.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67928" y="551383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36608" y="55138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59568" y="551383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991088" y="551383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23560" y="575157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33288" y="57698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Guardian Angel Insurance Services Inc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67928" y="57698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36608" y="576986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59568" y="576986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991088" y="5769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733288" y="60258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Jd Fulwiler &amp; Co Insurance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67928" y="60258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436608" y="60258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259568" y="60258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91088" y="602589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Totals match Sales Scoreboard: Q1 → Q1 owner, Q2+ → current owner, 2025 baseline → current owner  |  Hit ratio = binds / submissions  |  Right-panel agency table shows current portfolio  |  Green ≥ 8%  Red &lt; 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Taylor Sloan  |  27 Total Agencies  |  Jan–May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424160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430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430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143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9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799" y="11430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99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$589,430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99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$331,281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996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$37,360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$-45,513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14996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7.2%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773936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828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$475,051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8288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$50,299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18288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$27,219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$-78,810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8288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57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1579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$432,359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$161,882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57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$-78,751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192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9" y="21579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6.7%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32303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487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$666,668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24871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$154,501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48716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$61,018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2487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$-113,155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5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342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09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3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799" y="24871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816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281635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$478,178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28163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$373,815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81635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79" y="281635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$-202,915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5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292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09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3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799" y="2816351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5.5%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090671"/>
            <a:ext cx="10424160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16382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316382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$2,641,686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316382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$1,071,778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316382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$125,596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79" y="31638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$-519,145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5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1,348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09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944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3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799" y="316382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61187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Green = up vs prior month  |  Red = down vs prior month or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DSG In My Portfolio — Taylor Sloan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Dirt, Sand &amp; Gravel program performance across this bda's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DSG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BOUND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$64,793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GROSS WRITTEN PREM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2.4%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DSG ACTIVITY BY AGENCY (top 8 by submissions)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Declined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70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Fredrick B. Roberson Insurance Services, Inc.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$64,793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All Lines Associates, Inc. DBA Valley Trucking Insuranc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59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0273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Commercial Specialists Insurance Services, Inc.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027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1363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Millan Group, Inc.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9136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87951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245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All Capital Insurance Agency Inc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3542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WHA Insurance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53542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09743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84631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Gerald Cummings &amp; Associates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8463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15721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360 Risk Partners Insurance Solutions, Inc.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15721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9436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States with DSG bound business in this book: 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Fleet In My Portfolio — Taylor Sloan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Fleet business (4+ power units) across this bda's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$1,071,370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GWP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UNITS / SUB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6766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BY AGENCY (top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4368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All Capital Insurance Agency Inc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Fredrick B. Roberson Insurance Services, 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59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027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Safeguard Insurance 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All Lines Associates, Inc. DBA Valley Truc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1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Millan Group, Inc.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$172,270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3542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Beaver State Insurance Agency LLC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44.4%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$516,673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9743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463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Mustard Seed Financial &amp; Insurance Inc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1572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Commercial Specialists Insurance Services,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$262,391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0" y="2286000"/>
            <a:ext cx="42062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99248" y="2322576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SIZE MIX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4-5 units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(42%)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6-10 units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3035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(46%)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11-25 units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3401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(13%)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26-50 units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20" y="3767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51+ units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4133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413308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Bind rate on fleet: 5.8%  ·  Declined: 54  ·  Source: cw_rep.transportation_submissions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Taylor Sloan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Individual agents ranked by YTD submissions  |  Agent = broker_contact on submission  |  Trend =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1285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3.5%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Portfolio 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45%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AGENTS BY SUBMISSIONS  —  Ranked 1–18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Dan Ostapenko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All Capital Insurance Agency 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Bret Fair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360 Risk Partners Insurance 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Kelly Link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Mustard Seed Financial &amp; Insur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Liana Abramov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1368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All Lines Associates, Inc. DBA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Katie Pereira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1368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Fredrick B. Roberson Insurance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016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McKinzee Adams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1368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All Lines Associates, Inc. DBA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888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Eva Avina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1368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Avina's Insurance Services Inc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13248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Randy Rivas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Commercial Specialists Insuran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452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3248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8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Jeff Anderson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1368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All Lines Associates, Inc. DBA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3016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2452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888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13248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8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Arturo Gonzalez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1368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Fredrick B. Roberson Insurance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016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1888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18.9%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13248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Ranjodh Parhar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1368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Safeguard Insurance Llc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3016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452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1888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13248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6888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Avleen Sethi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1368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Immensity Insurance &amp; Risk Adv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2452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1888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3248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6888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Gerald Cummings II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01368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Gerald Cummings &amp; Associates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3016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1888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13248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888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Raul Millan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01368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Millan Group, Inc.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3016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452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1888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6.1%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13248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160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Jacob Cunningham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01368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Mustard Seed Financial &amp; Insur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3016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452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1888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3248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6888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Edgar Millan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01368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Millan Group, Inc.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3016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452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1888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3248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6888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Maria Melara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01368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Maria Candelaria Melara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3016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452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1888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13248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6888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Vicky Nunez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01368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Fredrick B. Roberson Insurance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3016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2452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1888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13248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45352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55080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CONTINUED  —  Ranked 19–36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55080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09560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3836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3272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2708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52144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91072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45352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Cameron Pechia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9560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All Lines Associates, Inc. DBA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3836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3272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2708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15.8%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21440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55080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Julian Reyes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09560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Julian Reyes Insurance Agency,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3836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3272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08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21440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45352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55080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Yulia Angel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09560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Guardian Angel Insurance Servi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73836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2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2708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21440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55080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Carol Robertson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909560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Jd Fulwiler &amp; Co Insurance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73836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3272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92708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521440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45352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55080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Roger Pena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09560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Beaver State Insurance Agency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3836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33272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2708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521440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55080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Artem Tkachuk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909560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All Capital Insurance Agency I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3836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33272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2708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21440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245352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55080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Juanita Dixon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09560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All Lines Associates, Inc. DBA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3836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33272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2708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521440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55080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Beth Gonzalez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909560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WHA Insurance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73836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33272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2708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521440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245352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355080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Pettina Sams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909560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WHA Insurance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73836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33272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2708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521440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355080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Salvador Alcala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09560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Fredrick B. Roberson Insurance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3836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33272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92708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521440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45352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355080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Stephen Klabo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909560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WHA Insurance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3836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33272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92708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521440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355080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Leticia Mendoza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09560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Rva Insurance Agency Inc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73836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33272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2708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521440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245352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55080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Rachael Huston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909560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Fredrick B. Roberson Insurance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73836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33272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2708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521440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55080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Daniel Thomas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909560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Omega Insurance Service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73836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33272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2708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521440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45352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55080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Cynthia Neal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909560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NEAL'S INSURANCE SERVICES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73836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33272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092708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521440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355080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Sabrina Cornejo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909560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Genesis Truck Insurance Servic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3836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33272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92708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521440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245352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55080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Jacob Wilcox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09560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Mustard Seed Financial &amp; Insur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73836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33272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92708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521440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355080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Cameron Crawley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909560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WHA Insurance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73836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33272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2708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521440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Agent = broker_contact_user_id on submission record  |  Hit ratio = binds / subs  |  MoM = month-over-month  |  2 subs had no agent mapped (broker_contact_user_id not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Performers vs Underperformers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Standouts and agencies needing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EXCEEDING — Top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914400"/>
            <a:ext cx="548640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— Bottom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Genesis Truck Insurance Services 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9  |  Binds 0  |  HR 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Submission volume up 700% MoM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360 Risk Partners Insurance Solutions, Inc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$290,447  |  Subs 136  |  Binds 10  |  HR 7.4%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7.4% (portfolio avg: 3.5%)  |  $290,447 YTD GWP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Fredrick B. Roberson Insurance Services,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$240,217  |  Subs 145  |  Binds 8  |  HR 5.5%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5.5% (portfolio avg: 3.5%)  |  $240,217 YTD GWP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Omega Insurance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$41,015  |  Subs 8  |  Binds 2  |  HR 25.0%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25.0% (portfolio avg: 3.5%)  |  $26,723 in new business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949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Maria Candelaria Melara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$37,563  |  Subs 24  |  Binds 0  |  HR 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$37,563 in new business  |  Submission volume up 400% MoM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13716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WHA Insurance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50  |  Binds 0  |  HR 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50 submissions with 0 binds - zero conversion  |  Submissions dropped 52% MoM (23 -&gt; 11)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37744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Avina's Insurance Services Inc.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40  |  Binds 0  |  HR 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40 submissions with 0 binds - zero conversion  |  32 quotes generated but 0 converted to binds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38328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Immensity Insurance &amp; Risk Advisors Llc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35  |  Binds 0  |  HR 0.0%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35 submissions with 0 binds - zero conversion  |  Submissions dropped 71% MoM (17 -&gt; 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3891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Gerald Cummings &amp; Associates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34  |  Binds 0  |  HR 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34 submissions with 0 binds - zero conversion  |  22 quotes generated but 0 converted to binds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539496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Maria Candelaria Melara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$37,563  |  Subs 24  |  Binds 0  |  HR 0.0%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24 submissions with 0 binds - zero conversion  |  17 quotes generated but 0 converted to binds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Newly Appointed in My Portfolio — Taylor Sloan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Agencies assigned to this BDA for onboarding in 2026  |  Production metrics since assignment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YTD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38d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SUBS POST-APPT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Segoe UI"/>
              </a:defRPr>
            </a:pPr>
            <a:r>
              <a:t>Activation: 4/4 appointed agencies have submitted (100%)  •  0/4 have bound (0%)  •  Total bound: 0  •  Total GWP: $0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768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APPOINTED AGENCIES (newest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Appointed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06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Bind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Maria Candelaria Melara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9169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2026-04-20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916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2278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Genesis Truck Insurance Services Inc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227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2026-02-25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227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54d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02151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5387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Rva Insurance Agency Inc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5387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2026-02-23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35387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38496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Immensity Insurance &amp; Risk Advisors Llc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849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2026-01-09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3849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38496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66d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38496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3849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849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Source: HubSpot company records where onboarding_success_agent = Taylor Sloan and createdate is within 2026 (= newly assigned to this BDA for onboarding). Metrics are subs/binds/GWP on each agency since their assignment date. BDAs not scored on OKR 4 — informational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Strategic Assessment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Taylor Sloan Portfolio  |  Jan–May 2026  |  Strengths, gaps, and ranked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Top 3 (360 Risk Partners Insuran, Fredrick B. Roberson Insu, Millan Group, Inc.) drive $736,064 (54%) of portfolio YTD GWP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Strong hit ratios: NEAL'S INSURANCE SER (25.0%), Omega Insurance Serv (25.0%), Beaver State Insuran (16.7%)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 agencies converting submissions to bound business in Jan–May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1,285 total submissions across 27 active agencies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- Areas for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 agencies submitting but 0 binds (251 subs): WHA Insurance (50), Avina's Insurance Se (40)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Low hit ratios need coaching: All Lines Associates (1.6%), Mustard Seed Financi (2.0%), All Capital Insuranc (2.6%)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Overall portfolio hit ratio 3.5% — below 5-8% target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TOP STRATEGIC PRIORITIES — Ranked by Estimated 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42900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410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Close Quote-to-Bind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12 agencies have 183 quotes but 0 binds: WHA Insurance (36q), Avina's Insurance Service (32q), Immensity Insurance &amp; Ris (31q). Follow up on pricing, coverage, response time gaps.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Lift Portfolio Hit Ratio to 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79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Current: 3.5% (45 binds / 1,285 subs). Need 19 more binds. Focus on submission quality and appetite education.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70916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690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Improve Low Hit Ratio Agencies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3 agencies with 20+ subs but &lt;3% HR: All Lines Associates (1.6%), Mustard Seed Financi (2.0%), All Capital Insuranc (2.6%). Conduct submission quality training to lift conversion 2-3 points.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3492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30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Reduce Cancellation Rates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5 agencies with cancellations &gt;40% of new biz: Millan Group, Inc., Fredrick B. Roberson Insu, 360 Risk Partners Insuran. $480,693 total cancellations - investigate retention.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98932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Diversify Revenue 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99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Top 3 agencies drive 54% of premium. Develop mid-tier: Commercial Specialists In, All Lines Associates, Inc, Mustard Seed Financial &amp; . Target 25-50% growth each.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Recently Bound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Taylor Sloan  |  Last 25 Bound Submissions  |  45 Total Bound in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0058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 (Account)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05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59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207008"/>
            <a:ext cx="111556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257843956256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280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Fredrick B. Roberson Insurance 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2801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N/A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Arturo Gonzalez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$21,663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46304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265189819251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4813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All Lines Associates, Inc. DBA 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4813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HAULING AND SELLING PRODUCE AND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Cameron Pechia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$20,602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59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682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6824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260924435161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168249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Julian Reyes Insurance Agency, Inc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68249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DURAN EXPRESS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6824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Julian Reyes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$21,428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59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86537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836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8836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259020536506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188366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All Capital Insurance Agency Inc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18836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FLAMINGO TRUCKING LLC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8836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 Ostapenko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$5,880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59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13,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0848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0848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261519641326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208483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Beaver State Insurance Agency Llc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0848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 &amp; J TRANSPORT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084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Roger Pena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$20,168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59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13,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26771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286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250728839520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2860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All Capital Insurance Agency Inc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FLAMINGO TRUCKING LLC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 Ostapenko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$28,544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59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12,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4871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268376573402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48716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Omega Insurance Service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2487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QUICK LOGISTICS 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24871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Daniel Thomas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$13,410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59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12,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7004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26883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6883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256382040271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268833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Fredrick B. Roberson Insurance Ser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268833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N/A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268833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Arturo Gonzalez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$18,782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59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11,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28895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8895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258496292790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28895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Omega Insurance Service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28895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XCL LOGISTICS LLC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8895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Daniel Thomas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$14,105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59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05,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07238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090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090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263862857520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0" y="30906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Fredrick B. Roberson Insurance Ser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600" y="30906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AVINA &amp; SONS TRUCKING INC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0906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Arturo Gonzalez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$18,022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38559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04,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291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266013829474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32918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Fredrick B. Roberson Insurance Ser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3291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VALLEY SOLUTIONS LP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Arturo Gonzalez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12680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$25,358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338559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01, 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347472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3493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3493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253318955951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Beaver State Insurance Agency Llc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00600" y="34930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GENERAL DELIVERY LOGISTICS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34930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Roger Pena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12680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$139,244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38559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28, 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36941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265001817075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36941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360 Risk Partners Insurance Soluti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36941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TRUSTWORTHY &amp; RELIABLE TRUCKING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6941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Bret Fair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$23,798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59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24, 2026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87705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389534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264522940397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38953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360 Risk Partners Insurance Soluti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00600" y="38953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OLD HALL LOGISTICS INC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89534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Bret Fair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12680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$47,185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59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22,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40965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4096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260150536153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28800" y="40965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Commercial Specialists Insurance 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00600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CAMILA'S TRANSPORTATION LLC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40965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Randy Rivas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$132,127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38559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22, 2026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" y="4297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268980060372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0" y="42976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All Lines Associates, Inc. DBA Val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0600" y="42976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 &amp; K TRUCKING INC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Cameron Pechia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12680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$31,479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338559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22,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263724849954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0" y="4498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Safeguard Insurance Llc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00600" y="4498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 HANDA TRANSPORT INC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35240" y="44988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Ranjodh Parhar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12680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$25,934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338559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21, 2026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" y="468172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47000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440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263866197938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28800" y="47000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Safeguard Insurance Llc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00600" y="47000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CARNALES TRUCKING LLC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635240" y="470001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Ranjodh Parhar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12680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$39,167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38559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21, 2026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49011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49011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259547988917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28800" y="490118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360 Risk Partners Insurance Soluti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00600" y="49011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LOR TRANSPORTATION LLC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35240" y="49011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Bret Fair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12680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$20,753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338559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17, 2026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08406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8640" y="51023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51023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252499860877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28800" y="510235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360 Risk Partners Insurance Soluti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00600" y="5102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ENCORE DRIVE LLC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3524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Bret Fair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12680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$29,422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38559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15, 2026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265963353503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53035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All Capital Insurance Agency Inc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0600" y="5303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RELIABLE TRUCK LINES INC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5240" y="5303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Dima Kalinin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12680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338559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10, 2026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7200" y="548640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" y="55046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5504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262436310126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28800" y="550468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Millan Group, Inc.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00600" y="55046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HEAVY LANE TRANSPORT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35240" y="55046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Raul Millan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012680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$29,140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338559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10, 2026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8640" y="570585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4400" y="5705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253711248414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828800" y="570585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Mustard Seed Financial &amp; Insurance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00600" y="57058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ZOTOL TRUCKING LOGISTICS LLC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635240" y="570585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Kelly Link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012680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$24,889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338559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09, 2026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200" y="588873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48640" y="59070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5907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268597554247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828800" y="590702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Fredrick B. Roberson Insurance Ser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800600" y="59070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NORWOOD &amp; SONS TRUCKING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635240" y="59070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Arturo Gonzalez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012680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$49,749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338559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06, 2026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48640" y="6108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14400" y="6108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269426646443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828800" y="610819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All Lines Associates, Inc. DBA Val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00600" y="61081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EFFICIENCY TRUCKING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635240" y="6108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Cameron Pechia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12680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$24,614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338559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Mar 30, 2026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48640" y="6345936"/>
            <a:ext cx="1115568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Total (Last 25 Submissions)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1248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$826,011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Renewal Watch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Taylor Sloan  |  Active in-force policies expiring through Aug 25,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$181,928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EXPIRE ≤30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31-60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61-90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POLICIES EXPIRING (sorted by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Exp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5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Fredrick B. Roberson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70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255652169527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KALAR TRUCKING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700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5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Fredrick B. Roberson Insurance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259085042038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9809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GARIBO'S TRUCKING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21d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98094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$12,955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5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5526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Fredrick B. Roberson Insurance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255308348407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ARMANDO PLASCENCIA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24d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2918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5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Silicon Valley Insurance Cente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60273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254995507219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60273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VAZ BROTHERS TRUCKING INC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25d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360273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5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77055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Beaver State Insurance Agency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9136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253318955951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913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GENERAL DELIVERY LOGISTICS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32d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9136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91363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$121,554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5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360 Risk Partners Insurance So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42245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257080278776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422452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VALENNY TRANSPORT LLC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41d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42245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422452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5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98847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All Lines Associates, Inc. DBA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5354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255718681932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45354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APAT TRUCKING LLC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2026-07-08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42d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8200" y="45354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453542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$7,550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5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All Lines Associates, Inc. DBA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8463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251690681994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8463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RED RIVER FREIGHT LINES INC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2026-08-17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82d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846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8463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$3,714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8135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20639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Mustard Seed Financial &amp; Insur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515721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253711248414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51572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ZOTOL TRUCKING LOGISTICS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2026-08-20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85d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58200" y="5157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55480" y="515721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$23,250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8135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Gerald Cummings &amp; Associates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46811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252156439802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HUGHES TRANSPORT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0" y="5468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2026-08-20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5527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85d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58200" y="54681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55480" y="5468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$4,633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8135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AZ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742431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57790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Mustard Seed Financial &amp; Insur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43200" y="57790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253111563149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1920" y="57790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WISEMAN TRANSPORT LLC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57790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2026-08-22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7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87d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58200" y="57790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57790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8135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11 of 11 upcoming renewals  |  Source: dw_reader.policy_premium  |  Active in-force only  |  Sorted by expiration 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Pending Cancellations — Save List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Taylor Sloan  |  Policies with cancellation_date on or before Aug 25, 2026  |  Sorted by urgency — call these agencies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PENDING CANCEL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DAYS (URGENT)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PENDING CANCELS (sorted by cancel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Cancel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591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591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LOB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No pending cancellations in the next 90 days for this book. 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0 of 0 pending cancels  |  Source: dw_reader.policy_premium  |  Non-payment = green (most savable), Insured-requested = red, Days ≤14 = red  |  Action: contact agency, confirm reinstatement plan, escalate non-payment cases for billing 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360 Risk Partners Insurance Solutions,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Pacific Northwest  |  State: CA  |  City: Sacramento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$290,447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$213,147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$23,591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$53,710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$-110,183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$223,957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$454,523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108%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$233,713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$63,719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$40,128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$23,591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$-23,183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$78,204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$65,276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$12,928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$-12,928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$111,337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$91,407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$19,930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$-37,864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$36,775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$16,336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$20,438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$-36,208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$290,447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$213,147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$23,591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$53,710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$-110,183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$413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$290K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$290,447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$213,147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52% of new business ($110,183)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67%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$213,147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$110,183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Fredrick B. Roberson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Pacific Northwest  |  State: California  |  City: Redding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$240,217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$152,737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$87,480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$-134,613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$652,204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$557,831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$192,946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$46,132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$46,132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$-45,513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$92,512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$50,299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$42,214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$-42,214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$59,813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$12,926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$46,887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$-46,887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$41,760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$43,380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$-1,620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$240,217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$152,737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$87,480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$-134,613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$335K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$240,217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$152,737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88% of new business ($134,613)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$152,737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$134,613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Millan Group,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Pacific Northwest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$205,400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$205,561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$-184,861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$82,176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$287,576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208%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$172,270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$29,140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$176,420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$176,420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$-13,414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$29,140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$29,140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$-14,284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$-157,164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$205,400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$205,561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$-161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$-184,861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$-161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$205,400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$205,561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90% of new business ($184,861)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$205,561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$184,861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Commercial Specialists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Pacific Northwest  |  State: CA  |  City: Newbury Park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$139,039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$139,546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$-17,419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$75,550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$195,335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153%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$132,127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$13,144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$7,739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$5,919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$1,820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$-1,820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$-15,599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$131,810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$133,627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$-1,817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$139,039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$139,546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$-17,419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$-442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$178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$-245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$132K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$139,039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$139,546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$139,546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All Lines Associates, Inc. DBA Valley Trucking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Pacific Northwest  |  State: WA  |  City: Spokane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$107,250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$103,230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$4,020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$-21,033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$119,178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$185,836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75%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$76,694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$22,161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$22,161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$1,829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$1,829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$29,472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$26,839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$2,633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$32,962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$33,404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$-21,033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$20,827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$20,827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$107,250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$103,230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$4,020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$-21,033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193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$107,250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$103,230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1.6% hit ratio on 187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(187 subs, only 3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$103,230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Mustard Seed Financial &amp; Insurance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Pacific Northwest  |  State: Idaho  |  City: Boise, 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$95,156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$66,456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$27,219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$1,481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$-33,919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$466,044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$399,439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$75,261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$15,534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$15,534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$27,219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$27,219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$51,916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$50,923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$993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$-24,376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$-9,543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$95,156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$66,456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$27,219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$1,481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$-33,919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$488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$95,156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$66,456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2.0% hit ratio on 152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51% of new business ($33,919)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(152 subs, only 3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$66,456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Safeguard Insurance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Pacific Northwest  |  State: WA  |  City: Renton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$68,177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$66,525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$1,651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$68,177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$65,100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$68,177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$66,525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$1,651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$68,177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$66,525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$1,651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$68,177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$66,525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$66,525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NEAL'S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Pacific Northwest  |  State: CA  |  City: Hayward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$61,005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$61,018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$85,193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$65,663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25.0%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$108,683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$61,018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$61,018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$61,005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$61,018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$61,005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$61,018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Their $61,018 in renewals shows they trust our product. Ask: "What's holding back new submissions?" They may need updated appetite info or a refresher on our quoting process.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Omega Insurance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Pacific Northwest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$41,015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$26,723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$13,769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$134,092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$105,072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25.0%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$27,515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$27,082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$13,312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$13,769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$13,934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$13,410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$41,015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$26,723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$13,769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$523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$41,015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$26,723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$26,723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Maria Candelaria Melara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Pacific Northwest  |  State: N/A  |  City: Modesto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$37,563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$37,563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$37,563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$37,563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$37,563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$37,563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$37,563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$37,563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$37,563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24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$37,563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Beaver State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Pacific Northwest  |  State: OR  |  City: Salem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$26,465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$20,493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$5,972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$132,689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$142,047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$139,244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$20,168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$3,937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$3,937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$1,503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$1,503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$20,493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$20,493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$26,465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$20,493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$5,972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$26,465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$20,493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$20,493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Momentum is building - premium grew MoM. Keep the energy going: "Things are moving in the right direction. What do you need from me to keep this pace up?"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Julian Reyes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West  |  State: CA  |  City: Pomona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$21,653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$21,653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$21,653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$21,428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$21,653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$21,653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$21,653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$21,653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$21,653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$21,653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$21,653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All Capital Insurance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Pacific Northwest  |  State: WA  |  City: Vancouver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$17,343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$18,143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$-17,116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$149,423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$149,412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$83,787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$19,628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$17,593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$2,035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$-17,116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$-2,835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$-2,835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$17,343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$18,143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$-17,116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237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$-2,835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$17,343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$18,143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2.6% hit ratio on 228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94% of new business ($17,116)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(228 subs, only 6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$18,143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Silicon Valley Insurance Center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Pacific Northwest  |  State: CA  |  City: San Diego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$4,160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$4,160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$73,589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$51,905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$59,678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$4,352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$4,352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$4,160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$4,160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$-192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$227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$4,160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16.7% hit ratio - above average conversion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104%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AMK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West  |  State: CA  |  City: San Jose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7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7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Avina's Insurance Services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Pacific Northwest  |  State: CA  |  City: Cerritos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$42,900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$42,900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40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40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32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Genesis Truck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West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9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5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Gerald Cummings &amp; Associates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Pacific Northwest  |  State: OR  |  City: Beaverton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$31,314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$5,733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34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34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22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Guardian Angel Insurance Services Inc Dba  Angel Guard Insurance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West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15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15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12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Immensity Insurance &amp; Risk Advisors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West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35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35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31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Insurance Safety System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Pacific Northwest  |  State: WA  |  City: Tukwila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9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Jd Fulwiler &amp; Co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Pacific Northwest  |  State: Oregon  |  City: Portland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14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14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9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Regina Finstad Entrprise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Pacific Northwest  |  State: CA  |  City: San Ramon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$26,299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$26,299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Rva Insurance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West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9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Tec Equipment,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N/A  |  Region: Pacific Northwest  |  State: OR  |  City: Portland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5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Titanic Insurance Services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Pacific Northwest  |  State: CA  |  City: Sacramento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$79,449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$6,456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WHA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West  |  State: OR  |  City: Eugene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50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50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