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26 Active  |  2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$1,209,359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$158,553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$2,651,432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$754,836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$241,087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$86,423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$82,403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Silicon Valley Insurance Center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$601,568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$259,790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$227,247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$1,209,359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(2)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Safeguard Insurance Solutions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+228%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26 of 28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575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3.5%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$601,568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$259,790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$227,247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$2,358,198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1,259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$941,106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(40%)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(14%)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5.8%  ·  Declined: 49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 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Kaleena Adams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132  |  Binds 9  |  HR 6.8%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3.3%)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$241,087  |  Subs 141  |  Binds 8  |  HR 5.7%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5.7% (portfolio avg: 3.3%)  |  $241,087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3.3%)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$140,857  |  Subs 37  |  Binds 3  |  HR 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3.3%)  |  $140,857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46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46 submissions with 0 binds - zero conversion  |  Submissions dropped 70% MoM (23 -&gt; 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30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30 submissions with 0 binds - zero conversion  |  19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$205,400  |  Subs 57  |  Binds 1  |  HR 1.8%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57 subs  |  Cancellations are 90% of new business ($184,861 vs $205,561)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$736,935 (61%)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Beaver State Insuran (16.7%), Silicon Valley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1,199 total submissions across 26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with zero Jan–May 2026 activity: Safeguard Insurance ,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(234 subs): WHA Insurance (46), Avina's Insurance Se (40)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(1.1%), Millan Group, Inc. (1.8%), Mustard Seed Financi (2.1%)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173 quotes but 0 binds: WHA Insurance (33q), Avina's Insurance Service (32q), Immensity Insurance &amp; Ris (31q).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3.3% (39 binds / 1,199 subs). Need 20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All Lines Associates (1.1%), Millan Group, Inc. (1.8%), Mustard Seed Financi (2.1%).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61% of premium. Develop mid-tier: Commercial Specialists In, Mustard Seed Financial &amp; , All Lines Associates, Inc.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39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264452989329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Transport Service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$20,231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265350142542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Kd Trucking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262593844194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KATERINAS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$4,694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268341460913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Diesel Logistic,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$770,734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$147,703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8 of 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$241,087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$241,087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$241,087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38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$86,423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$82,403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$86,423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$82,403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1.1% hit ratio on 177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(177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$82,403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(223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Santa Fe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Southwest  |  State: CA  |  City: Los Ã�ngeles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