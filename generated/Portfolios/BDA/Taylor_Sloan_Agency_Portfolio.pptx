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27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27 Total Agencies  |  26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$1,354,890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$157,516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$2,294,609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$2,796,964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$2,753,531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$870,450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$139,039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$478,178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$1,354,890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Titanic Insurance Services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+236%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26 of 27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236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639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+0.0%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$478,178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$2,641,686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$1,071,370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$262,391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(42%)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5.9%  ·  Declined: 52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Agency,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700%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135  |  Binds 9  |  HR 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3.4%)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$240,217  |  Subs 143  |  Binds 8  |  HR 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5.6% (portfolio avg: 3.4%)  |  $240,217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$41,015  |  Subs 7  |  Binds 2  |  HR 28.6%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28.6% (portfolio avg: 3.4%)  |  $26,723 in new business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19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$37,563 in new business  |  Submission volume up 275%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49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49 submissions with 0 binds - zero conversion  |  Submissions dropped 57% MoM (23 -&gt; 10)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33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33 submissions with 0 binds - zero conversion  |  21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Guardian Angel Insurance Services Inc Dba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15 submissions with 0 binds - zero conversion  |  Submissions dropped 71% MoM (7 -&gt;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$736,064 (54%)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Omega Insurance Serv (28.6%), Beaver State Insuran (16.7%), Silicon Valley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1,264 total submissions across 26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Titanic Insurance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(243 subs): WHA Insurance (49), Avina's Insurance Se (40)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All Lines Associates (1.6%), Mustard Seed Financi (2.0%), All Capital Insuranc (2.7%)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3.4%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179 quotes but 0 binds: WHA Insurance (36q), Avina's Insurance Service (32q), Immensity Insurance &amp; Ris (31q).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3.4% (43 binds / 1,264 subs). Need 20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All Lines Associates (1.6%), Mustard Seed Financi (2.0%), All Capital Insuranc (2.7%).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54% of premium. Develop mid-tier: Commercial Specialists In, All Lines Associates, Inc, Mustard Seed Financial &amp; 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43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265189819251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HAULING AND SELLING PRODUCE AND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256382040271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258496292790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XCL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266013829474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VALLEY SOLUTIONS LP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263724849954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HANDA TRANSPORT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263866197938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CARNALES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268597554247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NORWOOD &amp; SONS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$49,749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269426646443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EFFICIENCY TRUCKING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30,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$826,011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$202,879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255652169527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KALAR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252156439802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HUGHES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253111563149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WISEMAN TRANSPORT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89d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11 of 11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$557,831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$41,760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($134,613)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$152,737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$139,039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$131,810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$139,039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$139,039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$139,546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(186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$103,230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152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Renton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$66,525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$37,563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$21,653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226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(226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13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