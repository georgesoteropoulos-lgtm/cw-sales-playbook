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Taylor Sloan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30, 2026  |  27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Taylor Sloan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27 Total Agencies  |  27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$1,530,017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$1,246,904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$157,516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$-519,145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$2,374,058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$2,978,546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$2,848,869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$443,642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$1,027,777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$285,510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$198,031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$153,474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$153,981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$134,161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$130,141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$133,916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$132,265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 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Genesis Truck Insurance Services, I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$593,311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$548,942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$1,530,017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$1,246,904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89.1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+234%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67%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272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286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11.8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5/25–5/30*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690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3.9%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+8.0%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+171%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+84%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Lines Associates, Inc. DBA Valley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Fredrick B. Roberson Insurance Service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360 Risk Partners Insurance Solutions,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Specialists Insurance Servi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Guardian Angel Insurance Services Inc 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27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$37,360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$-78,810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$-113,155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$593,311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$548,942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$-202,915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$2,756,819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$1,246,904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$-519,145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972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$64,793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Trucking Insuranc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$1,071,370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$172,270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$516,673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5.5%  ·  Declined: 61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Liana Abramov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Katie Pereira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McKinzee Adams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Eva Avina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Avina's Insurance Services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17.9%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Specialists Insuran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Anderson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Gerald Cummings II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Avleen Sethi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Immensity Insurance &amp; Risk Adv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Millan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Melara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Cunningham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Vicky Nunez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Julian Reyes Insurance Agency,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Yulia Angel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Guardian Angel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Carol Robertson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Pettina Sams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Artem Tkachuk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Juanita Dixon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Beth Gonzalez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Salvador Alcala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Klabo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Leticia Mendoza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Truck Insurance 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Rachael Huston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Cynthia Neal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Crawley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Wilcox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Genesis Truck Insurance Services,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$22,749  |  Subs 10  |  Binds 1  |  HR 10.0%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10.0% (portfolio avg: 3.4%)  |  $22,749 in new business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$290,447  |  Subs 141  |  Binds 10  |  HR 7.1%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7.1% (portfolio avg: 3.4%)  |  $290,447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$285,510  |  Subs 147  |  Binds 8  |  HR 5.4%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5.4% (portfolio avg: 3.4%)  |  $285,510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$133,916  |  Subs 40  |  Binds 3  |  HR 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7.5% (portfolio avg: 3.4%)  |  $133,916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$37,563  |  Subs 24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$37,563 in new business  |  Submission volume up 400%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54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54 submissions with 0 binds - zero conversion  |  39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40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32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Submissions dropped 71% MoM (17 -&gt; 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24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$37,563  |  Subs 24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24 submissions with 0 binds - zero conversion  |  17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4/4 appointed agencies have submitted (100%)  •  1/4 have bound (25%)  •  Total bound: 1  •  Total GWP: $22,749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Genesis Truck Insurance Services,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2026-01-09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Taylor Sloan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(360 Risk Partners Insuran, Fredrick B. Roberson Insu, Millan Group, Inc.) drive $781,358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NEAL'S INSURANCE SER (25.0%), Beaver State Insuran (16.7%), Omega Insurance Serv (12.5%)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1,314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submitting but 0 binds (256 subs): WHA Insurance (54), Avina's Insurance Se (40)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Mustard Seed Financi (1.3%), All Lines Associates (2.1%), All Capital Insuranc (2.2%)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3.4%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191 quotes but 0 binds: WHA Insurance (39q), Avina's Insurance Service (32q), Immensity Insurance &amp; Ris (31q). Follow up on pricing, coverage, response time gaps.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3.4% (45 binds / 1,314 subs). Need 20 more binds. Focus on submission quality and appetite education.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Mustard Seed Financi (1.3%), All Lines Associates (2.1%), All Capital Insuranc (2.2%). Conduct submission quality training to lift conversion 2-3 points.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cancellations &gt;40% of new biz: Millan Group, Inc., Fredrick B. Roberson Insu, 360 Risk Partners Insuran. $480,693 total cancellations - investigate retention.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51% of premium. Develop mid-tier: Commercial Specialists In, All Lines Associates, Inc, Safeguard Insurance Llc.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Last 25 Bound Submissions  |  45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262572242718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Valencia Logistics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265065505194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EAZY COAST TRANSPORTS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260085614474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KMG TRANSPORT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$64,315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261554158397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HURTADOS AUTO TRANSPORT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257843956256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$21,663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265189819251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HAULING AND SELLING PRODUCE AND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260924435161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Julian Reyes Insurance Agency,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DURAN EXPRESS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268639843991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Genesis Truck Insurance Services,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WIZZ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259020536506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261519641326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 TRANSPORT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250728839520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268376573402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QUICK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262827668035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SAM ROADWAYS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$26,586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263862857520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AVINA &amp; SONS TRUCKING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$139,244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265001817075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TRUSTWORTHY &amp; RELIABLE TRUCKING 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264522940397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HALL LOGISTICS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$47,185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260150536153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CAMILA'S TRANSPORTATION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$132,127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268980060372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&amp; K TRUCKING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263724849954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HANDA TRANSPORT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263866197938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CARNALES TRUCKING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$39,167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259547988917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LOR TRANSPORTATION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$20,753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252499860877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ENCORE DRIVE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$29,422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265963353503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RELIABLE TRUCK LINES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Dima Kalinin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262436310126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HEAVY LANE TRANSPORT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$841,893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Active in-force policies expiring through Aug 28,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$161,853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259085042038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GARIBO'S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255308348407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ARMANDO PLASCENCIA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Silicon Valley Insurance Cente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254995507219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VAZ BROTHERS TRUCKING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$121,554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257080278776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VALENNY TRANSPORT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38d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255718681932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APAT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39d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251690681994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RED RIVER FREIGHT LINES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79d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252156439802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HUGHES TRANSPORT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$3,300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253111563149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WISEMAN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257843956256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ESPINDOLA EXPRESS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90d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11 of 11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Policies with cancellation_date on or before Aug 28,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$63,719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$78,204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$-12,928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$111,337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$-36,208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($110,183)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$213,147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$110,183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California  |  City: Redding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$198,031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$652,204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$46,887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$88,674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$285,510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$198,031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$285,510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$198,031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68% of new business ($134,613)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$198,031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$134,613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$-13,414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$-157,164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($184,861)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$184,861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Newbury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$153,474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$153,981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$209,770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$5,919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$153,474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$153,981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$153,474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$153,981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$153,981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Lines Associates, Inc. DBA Valley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Spokane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$212,747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$29,472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$47,738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$47,738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$134,161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$130,141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$134,161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$130,141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189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(189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$130,141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Renton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$133,916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$132,265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$133,916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$132,265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$133,916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$132,265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$132,265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Idaho  |  City: Boise, 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$-24,376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51% of new business ($33,919)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(154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$66,456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Hayward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$61,018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$13,934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$26,723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N/A  |  City: Modesto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$37,563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OR  |  City: 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$20,493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Ranch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$22,749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$22,749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$22,749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$21,653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Vancouver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229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($17,116)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(229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$18,143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Silicon Valley Insurance Center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West  |  State: CA  |  City: San Jose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Cerritos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  |  City: Beaverton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Angel Insurance Services Inc Dba  Angel Guard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Safety System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Tukwila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Oregon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Regina Finstad Entrprise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Ramon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Tec Equipment,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Pacific Northwest  |  State: OR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Titanic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OR  |  City: Eugene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54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54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