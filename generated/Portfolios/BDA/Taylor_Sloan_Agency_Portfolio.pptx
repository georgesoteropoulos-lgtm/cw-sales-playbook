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$159,334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$346,230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$1,356,708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+246%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$346,230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$2,509,738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$941,106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5.3%  ·  Declined: 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134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142  |  Binds 8  |  HR 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5.6%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$140,857  |  Subs 38  |  Binds 3  |  HR 7.9%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7.9% (portfolio avg: 3.4%)  |  $140,857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Submissions dropped 57% MoM (23 -&gt; 10)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30 submissions with 0 binds - zero conversion  |  19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Guardian Angel Insurance Services Inc Dba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1,253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(239 subs): WHA Insurance (49),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177 quotes but 0 binds: WHA Insurance (36q),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(43 binds / 1,253 subs). Need 19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$824,327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$182,874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38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(184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Santa Fe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Southwest  |  State: CA  |  City: Los Ã�ngeles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