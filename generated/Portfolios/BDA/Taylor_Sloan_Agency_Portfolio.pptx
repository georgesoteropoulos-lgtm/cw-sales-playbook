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27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27 Total Agencies  |  27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$1,377,639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$1,094,526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$157,516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$2,374,058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$2,826,168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$2,848,869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Genesis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$500,927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$396,563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$1,377,639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$1,094,526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+233%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245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259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46%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665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+70%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$500,927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$396,563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$2,664,435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$1,094,526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952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$1,071,370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$262,391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(45%)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5.7%  ·  Declined: 54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$22,749  |  Subs 9  |  Binds 1  |  HR 11.1%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11.1% (portfolio avg: 3.4%)  |  $22,749 in new business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137  |  Binds 10  |  HR 7.3%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7.3%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$240,217  |  Subs 145  |  Binds 8  |  HR 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5.5% (portfolio avg: 3.4%)  |  $240,217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8  |  Binds 2  |  HR 25.0%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25.0% (portfolio avg: 3.4%)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24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$37,563 in new business  |  Submission volume up 400%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52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52 submissions with 0 binds - zero conversion  |  38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34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34 submissions with 0 binds - zero conversion  |  22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24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17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1/4 have bound (25%)  •  Total bound: 1  •  Total GWP: $22,749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$736,064 (53%)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NEAL'S INSURANCE SER (25.0%), Omega Insurance Serv (25.0%), Beaver State Insuran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1,290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(250 subs): WHA Insurance (52), Avina's Insurance Se (40)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(1.6%), Mustard Seed Financi (2.0%), All Capital Insuranc (2.2%)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185 quotes but 0 binds: WHA Insurance (38q), Avina's Insurance Service (32q), Immensity Insurance &amp; Ris (31q). Follow up on pricing, coverage, response time gaps.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(44 binds / 1,290 subs). Need 20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All Lines Associates (1.6%), Mustard Seed Financi (2.0%), All Capital Insuranc (2.2%). Conduct submission quality training to lift conversion 2-3 points.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53% of premium. Develop mid-tier: Commercial Specialists In, All Lines Associates, Inc, Mustard Seed Financial &amp; 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268639843991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Genesis Truck Insurance Services,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WIZZ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$824,146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$220,146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252156439802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HUGHES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253111563149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WISEMAN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11 of 11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$557,831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$41,760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$131,810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(187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$103,230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152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$66,525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Ranch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$22,749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228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(228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Titanic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52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