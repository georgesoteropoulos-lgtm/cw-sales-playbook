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26 Active  |  2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$1,189,672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$-509,602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$2,631,745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$694,472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$270,761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$86,423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$82,403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Silicon Valley Insurance Center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$601,568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$148,707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$227,247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$1,189,672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(2)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Safeguard Insurance Solutions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+224%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26 of 28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3.3%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$148,707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$227,247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$-193,372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$2,247,115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$-509,602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$941,106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(14%)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5.9%  ·  Declined: 49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 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Kaleena Adams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$270,761  |  Subs 130  |  Binds 8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6.2% (portfolio avg: 3.2%)  |  $270,761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$241,087  |  Subs 140  |  Binds 7  |  HR 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5.0% (portfolio avg: 3.2%)  |  $241,087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3.2%)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$140,857  |  Subs 36  |  Binds 3  |  HR 8.3%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8.3% (portfolio avg: 3.2%)  |  $140,857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78% MoM (23 -&gt; 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31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33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33 submissions with 0 binds - zero conversion  |  Submissions dropped 82% MoM (17 -&gt;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26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26 submissions with 0 binds - zero conversion  |  16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Submissions dropped 75% MoM (8 -&gt;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$717,248 (60%)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1,172 total submissions across 26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with zero Jan–May 2026 activity: Safeguard Insurance ,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(233 subs): WHA Insurance (44), Avina's Insurance Se (39)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(1.2%), Mustard Seed Financi (2.1%), All Capital Insuranc (2.7%)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175 quotes but 0 binds: Avina's Insurance Service (31q), WHA Insurance (31q), Immensity Insurance &amp; Ris (30q).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3.2% (37 binds / 1,172 subs). Need 21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(1.2%), Mustard Seed Financi (2.1%), All Capital Insuranc (2.7%).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cancellations &gt;40% of new biz: Millan Group, Inc., Fredrick B. Roberson Insu, 360 Risk Partners Insuran. $446,774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60% of premium. Develop mid-tier: Commercial Specialists In, Mustard Seed Financial &amp; , All Lines Associates, Inc.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37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264452989329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Transport Service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265350142542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Kd Trucking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262593844194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KATERINAS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$4,694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268341460913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Diesel Logistic,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260173380509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EUGENIO CARDENAS CEJA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$12,601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Center In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Salar Baktash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$59,678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$782,649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$172,656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251824060172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COME AS YOU 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8 of 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$270,761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$170,416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$270,761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$270,761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38 to 15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(145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$86,423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$82,403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$86,423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$82,403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170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$82,403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(221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Santa Fe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Southwest  |  State: CA  |  City: Los Ã�ngeles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