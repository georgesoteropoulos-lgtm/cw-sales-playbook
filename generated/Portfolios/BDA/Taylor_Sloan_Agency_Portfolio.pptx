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27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$1,530,017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$2,374,058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$2,978,546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$2,848,869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$1,027,777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$198,031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$153,474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$153,981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$134,161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$130,141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$593,311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$548,942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$1,530,017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$1,246,904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+229%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272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286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691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$593,311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$548,942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$2,756,819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$1,246,904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1,381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5.5%  ·  Declined: 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$22,749  |  Subs 10  |  Binds 1  |  HR 10.0%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10.0% (portfolio avg: 3.4%)  |  $22,749 in new business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141  |  Binds 10  |  HR 7.1%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$285,510  |  Subs 148  |  Binds 8  |  HR 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5.4% (portfolio avg: 3.4%)  |  $285,510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$133,916  |  Subs 40  |  Binds 3  |  HR 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3.4%)  |  $133,916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400%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54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54 submissions with 0 binds - zero conversion  |  39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24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1/4 have bound (25%)  •  Total bound: 1  •  Total GWP: $22,749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$781,358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NEAL'S INSURANCE SER (25.0%), Beaver State Insuran (16.7%), Omega Insurance Serv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1,315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(256 subs): WHA Insurance (54), Avina's Insurance Se (40)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Mustard Seed Financi (1.3%), All Lines Associates (2.1%), All Capital Insuranc (2.2%)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191 quotes but 0 binds: WHA Insurance (39q), Avina's Insurance Service (32q), Immensity Insurance &amp; Ris (31q). Follow up on pricing, coverage, response time gaps.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(45 binds / 1,315 subs). Need 20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Mustard Seed Financi (1.3%), All Lines Associates (2.1%), All Capital Insuranc (2.2%). Conduct submission quality training to lift conversion 2-3 points.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Commercial Specialists In, All Lines Associates, Inc, Safeguard Insurance Llc.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262572242718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Valencia Logistics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265065505194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EAZY COAST TRANSPORTS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260085614474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KMG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$64,315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261554158397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HURTADOS AUTO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268639843991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WIZZ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262827668035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SAM ROADWAYS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$841,893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$190,805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253111563149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WISEMAN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ESPINDOLA EXPRESS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$17,063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11 of 11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$198,031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$88,674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$285,510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$198,031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$198,031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68%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$198,031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$153,981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$153,981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$153,981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$134,161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$130,141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$134,161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$130,141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189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(189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$130,141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$133,916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$132,265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$132,265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Ranch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$22,749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229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Titanic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