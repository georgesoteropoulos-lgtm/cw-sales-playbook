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26 Active  |  2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$1,209,359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$158,553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$2,651,432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$741,657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Silicon Valley Insurance Center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$217,470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$1,209,359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(2)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Safeguard Insurance Solutions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+224%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3.4%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$217,470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$227,247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$2,315,878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$925,210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$941,106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(14%)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5.8%  ·  Declined: 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 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Kaleena Adams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130  |  Binds 9  |  HR 6.9%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3.2%)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$241,087  |  Subs 141  |  Binds 7  |  HR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5.0% (portfolio avg: 3.2%)  |  $241,087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3.2%)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$140,857  |  Subs 36  |  Binds 3  |  HR 8.3%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8.3% (portfolio avg: 3.2%)  |  $140,857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46 submissions with 0 binds - zero conversion  |  Submissions dropped 70% MoM (23 -&gt; 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34 submissions with 0 binds - zero conversion  |  Submissions dropped 76% MoM (17 -&gt; 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26 submissions with 0 binds - zero conversion  |  16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75% MoM (8 -&gt;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$736,935 (61%)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1,183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with zero Jan–May 2026 activity: Safeguard Insurance ,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(243 subs): WHA Insurance (46),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(1.2%), Mustard Seed Financi (2.1%),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179 quotes but 0 binds: WHA Insurance (33q), Avina's Insurance Service (32q), Immensity Insurance &amp; Ris (30q).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3.2% (38 binds / 1,183 subs). Need 21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(1.2%), Mustard Seed Financi (2.1%),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All Capital Insuranc (222s/6b), All Lines Associates (173s/2b), Mustard Seed Financi (145s/3b). Small HR improvements on large volume = significant premium lift.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38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264452989329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Transport Service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$20,231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265350142542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Kd Trucking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262593844194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KATERINAS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268341460913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Diesel Logistic,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260173380509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EUGENIO CARDENAS CEJA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$12,601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12,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$770,156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$188,070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$3,503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256126535881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FINISHLINE TRUCKING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256126535881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FINISHLINE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256126535881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FINISHLINE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38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$82,403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$82,403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(222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34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Santa Fe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Southwest  |  State: CA  |  City: Los Ã�ngeles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