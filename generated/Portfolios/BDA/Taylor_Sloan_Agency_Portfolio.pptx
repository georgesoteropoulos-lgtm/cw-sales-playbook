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Taylor Sloan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24, 2026  |  27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Taylor Sloan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27 Total Agencies  |  26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$1,354,890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$1,071,778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$157,516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$-519,145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$2,294,609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$2,796,964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$2,753,531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$870,450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$240,217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$152,737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$139,039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$139,546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$107,250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$103,230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$66,525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$666,668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$478,178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$373,815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$1,354,890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$1,071,778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Titanic Insurance Services Inc.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89.4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+242%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26 of 27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224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236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10.8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638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3.8%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-0.2%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+172%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Lines Associates, Inc. DBA Valley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Fredrick B. Roberson Insurance Service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360 Risk Partners Insurance Solutions,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Specialists Insurance Servi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Guardian Angel Insurance Services Inc 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27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$37,360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$-78,810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$666,668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$-113,155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$478,178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$373,815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$-202,915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$2,641,686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$1,071,778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$-519,145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928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$64,793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Trucking Insuranc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$1,071,370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$172,270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$516,673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$262,391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(42%)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(12%)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5.9%  ·  Declined: 52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Liana Abramov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Katie Pereira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McKinzee Adams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Eva Avina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Avina's Insurance Services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Anderson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Specialists Insuran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Avleen Sethi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Immensity Insurance &amp; Risk Adv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Gerald Cummings II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Millan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Cunningham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Vicky Nunez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Melara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Julian Reyes Insurance Agency,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Yulia Angel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Guardian Angel Insurance Servi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Carol Robertson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Artem Tkachuk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Juanita Dixon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Beth Gonzalez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Pettina Sams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Salvador Alcala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Klabo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Leticia Mendoza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Rachael Huston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Cynthia Neal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Sabrina Cornejo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Truck Insurance Servic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Wilcox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Crawley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700% MoM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$290,447  |  Subs 135  |  Binds 9  |  HR 6.7%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6.7% (portfolio avg: 3.4%)  |  $290,447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$240,217  |  Subs 143  |  Binds 8  |  HR 5.6%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5.6% (portfolio avg: 3.4%)  |  $240,217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$41,015  |  Subs 7  |  Binds 2  |  HR 28.6%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28.6% (portfolio avg: 3.4%)  |  $26,723 in new business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$37,563  |  Subs 19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$37,563 in new business  |  Submission volume up 275%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49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49 submissions with 0 binds - zero conversion  |  Submissions dropped 57% MoM (23 -&gt; 10)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40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40 submissions with 0 binds - zero conversion  |  32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Submissions dropped 71% MoM (17 -&gt; 5)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33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33 submissions with 0 binds - zero conversion  |  21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Guardian Angel Insurance Services Inc Dba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15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15 submissions with 0 binds - zero conversion  |  Submissions dropped 71% MoM (7 -&gt; 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38d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4/4 appointed agencies have submitted (100%)  •  0/4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2026-01-09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Taylor Sloan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(360 Risk Partners Insuran, Fredrick B. Roberson Insu, Millan Group, Inc.) drive $736,064 (54%)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Omega Insurance Serv (28.6%), Beaver State Insuran (16.7%), Silicon Valley Insur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1,263 total submissions across 26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Titanic Insurance 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 agencies submitting but 0 binds (243 subs): WHA Insurance (49), Avina's Insurance Se (40)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All Lines Associates (1.6%), Mustard Seed Financi (2.0%), All Capital Insuranc (2.7%)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3.4%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have 179 quotes but 0 binds: WHA Insurance (36q), Avina's Insurance Service (32q), Immensity Insurance &amp; Ris (31q).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3.4% (43 binds / 1,263 subs). Need 20 more binds. Focus on submission quality and appetite education.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20+ subs but &lt;3% HR: All Lines Associates (1.6%), Mustard Seed Financi (2.0%), All Capital Insuranc (2.7%). Conduct submission quality training to lift conversion 2-3 points.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cancellations &gt;40% of new biz: Millan Group, Inc., Fredrick B. Roberson Insu, 360 Risk Partners Insuran. $480,693 total cancellations - investigate retention.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54% of premium. Develop mid-tier: Commercial Specialists In, All Lines Associates, Inc, Mustard Seed Financial &amp; 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Last 25 Bound Submissions  |  43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257843956256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265189819251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HAULING AND SELLING PRODUCE AND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260924435161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Julian Reyes Insurance Agency,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DURAN EXPRESS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259020536506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261519641326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J TRANSPORT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$20,168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250728839520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268376573402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QUICK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256382040271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258496292790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XCL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$14,105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263862857520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AVINA &amp; SONS TRUCKING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266013829474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VALLEY SOLUTIONS LP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$25,358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265001817075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TRUSTWORTHY &amp; RELIABLE TRUCKING 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264522940397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HALL LOGISTICS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$47,185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260150536153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CAMILA'S TRANSPORTATION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$132,127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268980060372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 &amp; K TRUCKING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$31,479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263724849954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HANDA TRANSPORT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21,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263866197938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CARNALES TRUCKING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$39,167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259547988917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LOR TRANSPORTATION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$20,753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252499860877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ENCORE DRIVE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$29,422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15,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265963353503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RELIABLE TRUCK LINES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Dima Kalinin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262436310126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HEAVY LANE TRANSPORT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253711248414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ZOTOL TRUCKING LOGISTICS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$24,889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268597554247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NORWOOD &amp; SONS TRUCKING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$49,749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06,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269426646443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EFFICIENCY TRUCKING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$24,614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30,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$826,011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Active in-force policies expiring through Aug 22,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$176,085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255652169527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KALAR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259085042038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GARIBO'S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255308348407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ARMANDO PLASCENCIA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Silicon Valley Insurance Cente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254995507219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VAZ BROTHERS TRUCKING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35d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$121,554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257080278776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VALENNY TRANSPORT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44d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255718681932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APAT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45d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251690681994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RED RIVER FREIGHT LINES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85d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253711248414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ZOTOL TRUCKING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88d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$3,300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252156439802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HUGHES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88d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253111563149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WISEMAN TRANSPORT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90d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$22,229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11 of 11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Policies with cancellation_date on or before Aug 22,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$63,719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$78,204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$-12,928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$111,337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$16,336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$-36,208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($110,183)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$213,147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$110,183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California  |  City: Redding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$240,217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$652,204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$557,831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$42,214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$46,887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$41,760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$240,217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$152,737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$240,217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($134,613)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$152,737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$134,613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$287,576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$-13,414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$-157,164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($184,861)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$184,861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Newbury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$139,039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$139,546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$5,919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$-1,820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$131,810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$-1,817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$139,039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$139,546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$139,039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$139,546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$139,546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Lines Associates, Inc. DBA Valley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Spokane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$76,694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$29,472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$107,250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$103,230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$107,250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$103,230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186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(186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$103,230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Idaho  |  City: Boise, 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$466,044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$50,923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$-24,376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151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51% of new business ($33,919)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(151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$66,456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Renton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$68,177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$68,177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$66,525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Hayward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$61,018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$13,934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$26,723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N/A  |  City: Modesto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$37,563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OR  |  City: 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$20,493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$21,653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Vancouver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$18,143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226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($17,116)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(226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$18,143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Silicon Valley Insurance Center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West  |  State: CA  |  City: San Jose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Cerritos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  |  City: Beaverton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33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Angel Insurance Services Inc Dba  Angel Guard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Safety System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Tukwila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Oregon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13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Regina Finstad Entrprise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Ramon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Tec Equipment,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Pacific Northwest  |  State: OR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OR  |  City: Eugene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