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$2,799,651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$858,380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$364,985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$1,357,578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+248%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219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$364,985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$2,528,493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$941,106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(44%)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5.4%  ·  Declined: 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134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$241,087  |  Subs 141  |  Binds 8  |  HR 5.7%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5.7% (portfolio avg: 3.4%)  |  $241,087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17  |  Binds 1  |  HR 5.9%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5.9% (portfolio avg: 3.4%)  |  $37,563 in new business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47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47 submissions with 0 binds - zero conversion  |  Submissions dropped 65% MoM (23 -&gt; 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30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30 submissions with 0 binds - zero conversion  |  19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$205,400  |  Subs 57  |  Binds 1  |  HR 1.8%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57 subs  |  Cancellations are 90% of new business ($184,861 vs $205,561)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31d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1/4 have bound (25%)  •  Total bound: 1  •  Total GWP: $37,238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$736,935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Silicon Valley Insur (16.7%), NEAL'S INSURANCE SER (12.5%)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1,244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(219 subs): WHA Insurance (47),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Millan Group, Inc. (1.8%), Mustard Seed Financi (2.0%)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161 quotes but 0 binds: WHA Insurance (34q),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(42 binds / 1,244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All Lines Associates (1.6%), Millan Group, Inc. (1.8%), Mustard Seed Financi (2.0%).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268035482786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TINOCO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264452989329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Transport Service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$20,231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$834,173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38d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8 of 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$241,087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$241,087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38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$140,857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$140,857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(183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(225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Santa Fe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Southwest  |  State: CA  |  City: Los Ã�ngeles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