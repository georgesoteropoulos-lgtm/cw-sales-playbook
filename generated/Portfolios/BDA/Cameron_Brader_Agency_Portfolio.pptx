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$2,310,784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$1,713,680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$222,674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$-452,363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$4,214,785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$373,022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$1,620,767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$375,395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$234,614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$120,751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$65,951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$66,881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$641,394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$859,211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$596,266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$385,276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$2,310,784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$1,713,680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935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966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8326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166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8,326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$641,394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$859,211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$596,266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$385,276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$3,638,151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$1,713,680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$-452,363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2,524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$2,193,870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$1,159,893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85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$375,395  |  Subs 321  |  Binds 22  |  HR 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4.1%)  |  $375,395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$472,177  |  Subs 213  |  Binds 9  |  HR 4.2%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4.2% (portfolio avg: 4.1%)  |  $472,177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$234,614  |  Subs 536  |  Binds 8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$234,614 YTD GWP  |  8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$46,128  |  Subs 51  |  Binds 10  |  HR 19.6%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19.6% (portfolio avg: 4.1%)  |  10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89 submissions with 0 binds - zero conversion  |  60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1  |  HR 2.3%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2.3% on 43 subs  |  Cancellations are 1418% of new business ($38,603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45 submissions with 0 binds - zero conversion  |  Submissions dropped 56% MoM (16 -&gt; 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10  •  Total GWP: $41,481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$1,082,187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(19.6%)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2,425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 agencies submitting but 0 binds (410 subs): Gia Group Llc (89), Argos Insurance Grou (45)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(1.5%),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4.1%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have 278 quotes but 0 binds: Gia Group Llc (60q), Argos Insurance Group, Ll (32q), Square Brokerage Inc (30q).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Bond Insurance Broke (536s/8b), World Insurance Asso (213s/9b), AGS Insurance Group  (82s/4b).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4.1% (100 binds / 2,425 subs). Need 21 more binds. Focus on submission quality and appetite education.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Bond Insurance Broke (1.5%), Z&amp;H Brokerage Inc (2.0%),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378 submissions but 0 binds. Top: Gia Group Llc (89), Argos Insurance Group, Ll (45), Fdi Management Group, Inc (40). Even 5% conversion = ~$283,500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100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263032336761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BEKJON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30,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263165794573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EDISH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252085530802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SPEEDWAY TRANS CARGO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$81,240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263011913966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TRACK EXPRESS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$56,778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263040496627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TS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268596316565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Uudrog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$4,266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$41,560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$565,764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$162,967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60d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$375,395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$375,395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$375,395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$234,614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$246,713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$234,614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$73,122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$234,614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536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(536 subs, only 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$95,321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$65,951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$66,881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$65,951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$66,881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$66,881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1418% of new business ($38,603)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$10,622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