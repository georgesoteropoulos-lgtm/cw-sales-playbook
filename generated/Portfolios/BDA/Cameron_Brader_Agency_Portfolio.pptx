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$4,153,174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$446,985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$1,605,323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$596,746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$845,235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2350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878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8255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165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$596,746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$845,235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$3,524,045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8.0%  ·  Declined: 83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312  |  Binds 20  |  HR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4.2%)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208  |  Binds 8  |  HR 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$453,747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526  |  Binds 7  |  HR 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43  |  Binds 9  |  HR 20.9%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20.9% (portfolio avg: 4.2%)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32 submissions with 0 binds - zero conversion  |  Submissions dropped 76% MoM (17 -&gt; 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(20.9%)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2,350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(371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(1.3%),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251 quotes but 0 binds: Gia Group Llc (58q),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30+ subs and some binds but &lt;5% HR: Bond Insurance Broke (526s/7b), World Insurance Asso (208s/8b), Northern Insurance S (63s/2b).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4.2% (98 binds / 2,350 subs). Need 19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Bond Insurance Broke (1.3%),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330 submissions but 0 binds. Top: Gia Group Llc (88), Argos Insurance Group, Ll (44), Red Rose Insurance Llc (39). Even 5% conversion = ~$247,500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264957027787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AF EXPRESS TRANSPORTATION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Angela Kauzlarich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$155,203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$604,001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526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