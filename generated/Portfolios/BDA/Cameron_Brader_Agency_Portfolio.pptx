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Cameron Brader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18, 2026  |  48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Cameron Brader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48 Total Agencies  |  47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$2,118,493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$1,584,677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$365,394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$168,422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$-439,990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$3,874,286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$4,022,493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$4,649,143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$466,315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$1,292,966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$341,815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$318,123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$232,347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$94,239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$97,665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$70,132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$70,132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$43,548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$44,479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$643,860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$552,138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$793,622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$384,176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$256,273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$2,118,493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$1,584,677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2206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Trinity Ins Services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98.3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+64%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 of 48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836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866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45.6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5/18–5/18*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8125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157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+269.5%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+469%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2,294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+652%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+376%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8,125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+269%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48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$-63,069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$643,860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$-183,739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$552,138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$41,383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548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$793,622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$186,013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$-6,570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$384,176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$256,273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$121,391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$-95,474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$3,262,653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$1,584,677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$365,394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$-439,990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2,300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1,618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$58,633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PA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$1,957,427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$228,422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$247,954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$145,448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(32%)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(11%)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8.5%  ·  Declined: 72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Ben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Celiane Boston Financial &amp; Ins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Holly Fawber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Northern Insurance Specialists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Zabala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Henry Cifuentes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Aaron Rickabaugh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Nikitas Kasiotis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ALAIN SOLANO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19.5%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Rudy Suarez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Brown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N Mcculloh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Smith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Gary McCarthy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Timathee Asshur Ryazanov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Yervand Ter-Ghahramanyan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Laramie Smith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Del Carmen Rodrigu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Darrell Rawlinson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Anyelo Gonzalez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Zurab Arsamakov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Mullary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Insurance Connectio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Milena Belorusets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Avra Aubin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Business Owners Liability Team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$341,815  |  Subs 299  |  Binds 20  |  HR 6.7%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3.9%)  |  $341,815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$453,747  |  Subs 200  |  Binds 8  |  HR 4.0%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4.0% (portfolio avg: 3.9%)  |  $453,747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$232,347  |  Subs 518  |  Binds 7  |  HR 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$232,347 YTD GWP  |  7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$223,662  |  Subs 26  |  Binds 4  |  HR 15.4%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15.4% (portfolio avg: 3.9%)  |  $223,662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$41,306  |  Subs 41  |  Binds 8  |  HR 19.5%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19.5% (portfolio avg: 3.9%)  |  8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80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80 submissions with 0 binds - zero conversion  |  53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$23,279  |  Subs 43  |  Binds 2  |  HR 4.7%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963% of new business ($26,230 vs $2,722)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$21,797  |  Subs 44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44 submissions with 0 binds - zero conversion  |  Submissions dropped 62% MoM (16 -&gt; 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$-680  |  Subs 49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49 submissions with 0 binds - zero conversion  |  Negative net written premium: $-680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39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15d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8  •  Total GWP: $33,015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$33,015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Cameron Brader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(World Insurance Associate, Transportation Risk Manag, Bond Insurance Brokerage ) drive $1,027,909 (49%)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 G I Brokerage Inc (40.0%), Michael Pigott Agenc (33.3%), Jabbarco Insurance G (19.5%)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2,206 total submissions across 47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Trinity Ins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 agencies submitting but 0 binds (342 subs): Gia Group Llc (80), Z&amp;H Brokerage Inc (49)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Bond Insurance Broke (1.4%), Northern Insurance S (1.6%), My Va Insurance Llc (2.2%)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3.9%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have 232 quotes but 0 binds: Gia Group Llc (53q), Z&amp;H Brokerage Inc (38q), Argos Insurance Group, Ll (32q).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3.9% (87 binds / 2,206 subs). Need 23 more binds. Focus on submission quality and appetite education.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9 agencies with 30+ subs and some binds but &lt;5% HR: Bond Insurance Broke (518s/7b), World Insurance Asso (200s/8b), AGS Insurance Group  (76s/3b).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Bond Insurance Broke (1.4%), Northern Insurance S (1.6%), My Va Insurance Llc (2.2%). Conduct submission quality training to lift conversion 2-3 points.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Convert Zero-Bind Agencies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8 agencies with 295 submissions but 0 binds. Top: Gia Group Llc (80), Z&amp;H Brokerage Inc (49), Argos Insurance Group, Ll (44). Even 5% conversion = ~$221,250 new premium.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Last 25 Bound Submissions  |  87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260819829513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BERWINE LOGISTIC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262924661783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3D TRIPLE D LOGISTICS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260964878942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gyng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Craig Erwin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264957027787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AF EXPRESS TRANSPORTATION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Angela Kauzlarich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$174,534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253445080668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J EXPRESS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263354668212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SURTEX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266802150889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BROSKEE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266557195862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ASY TRUCKING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$43,631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264497790274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WILD TURKEY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258460674396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ASP TRANSPORT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263461522795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HALIM DESIGN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267195806734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MONDFRUIT GROUP CORP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266027929393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HIGHLINE AUTO TRANSPORT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Jeffery Scafuro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$41,560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263337182051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AUGUSTA TRANSPORT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265127943011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MOTIONS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$24,695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261153401288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AGRON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Holly Bedisky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251752181717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CARRIER CORP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C&amp;C TRUCKING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$8,382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27,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263399061819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TOLIBJON KLICHEV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$3,058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269899045609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PARVIZ TOSHEV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263609980665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FAKHRI TOKHIROV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$3,093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266824266188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JAMES EXPRESS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$2,822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269552288040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AZAYN AVYYL DIVINEYARD PROPERTIE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Rudy Suarez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$22,508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268184416845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J2 LOGISTICS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$18,429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269795694309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KJ TRANSIT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Yervand Ter-Ghahramanyan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$17,092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$558,751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Active in-force policies expiring through Aug 16,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$201,006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257131475515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LIVE &amp; SURVIVE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Integrated Insurance Solutions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255177671722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&amp; W EXPRESS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251697655578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RN TRANSPORT SERVICE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250942353301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LJP BOX TRUCK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255235012023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CROSSWAY GROUP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259847234487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 &amp; VENTURA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253494692346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SB TRANSPORTATION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254008084121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EAST DA WEST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255036814038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DIXON SOLUTIONS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256291836103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393 ROADWAYS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$8,017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CYNTHIA VILLANUEVA ROSALES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$8,184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254237412721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 LINING TRANSPORTATION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257995886345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WOODIES INTERNATIONAL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Policies with cancellation_date on or before Aug 16,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Blackwood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$-159,111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$33,592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$68,459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$162,783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($206,433)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$341,058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$206,433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Kearny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$318,123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$435,281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$119,353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$69,884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$104,790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$41,202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$41,202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$341,815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$318,123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$341,815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$318,123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$318,123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New York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$232,347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$70,855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$1,015,457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$103,317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$82,529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$74,756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$-8,675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$232,347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$70,855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$232,347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518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($68,684)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(518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$140,223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$26,300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$41,738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$164,909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Hershey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$94,239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$97,665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$94,239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$97,665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$97,665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MD  |  City: Owings Mills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$-26,754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20 to 7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$77,378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$30,794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Roseland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$24,618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$70,132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$70,132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$70,132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$70,132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$70,132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$26,118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Brewster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75% of new business ($17,975)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$23,933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$17,975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Illinois  |  City: Springfield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Lititz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(63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$14,242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Califon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$43,548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$44,479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$44,479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East Longmeadow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$37,729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25 to 12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$37,729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Fesasterville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$41,306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$41,306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$40,213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36 to 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$40,213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$31,503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Rein Connected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$24,037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Owners Liability Team, LLC dba Bolt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Austin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$26,113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963% of new business ($26,230)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$2,722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$26,230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Kensington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4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$23,105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Bethesda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$13,125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($9,185)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$13,125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$9,185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Middlesex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$22,329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Statechoice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West Hartford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Michael Pigott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Bensalem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$16,492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Forward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New Alexandria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4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Integrated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Ashburn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$6,166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$6,032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$2,335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Hebron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$2,611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 G I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Bristol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 Miranda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New Rochelle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Mechanicsburg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Farmingville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Feasterville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S Braddock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Medford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Massapequa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Onyx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Penn Summit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Chalk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Redden-wood &amp; Associates,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WV  |  City: Mount Hope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Seubert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Pittsburgh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New York  |  City: Larchmont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Placement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Jyp Ins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Oakland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$-680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($-680)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Insurance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Deptford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15.4%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($-2,142)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