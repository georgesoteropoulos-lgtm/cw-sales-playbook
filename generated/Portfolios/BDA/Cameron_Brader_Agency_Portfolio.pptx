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$2,268,725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$209,853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$-439,990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$4,172,726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$291,782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$1,595,549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$365,631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$583,882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$858,482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$414,318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$2,268,725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2369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903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934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8270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160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8,270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$583,882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$858,482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$414,318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$130,428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$3,397,962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$-439,990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2,467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$2,112,630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$1,159,893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8.0%  ·  Declined: 83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$365,631  |  Subs 314  |  Binds 19  |  HR 6.1%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6.1% (portfolio avg: 4.1%)  |  $365,631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$472,177  |  Subs 209  |  Binds 9  |  HR 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4.3% (portfolio avg: 4.1%)  |  $472,177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530  |  Binds 8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8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12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$46,128  |  Subs 44  |  Binds 9  |  HR 20.5%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20.5% (portfolio avg: 4.1%)  |  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58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2  |  HR 4.7%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963% of new business ($26,230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32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32 submissions with 0 binds - zero conversion  |  Submissions dropped 76% MoM (17 -&gt; 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9  •  Total GWP: $37,512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$37,512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$1,070,055 (47%)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(20.5%)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2,369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(374 subs): Gia Group Llc (88), Argos Insurance Grou (44)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(1.5%), Z&amp;H Brokerage Inc (2.0%),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4.1%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have 253 quotes but 0 binds: Gia Group Llc (58q), Argos Insurance Group, Ll (32q), Red Rose Insurance Llc (29q).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9 agencies with 30+ subs and some binds but &lt;5% HR: Bond Insurance Broke (530s/8b), World Insurance Asso (209s/9b), AGS Insurance Group  (81s/4b).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4.1% (97 binds / 2,369 subs). Need 21 more binds. Focus on submission quality and appetite education.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Bond Insurance Broke (1.5%), Z&amp;H Brokerage Inc (2.0%),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333 submissions but 0 binds. Top: Gia Group Llc (88), Argos Insurance Group, Ll (44), Red Rose Insurance Llc (39). Even 5% conversion = ~$249,750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269820493233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OLIMJON NOMAZOV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$9,652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$40,831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269899045609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PARVIZ TOSHEV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263609980665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FAKHRI TOKHIROV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$457,595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$136,688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$2,884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$24,271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258788926265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ONE TOP NOTCH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$181,214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$472,177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$365,631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$582,141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$365,631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$24,814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$365,631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530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(530 subs, only 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$5,394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$93,076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$39,085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$45,035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963% of new business ($26,230)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$26,230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$9,037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$6,032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$2,335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