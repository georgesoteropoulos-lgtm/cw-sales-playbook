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Cameron Brader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20, 2026  |  48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Cameron Brader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48 Total Agencies  |  47 Active  |  1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$2,141,336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$1,607,621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$365,394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$168,321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$-439,990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2237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2024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$3,874,286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$4,045,336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$4,649,143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46%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$291,782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$1,505,316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$453,747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$341,058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$112,504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$341,815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$318,123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$232,246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$140,223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$21,269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Brown's Ins Agency Inc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$223,662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$41,738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$164,909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Erwin Agency Llc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$105,450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$105,450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AGS Insurance Group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$94,239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$97,665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$5,871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Pinnacle Insurance Solutions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$93,076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$93,076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Celiane Boston Financial &amp; Insuranc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$77,378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$77,378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Grbm Inc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$62,337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$23,933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$21,509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5.8%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Usa Insurance Brokers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$56,397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$60,689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Northern Insurance Specialists LLC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$43,959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$14,242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$19,564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$43,548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$44,479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$888,857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$157,607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$643,860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$413,481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$622,513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$263,948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548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$832,522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$493,369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$370,229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$279,217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$2,141,336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$1,607,621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2237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4773168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21040" y="4791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INACTIVE AGENCIES (1)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51206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Trinity Ins Services Llc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Cameron Brader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BDA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98.3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+64%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91440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(50/wk)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47 of 48 agencies  |  Goal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50/wk goal (outbound calls + meetings only, matches scoreboard)  |  OKR 3: % of HubSpot book with ≥1 submission in 2026  |  BDAs not scored on OKR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Cameron Brader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848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31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879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45.6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91%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1–10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134%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104%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54%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11–20  (Mar–May)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54%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36%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114%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116%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114%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106%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96%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5/18–5/20*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26%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Cameron Brader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8152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159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2.0%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+270.7%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-8.1%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2,497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+469%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2,292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+651%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2,534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+375%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-27%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8,152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2,199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+271%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-348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+280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AGS Insurance Group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Celiane Boston Financial &amp; Insurance,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Grbm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5.8%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Northern Insurance Specialists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Pinnacle Insurance Solutions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Z&amp;H Brokerage Inc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Lux Insurance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Mogul Insurance Group Llc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My Va Insurance Llc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Argos Insurance Group, Llc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SOLANO CONSULTANTS LLC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Cameron Brader  |  48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$888,857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$157,607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$16,607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$-63,069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$643,860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$413,481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$-183,739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$622,513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$263,948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$41,383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$-91,138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$832,522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$493,369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$186,013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$-6,570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379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$370,229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$279,217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$121,391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$-95,474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$3,357,982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$1,607,621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$365,394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$-439,990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2,333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1,642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Cameron Brader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$58,633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Mcculloh Insurance Group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Pinnacle Insurance Solutions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Celiane Boston Financial &amp; Insurance, LLC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USA Insurance Brokers LLC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Erwin Agency LLC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$58,633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PA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Cameron Brader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$1,957,427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$228,422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$247,954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Lux Insurance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AGS Insurance Group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$145,448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$63,149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Brown'S Ins Agency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$1,004,689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(55%)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(33%)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(10%)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8.3%  ·  Declined: 74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Cameron Brader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2237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James DeSantis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Frank Ribeiro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Transportation Risk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Gene Shvedov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AGS Insurance Group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Roman Ben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Celiane Boston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Celiane Boston Financial &amp; 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Holly Fawber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Northern Insurance Specialists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Michael Zabala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Z&amp;H Brokerage Inc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John Milelli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Bolormaa C Ganbileg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Mogul Insurance Group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Henry Cifuentes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My Va Insurance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Aaron Rickabaugh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Transportation Risk Management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Nikitas Kasiotis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Argos Insurance Group, Llc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ALAIN SOLANO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SOLANO CONSULTANTS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Lakeisha Mclawhorn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Akbarjon Djabbarov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19.5%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Rudy Suarez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Grbm Inc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William Dominguez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Lux Insurance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Benjamin Brown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Red Rose Insurance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Donald N Mcculloh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Mcculloh Insurance Group LLC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Brittany Smith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Gary McCarthy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Grbm Inc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Deven Kumm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Ccs Insurance,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Timathee Asshur Ryazanov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Durham Insurance Group Inc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Cade Erwin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Erwin Agency Llc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Randy Nestor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Usa Insurance Brokers Llc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Yervand Ter-Ghahramanyan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Laramie Smith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Fdi Management Group, Inc.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Darrell Rawlinson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Maria Del Carmen Rodrigu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The Forward Insurance Group Ll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David Armenakian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Anyelo Gonzalez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Pinnacle Insurance Solutions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Enver Berker Hazar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Hazar Financial Services LLC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Milena Belorusets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Zurab Arsamakov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Pinnacle Insurance Solutions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Stephen Mullary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Commercial Insurance Connectio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Avra Aubin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Business Owners Liability Team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2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$341,815  |  Subs 303  |  Binds 21  |  HR 6.9%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6.9% (portfolio avg: 4.2%)  |  $341,815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$453,747  |  Subs 204  |  Binds 9  |  HR 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4.4% (portfolio avg: 4.2%)  |  $453,747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$232,246  |  Subs 520  |  Binds 8  |  HR 1.5%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$232,246 YTD GWP  |  8 binds in Q1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$41,306  |  Subs 41  |  Binds 8  |  HR 19.5%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19.5% (portfolio avg: 4.2%)  |  8 binds in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Brown's Ins Agency Inc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$223,662  |  Subs 26  |  Binds 3  |  HR 11.5%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11.5% (portfolio avg: 4.2%)  |  $223,662 YTD GWP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84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84 submissions with 0 binds - zero conversion  |  56 quotes generated but 0 converted to binds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SOLANO CONSULTANTS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$23,279  |  Subs 43  |  Binds 2  |  HR 4.7%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963% of new business ($26,230 vs $2,722)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Argos Insurance Group,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$21,797  |  Subs 44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44 submissions with 0 binds - zero conversion  |  Submissions dropped 62% MoM (16 -&gt; 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Z&amp;H Brokerage Inc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$-680  |  Subs 49  |  Binds 0  |  HR 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49 submissions with 0 binds - zero conversion  |  Negative net written premium: $-680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Red Rose Insurance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39  |  Binds 0  |  HR 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39 submissions with 0 binds - zero conversion  |  Submissions dropped 62% MoM (8 -&gt; 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Newly Appointed in My Portfolio — Cameron Brader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Agencies assigned to this BDA for onboarding in 2026  |  Production metrics since assignment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15d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14d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3/3 appointed agencies have submitted (100%)  •  1/3 have bound (33%)  •  Total bound: 8  •  Total GWP: $33,015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Crotty Insurance Agency,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$33,015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The New Rochelle Agencies Corp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Source: HubSpot company records where onboarding_success_agent = Cameron Brader and createdate is within 2026 (= newly assigned to this BDA for onboarding). Metrics are subs/binds/GWP on each agency since their assignment date. BDAs not scored on OKR 4 — informational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Cameron Brader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(World Insurance Associate, Transportation Risk Manag, Bond Insurance Brokerage ) drive $1,027,808 (48%)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M G I Brokerage Inc (40.0%), Michael Pigott Agenc (33.3%), Jabbarco Insurance G (19.5%)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2,237 total submissions across 47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 agencies with zero Jan–May 2026 activity: Trinity Ins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 agencies submitting but 0 binds (351 subs): Gia Group Llc (84), Z&amp;H Brokerage Inc (49)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Bond Insurance Broke (1.5%), Lux Insurance Llc (2.2%), My Va Insurance Llc (2.2%)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4.2% — below 5-8%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Close Quote-to-Bind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16 agencies have 240 quotes but 0 binds: Gia Group Llc (56q), Z&amp;H Brokerage Inc (38q), Argos Insurance Group, Ll (32q). Follow up on pricing, coverage, response time gaps.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8 agencies with 30+ subs and some binds but &lt;5% HR: Bond Insurance Broke (520s/8b), World Insurance Asso (204s/9b), AGS Insurance Group  (78s/3b). Small HR improvements on large volume = significant premium lift.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3 agencies with 20+ subs but &lt;3% HR: Bond Insurance Broke (1.5%), Lux Insurance Llc (2.2%), My Va Insurance Llc (2.2%). Conduct submission quality training to lift conversion 2-3 points.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Lift Portfolio Hit Ratio to 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Current: 4.2% (93 binds / 2,237 subs). Need 18 more binds. Focus on submission quality and appetite education.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Convert Zero-Bind Agencies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9 agencies with 312 submissions but 0 binds. Top: Gia Group Llc (84), Z&amp;H Brokerage Inc (49), Argos Insurance Group, Ll (44). Even 5% conversion = ~$234,000 new premium.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Cameron Brader  |  Last 25 Bound Submissions  |  93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265926486466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BUROQ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Frank Ribeiro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$21,270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264570908915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AGS Insurance Group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SMART DELIVERY AND COURIER SERVI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Gene Shvedov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$23,344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252618525256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MANNNYS TRUCKING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James DeSantis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$25,870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253445080668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Ccs Insurance,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Y &amp; J EXPRESS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Deven Kumm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$12,076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251723976240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Northern Insurance Specialists LLC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5150 LOGISTICS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Zachary Wagner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$19,239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260819829513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BERWINE LOGISTIC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Frank Ribeiro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$19,684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262924661783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3D TRIPLE D LOGISTICS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Frank Ribeiro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$3,185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265900046429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Usa Insurance Brokers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RB TRUCKING AND LOGISTICS LLC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Randy Nestor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$45,528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260964878942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Erwin Agency Llc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gyng logistics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Craig Erwin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$3,186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266802150889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Pinnacle Insurance Solutions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BROSKEE TRANSPORT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Edwin Ramos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$24,618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266557195862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Erwin Agency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ASY TRUCKING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Cade Erwin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$43,631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264497790274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Hazar Financial Services LLC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WILD TURKEY TRUCKING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Enver Berker Hazar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$17,124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07,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258460674396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ASP TRANSPORT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John Milelli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$23,550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06,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263461522795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HALIM DESIGN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Akbarjon Djabbarov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$8,217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06,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267195806734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MONDFRUIT GROUP CORP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Lakeisha Mclawhorn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$21,216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01,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263337182051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Celiane Boston Financial &amp; Insuran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AUGUSTA TRANSPORT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Celiane Boston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$26,754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30,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266027929393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HIGHLINE AUTO TRANSPORT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Jeffery Scafuro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$40,831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29,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265127943011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SOA MOTIONS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John Milelli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$24,695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29,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261153401288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Brown's Ins Agency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AGRON TRANSPORT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Holly Bedisky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29,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251752181717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EXPRESS CARRIER CORP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Frank Ribeiro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$28,434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28,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255142717595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C&amp;C TRUCKING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James DeSantis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$8,382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27,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263399061819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TOLIBJON KLICHEV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Akbarjon Djabbarov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$3,058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25,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269899045609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PARVIZ TOSHEV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Akbarjon Djabbarov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$2,944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24,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263609980665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FAKHRI TOKHIROV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Akbarjon Djabbarov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$3,093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23,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266824266188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JAMES EXPRESS INC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Akbarjon Djabbarov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$2,822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23,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$453,698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Cameron Brader  |  Active in-force policies expiring through Aug 18,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$185,545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Z&amp;H Brokerage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257131475515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LIVE &amp; SURVIVE TRUCKING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$7,315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Integrated Insurance Solutions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255177671722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 &amp; W EXPRESS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$38,599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251697655578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RN TRANSPORT SERVICE INC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$13,052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250942353301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LJP BOX TRUCK LLC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$23,912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Grbm Inc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255235012023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CROSSWAY GROUP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The Forward Insurance Group 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259847234487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 &amp; VENTURA TRUCKING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31d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$10,706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My Va Insurance Llc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253494692346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SB TRANSPORTATION INC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35d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$1,980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254008084121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EAST DA WEST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41d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Z&amp;H Brokerage Inc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255036814038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DIXON SOLUTIONS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41d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$24,407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256291836103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393 ROADWAYS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51d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$8,017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255142717595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CYNTHIA VILLANUEVA ROSALES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2026-07-20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61d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$8,184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Ccs Insurance,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254237412721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SILVER LINING TRANSPORTATION INC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2026-07-30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71d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258788926265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ONE TOP NOTCH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2026-07-31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72d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$10,430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20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Cameron Brader  |  Policies with cancellation_date on or before Aug 18,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World Insurance Associates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NJ  |  City: Blackwood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$453,747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$341,058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$112,504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$-206,433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$347,667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$543,375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$97,982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$162,668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$29,618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$29,618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$159,295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$159,295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$-159,111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$33,592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$-1,419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$-13,395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$68,459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$54,413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$13,172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$874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$162,783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$62,722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$99,332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$-33,927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$453,747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$341,058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$112,504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$-206,433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$163K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$454K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$453,747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$341,058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61% of new business ($206,433)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$341,058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$206,433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Transportation Risk Management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NJ  |  City: Kearny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$341,815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$318,123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$23,692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$-47,167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$232,093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$558,325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$456,550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$121,720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$119,353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$2,367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$69,884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$48,457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$21,427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$-47,167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$104,790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$104,892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$41,202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$41,202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$341,815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$318,123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$23,692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$-47,167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$342K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$341,815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$318,123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61%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$318,123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Bond Insurance Brokerage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NY  |  City: New York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$232,246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$140,223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$21,269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$70,754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$-68,684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$1,015,457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$685,009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$177,430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$103,317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$82,529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$-36,989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$-6,764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$36,655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$21,269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$15,386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$-14,145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$74,756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$57,145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$17,055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$17,055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$-8,675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$232,246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$140,223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$21,269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$70,754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$-68,684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868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$463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$563K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$232,246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$140,223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520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49% of new business ($68,684)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(520 subs, only 8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$140,223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Brown's Ins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VA  |  City: MANASSAS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$223,662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$41,738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$164,909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$17,016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$223,662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$39,913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$212,460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$21,252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$164,909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$26,300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$-8,335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$-9,284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$223,662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$41,738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$164,909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$17,016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$-8,335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$223,662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$41,738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104%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19 to 3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$41,738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$164,909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Erwin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Hershey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$105,450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$105,450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$105,450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$46,817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$58,633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$58,633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$46,817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$46,817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$105,450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$105,450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$105,450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$105,450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$105,450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AGS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NJ  |  City: Sayreville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$94,239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$97,665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$5,871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$-9,297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$9,675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$97,025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812%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$72,724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$45,066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$72,724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$72,724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$8,457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$21,722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$-13,265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$10,144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$3,220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$5,871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$2,914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$94,239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$97,665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$5,871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$-9,297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$94,239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$97,665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71%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$97,665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Pinnacle Insurance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NJ  |  City: Roseland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$93,076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$93,076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$-26,118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$93,076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$44,014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$47,562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$44,014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$44,014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$49,062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$49,062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$-26,118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$93,076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$93,076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$-26,118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$93,076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$93,076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$93,076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Celiane Boston Financial &amp; Insurance,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MD  |  City: Owings Mills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$77,378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$77,378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$-30,794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$53,530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$97,512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$41,683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$46,674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$46,674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$-3,388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$-653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$26,754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$26,754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$-26,754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$77,378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$77,378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$-30,794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$77,378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$77,378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20 to 8 MoM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$77,378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$30,794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Grbm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NY  |  City: Brewster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$62,337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$23,933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$16,895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$-17,975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$147,805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$158,225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$45,117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$16,895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$16,895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$-16,895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$23,933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$23,933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$21,509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$21,509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$62,337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$23,933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$21,509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$16,895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$-17,975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$62,337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$23,933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75% of new business ($17,975)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23 to 9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$23,933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$17,975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Usa Insurance Brokers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Illinois  |  City: Springfield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$56,397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$60,689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$-4,291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$125,422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$69,540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$78,426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$60,139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$60,139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$-3,741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$-4,291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$56,397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$60,689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$-4,291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$-3,741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$56,397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$60,689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$60,689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Northern Insurance Specialists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Lititz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$43,959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$14,242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$19,564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$10,153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$258,552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$122,124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$33,256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$14,242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$14,242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$19,564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$10,153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$10,153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$43,959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$14,242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$19,564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$10,153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$43,959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$14,242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$14,242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Oakwood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Northeast  |  State: NJ  |  City: Califon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$43,548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$44,479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$88,683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$128,537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$67,579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$19,559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$24,920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$24,920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$43,548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$44,479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$-931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$43,548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$44,479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$44,479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Lux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MA  |  City: East Longmeadow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$42,551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$37,729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$4,822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$63,517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169%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$31,820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$4,822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$4,822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$37,729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$37,729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$42,551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$37,729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$4,822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$42,551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$37,729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2.2% hit ratio on 46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(46 subs, only 1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$37,729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Jabbarco Insurance Group,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East  |  State: N/A  |  City: Fesasterville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$41,306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$40,213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$41,306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$8,217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$24,798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$30,871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$30,871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$10,435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$9,342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$41,306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$40,213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$41,306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$40,213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66%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36 to 6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$40,213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My Va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VA  |  City: Sterling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$78,793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$110,296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$31,503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$31,503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$31,503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$31,503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$31,503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$31,503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2.2% hit ratio on 46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9 to 2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(46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$31,503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Rein Connected Insurance Agency,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MA  |  City: Boston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$27,572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$24,037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$3,535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$44,700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$31,806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$24,037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$24,037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$3,535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$3,535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$27,572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$24,037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$3,535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$27,572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$24,037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85%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$24,037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7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Business Owners Liability Team, LLC dba Bolt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Austin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$26,113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$26,113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$44,831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$62,554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$25,888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$26,113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$26,113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$26,113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$26,113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$26,113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$26,113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$26,113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SOLANO CONSULTANTS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Allentown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$23,279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$20,557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$-26,230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$114,719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$100,291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$23,814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$2,722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$2,722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$18,237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$18,237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$-17,865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$2,320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$2,320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$-8,365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$23,279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$2,722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$20,557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$-26,230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$23,279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$2,722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963% of new business ($26,230)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$2,722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$26,230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Hazar Financial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MD  |  City: Kensington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$23,179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$-3,974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$72,279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$-1,248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$5,656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$-2,726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$17,449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$17,449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$23,179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$23,105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$-3,974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$-6,523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$23,179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$23,105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$23,105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Mcculloh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MD  |  City: Bethesda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$22,309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$13,125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$9,185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$-9,185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$231,042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$84,696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$26,272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$9,185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$9,185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$-9,185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$13,125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$13,125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$22,309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$13,125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$9,185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$-9,185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$22,309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$13,125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70% of new business ($9,185)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$13,125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$9,185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Argos Insurance Group,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NJ  |  City: Middlesex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$21,797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$22,329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$21,797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$22,329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$21,797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$22,329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$21,797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$22,329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99%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44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$22,329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Statechoice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CT  |  City: West Hartford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$16,607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$16,607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$106,401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$36,669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$16,607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$16,607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$16,607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$16,607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$16,607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$16,607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Michael Pigott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Bensalem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$16,492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$16,492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$16,492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$16,492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$16,492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$16,492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$16,492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Forward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VA  |  City: New Alexandria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$6,559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$6,559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$-1,094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$102,489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$88,648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$68,845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$-1,094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$2,643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$2,643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$6,559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$6,559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$-1,094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$6,559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5.9%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9 to 4 MoM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Integrated Insurance Solutions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VA  |  City: Ashburn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$6,162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$6,166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$132,485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$68,256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$5,941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$6,162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$6,166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$6,162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$6,166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$-3,408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$6,162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$6,166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$6,166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Mogul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VA  |  City: Manassas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$-2,335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$7,889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$13,920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$7,565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$3,742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$3,742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$-2,335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$6,032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$6,032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$-2,335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$6,032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$6,032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8 to 1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$6,032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$2,335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Ccs Insurance,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CT  |  City: Hebron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$3,947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$1,336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$32,382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$18,338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$14,137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$2,882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$2,332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$2,061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$3,947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$2,611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$1,336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$-996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$3,947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$2,611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10 to 3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 G I Brokerage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Brooklyn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$39,829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$40,730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$27,802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$902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Crotty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East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Durham Insurance Group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Bristol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29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29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 Miranda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New Rochelle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$15,498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$15,498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Fdi Management Group,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Mechanicsburg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$111,729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$48,146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33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33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Gesla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Farmingville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$32,123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$19,337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10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7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Gia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Feasterville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$22,432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84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84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84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84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 S Braddock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NJ  |  City: Medford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$37,782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Maximus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Massapequa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$35,510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$10,937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Onyx Insurance Solutions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NJ  |  City: North Bergen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$1,699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Penn Summit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Chalk Hill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$26,155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$-458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Red Rose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Lancaster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$32,003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$31,121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$882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39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39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29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Redden-wood &amp; Associates,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WV  |  City: Mount Hope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$43,004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$43,004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Seubert &amp; Associates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Pittsburgh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New Rochelle Agencies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East  |  State: New York  |  City: Larchmont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Transportation Insurance Placement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$16,578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10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True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PA  |  City: Allentown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$59,125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$35,216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8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Jyp Ins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NJ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$-15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$3,972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9.1% hit ratio - above average conversion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($-9) - cancellations exceed production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7 to 2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Z&amp;H Brokerage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NY  |  City: Oakland Gardens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$27,865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$-909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$-680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($-680) - cancellations exceed production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49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38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Commercial Insurance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Northeast  |  State: NJ  |  City: Deptford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$60,371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$55,032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$6,121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$-2,142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$-2,142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15.4% hit ratio - above average conversion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($-2,142) - cancellations exceed production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