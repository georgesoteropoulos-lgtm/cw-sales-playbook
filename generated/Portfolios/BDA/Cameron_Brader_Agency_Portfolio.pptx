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$2,285,325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$1,691,277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$-452,363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$4,189,325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$527,430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$1,508,184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$375,395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$583,882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$841,797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$520,780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$362,873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$2,285,325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$1,691,277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924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955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8298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8,298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$583,882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$841,797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$520,780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$362,873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$3,487,739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$1,691,277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$-452,363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2,497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$2,193,870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$1,159,893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8.2%  ·  Declined: 84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$375,395  |  Subs 320  |  Binds 21  |  HR 6.6%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4.0%)  |  $375,395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$472,177  |  Subs 212  |  Binds 8  |  HR 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$472,177 YTD GWP  |  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535  |  Binds 8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8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$223,662  |  Subs 26  |  Binds 4  |  HR 15.4%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15.4% (portfolio avg: 4.0%)  |  $223,662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59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1  |  HR 2.3%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2.3% on 43 subs  |  Cancellations are 1418% of new business ($38,603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45 submissions with 0 binds - zero conversion  |  Submissions dropped 56% MoM (16 -&gt; 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$1,079,819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(19.6%)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2,398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 agencies submitting but 0 binds (403 subs): Gia Group Llc (88), Argos Insurance Grou (45)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(1.5%),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have 272 quotes but 0 binds: Gia Group Llc (59q),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Bond Insurance Broke (535s/8b), World Insurance Asso (212s/8b), AGS Insurance Group  (81s/4b).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4.0% (97 binds / 2,398 subs). Need 22 more binds. Focus on submission quality and appetite education.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Bond Insurance Broke (1.5%), Z&amp;H Brokerage Inc (2.0%),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362 submissions but 0 binds. Top: Gia Group Llc (88), Argos Insurance Group, Ll (45), Fdi Management Group, Inc (40). Even 5% conversion = ~$271,500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252085530802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SPEEDWAY TRANS CARGO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$81,240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263040496627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TS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268596316565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Uudrog Corp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$4,266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$521,042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$215,014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$18,337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$375,395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$375,395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$375,395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535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(535 subs, only 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$154,409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$95,321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11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1418% of new business ($38,603)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$10,622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