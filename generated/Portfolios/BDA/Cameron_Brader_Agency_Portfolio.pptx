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Cameron Brader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30, 2026  |  50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Cameron Brader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50 Total Agencies  |  49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$2,310,784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$1,713,680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$222,674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$-452,363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$3,874,286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$4,214,785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$4,649,143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$373,022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$1,618,778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$472,177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$375,395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$234,614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$120,751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$65,951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$66,881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$583,882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$861,191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$592,297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$385,276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$2,310,784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$1,713,680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2419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Trinity Ins Services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 of 50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935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966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45.5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5/25–5/30*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8320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166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+278.4%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+470%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+654%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+376%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8,320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+278%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-332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50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$-63,069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$-183,739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$583,882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$41,383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$861,191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$186,013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$-6,570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$592,297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$385,276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$130,428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$-107,847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$3,578,650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$1,713,680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$-452,363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2,518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1,776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PA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$2,193,870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$228,422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$247,954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$81,240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$145,448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$1,159,893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(11%)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8.1%  ·  Declined: 85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Celiane Boston Financial &amp; 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Ben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Holly Fawber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Northern Insurance Specialists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Zabala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Henry Cifuentes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Aaron Rickabaugh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Nikitas Kasiotis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ALAIN SOLANO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N Mcculloh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Brown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Smith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Timathee Asshur Ryazanov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Gurbhinder Brar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Gary McCarthy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Laramie Smith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Anyelo Gonzalez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Del Carmen Rodrigu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Darrell Rawlinson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Milena Belorusets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Mullary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Insurance Connectio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Avra Aubin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Business Owners Liability Team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$375,395  |  Subs 321  |  Binds 22  |  HR 6.9%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6.9% (portfolio avg: 4.1%)  |  $375,395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$472,177  |  Subs 213  |  Binds 9  |  HR 4.2%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4.2% (portfolio avg: 4.1%)  |  $472,177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$234,614  |  Subs 536  |  Binds 8  |  HR 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$234,614 YTD GWP  |  8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12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500%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17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500%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89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89 submissions with 0 binds - zero conversion  |  60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$23,279  |  Subs 43  |  Binds 1  |  HR 2.3%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2.3% on 43 subs  |  Cancellations are 1418% of new business ($38,603 vs $2,722)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$21,797  |  Subs 45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45 submissions with 0 binds - zero conversion  |  Submissions dropped 56% MoM (16 -&gt; 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Submissions dropped 62% MoM (8 -&gt; 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25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9  •  Total GWP: $37,512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$37,512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(World Insurance Associate, Transportation Risk Manag, Bond Insurance Brokerage ) drive $1,082,187 (47%)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 G I Brokerage Inc (40.0%), Michael Pigott Agenc (33.3%), Jabbarco Insurance G (18.8%)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2,419 total submissions across 49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Trinity Ins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 agencies submitting but 0 binds (383 subs): Gia Group Llc (89), Argos Insurance Grou (45)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Bond Insurance Broke (1.5%), Z&amp;H Brokerage Inc (2.0%), My Va Insurance Llc (2.2%)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4.1%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have 259 quotes but 0 binds: Gia Group Llc (60q), Argos Insurance Group, Ll (32q), Red Rose Insurance Llc (29q).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Bond Insurance Broke (536s/8b), World Insurance Asso (213s/9b), AGS Insurance Group  (82s/4b).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Bond Insurance Broke (1.5%), Z&amp;H Brokerage Inc (2.0%), My Va Insurance Llc (2.2%). Conduct submission quality training to lift conversion 2-3 points.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4.1% (100 binds / 2,419 subs). Need 20 more binds. Focus on submission quality and appetite education.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Convert Zero-Bind Agencies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351 submissions but 0 binds. Top: Gia Group Llc (89), Argos Insurance Group, Ll (45), Fdi Management Group, Inc (40). Even 5% conversion = ~$263,250 new premium.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Last 25 Bound Submissions  |  100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263165794573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EDISH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263354668212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SURTEX LOGISTICS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252085530802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SPEEDWAY TRANS CARGO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$81,240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263011913966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TRACK EXPRESS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$56,778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263040496627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TS TRANSPORTATION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$2,245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269820493233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OLIMJON NOMAZOV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258460674396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ASP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265926486466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BUROQ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264570908915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SMART DELIVERY AND COURIER SERVI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253445080668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EXPRESS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251723976240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5150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Wagner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262924661783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3D TRIPLE D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265900046429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RB TRUCKING AND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260964878942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gyng logistics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Craig Erwin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268596316565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Uudrog Corp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$4,266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266802150889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BROSKEE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266557195862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ASY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263461522795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HALIM DESIGN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$8,217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267195806734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MONDFRUIT GROUP CORP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$21,216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263337182051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AUGUSTA TRANSPORT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266027929393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HIGHLINE AUTO TRANSPORT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Jeffery Scafuro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$40,831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265127943011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MOTIONS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261153401288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AGRON 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Holly Bedisky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266532830088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KENAMS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$36,979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251752181717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CARRIER CORP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$28,434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$589,500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Active in-force policies expiring through Aug 28,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$141,493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251697655578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RN TRANSPORT SERVICE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250942353301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LJP BOX TRUCK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255235012023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CROSSWAY GROUP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259847234487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 &amp; VENTURA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253494692346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SB TRANSPORTATION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$18,337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254008084121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EAST DA WEST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255036814038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DIXON SOLUTIONS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$24,271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256291836103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393 ROADWAYS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CYNTHIA VILLANUEVA ROSALES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51d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254237412721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 LINING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258788926265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ONE TOP NOTCH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257995886345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WOODIES INTERNATIONAL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62d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253434829309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INTERPORT GLOBAL LOGISTICS USA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62d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Policies with cancellation_date on or before Aug 28,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Blackwood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$-159,111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$33,592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$68,459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$181,214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$472,177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$472,177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($206,433)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$341,058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$206,433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Kearny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$375,395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$456,550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$119,353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$69,884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$104,790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$74,783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$375,395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$375,395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$340,817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New York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$234,614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$1,015,457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$246,713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$103,317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$82,529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$74,756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$-8,675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$234,614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$73,122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$234,614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536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($68,684)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(536 subs, only 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$140,223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$41,738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$164,909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$120,751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$120,751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$121,009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Hershey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Roseland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$95,321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MD  |  City: Owings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$-26,754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$77,378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$30,794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Illinois  |  City: Springfield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Califon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$65,951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$66,881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$65,951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$66,881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$66,881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Brewster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75% of new business ($17,975)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$23,933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$17,975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Bethesda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$39,085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Fesasterville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36 to 13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$45,035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Lititz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$14,242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East Longmeadow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$37,729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$37,729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$31,503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Rein Connected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$24,037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Owners Liability Team, LLC dba Bolt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Austin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$26,113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1418% of new business ($38,603)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(43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$2,722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Kensington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$23,105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Middlesex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$22,329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Statechoice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West Hartford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Michael Pigott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Bensalem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$16,492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$10,622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$10,622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$10,622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Oakland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$9,037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Forward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New Alexandria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Ashburn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$6,166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Hebron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$2,611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 G I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Bristol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32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 Miranda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New Rochelle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Mechanicsburg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VA  |  City: Farmville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24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Farmingville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Feasterville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S Braddock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Medford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Massapequa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Onyx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Penn Summit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Chalk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Redden-wood &amp; Associates,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WV  |  City: Mount Hope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Pittsburgh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Northeast  |  State: N/A  |  City: Hicksville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32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New York  |  City: Larchmont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Placement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11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Jyp Ins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Insurance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Deptford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($-2,142)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