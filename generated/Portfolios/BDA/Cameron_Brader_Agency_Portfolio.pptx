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19, 2026  |  48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48 Total Agencies  |  47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$2,141,336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$1,607,621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$168,321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2011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$4,045,336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$291,782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$1,489,439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$341,815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$318,123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$94,239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$97,665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$622,513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$835,231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$287,099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$279,217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$2,141,336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$1,607,621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2223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98.3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 of 48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839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870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5/18–5/19*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8143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163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+270.3%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2,497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+469%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2,295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2,538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8,143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+49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48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$643,860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$622,513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$835,231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$287,099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$279,217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$121,391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$3,277,560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$1,607,621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$365,394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2,318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1,630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$1,957,427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$1,004,689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(10%)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8.3%  ·  Declined: 73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Zurab Arsamakov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$341,815  |  Subs 300  |  Binds 20  |  HR 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6.7% (portfolio avg: 4.2%)  |  $341,815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201  |  Binds 9  |  HR 4.5%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4.5% (portfolio avg: 4.2%)  |  $453,747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520  |  Binds 8  |  HR 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8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$41,306  |  Subs 41  |  Binds 8  |  HR 19.5%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19.5% (portfolio avg: 4.2%)  |  8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$223,662  |  Subs 26  |  Binds 3  |  HR 11.5%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11.5% (portfolio avg: 4.2%)  |  $223,662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82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82 submissions with 0 binds - zero conversion  |  54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$-680  |  Subs 49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49 submissions with 0 binds - zero conversion  |  Negative net written premium: $-680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8  •  Total GWP: $33,015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$33,015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$1,027,808 (48%)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(19.5%)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2,223 total submissions across 47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 agencies submitting but 0 binds (348 subs): Gia Group Llc (82), Z&amp;H Brokerage Inc (49)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(1.5%),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4.2%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have 236 quotes but 0 binds: Gia Group Llc (54q), Z&amp;H Brokerage Inc (38q), Argos Insurance Group, Ll (32q).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30+ subs and some binds but &lt;5% HR: Bond Insurance Broke (520s/8b), World Insurance Asso (201s/9b), AGS Insurance Group  (76s/3b). Small HR improvements on large volume = significant premium lift.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4.2% (94 binds / 2,223 subs). Need 17 more binds. Focus on submission quality and appetite education.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Bond Insurance Broke (1.5%),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300 submissions but 0 binds. Top: Gia Group Llc (82), Z&amp;H Brokerage Inc (49), Argos Insurance Group, Ll (44). Even 5% conversion = ~$225,000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94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252618525256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MANNNYS TRUCKING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260819829513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BERWINE LOGISTIC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$7,012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C&amp;C TRUCKING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$8,382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27,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266824266188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JAMES EXPRESS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$2,822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269552288040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AZAYN AVYYL DIVINEYARD PROPERTIE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$22,508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$430,055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17,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$246,943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257131475515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LIVE &amp; SURVIVE TRUCKING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$7,315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Integrated Insurance Solutions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255177671722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&amp; W EXPRESS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16d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$18,337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42d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$24,407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$45,393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62d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72d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73d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17,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$162,668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$318,123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$435,281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$341,815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$318,123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$341,815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$318,123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$318,123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520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(520 subs, only 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$94,239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$97,025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$2,914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$97,665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$-9,297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$94,239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$97,665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$97,665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20 to 8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$60,464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$24,798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$41,306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$40,213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$41,306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$40,213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66%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$40,213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$13,125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($9,185)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$13,125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$9,185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5.9%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4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82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$-680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($-680)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