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$190,301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$4,153,174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$446,985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$1,576,671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$552,138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$861,191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2346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878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8250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$552,138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$861,191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$3,495,393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2,444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$2,112,630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$1,159,893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82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$364,510  |  Subs 311  |  Binds 20  |  HR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6.4% (portfolio avg: 4.2%)  |  $364,510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208  |  Binds 9  |  HR 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4.3% (portfolio avg: 4.2%)  |  $453,747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526  |  Binds 7  |  HR 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42  |  Binds 9  |  HR 21.4%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21.4% (portfolio avg: 4.2%)  |  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31 submissions with 0 binds - zero conversion  |  Submissions dropped 82% MoM (17 -&gt;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$1,050,503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(21.4%)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2,346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(370 subs): Gia Group Llc (88), Argos Insurance Grou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(1.3%),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250 quotes but 0 binds: Gia Group Llc (58q),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30+ subs and some binds but &lt;5% HR: Bond Insurance Broke (526s/7b), World Insurance Asso (208s/9b), Celiane Boston Finan (75s/3b).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4.2% (98 binds / 2,346 subs). Need 19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Bond Insurance Broke (1.3%),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329 submissions but 0 binds. Top: Gia Group Llc (88), Argos Insurance Group, Ll (44), Red Rose Insurance Llc (39). Even 5% conversion = ~$246,750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264957027787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AF EXPRESS TRANSPORTATION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Angela Kauzlarich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$155,203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$603,272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$157,788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Integrated Insurance Solutions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255177671722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W EXPRESS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526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(526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