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Cameron Brader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28, 2026  |  50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Cameron Brader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50 Total Agencies  |  49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$2,275,561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$1,691,277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$374,431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$209,853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$-452,363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$3,874,286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$4,179,561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$4,649,143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$291,782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$1,596,825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$472,177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$341,058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$112,504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$365,631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$340,817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$232,246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$140,223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$223,662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$41,738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$120,063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$121,009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$95,321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$95,321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Celiane Boston Financial &amp; Insuranc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$76,033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$62,337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$48,270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$39,085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$46,128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$45,035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$888,857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$157,607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$652,422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$413,481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$654,258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$263,948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$844,506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$493,369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$476,348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$362,873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$2,275,561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$1,691,277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2381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Trinity Ins Services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97.9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+61%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49 of 50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914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945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45.5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134%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104%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5/25–5/28*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72%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8283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164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2.0%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+276.7%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+470%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2,301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+654%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2,535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+376%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8,283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2,199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+277%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-336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+294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Celiane Boston Financial &amp; Insurance, 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+50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50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$888,857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$157,607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$-63,069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$652,422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$413,481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$-183,739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$654,258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$263,948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$41,383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389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$844,506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$493,369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$186,013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$-6,570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$476,348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$362,873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$130,428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$-107,847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$3,516,391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$1,691,277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$374,431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$-452,363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2,480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1,748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Cameron Brader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$58,633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Gantt Insurance Agency,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Pinnacle Insurance Solutions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Celiane Boston Financial &amp; Insurance,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Integrated Insurance Solutions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PA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Cameron Brader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$2,112,630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$228,422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$247,954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46.7%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$1,159,893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$145,448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Pinnacle Insurance Solutions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(33%)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(11%)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8.0%  ·  Declined: 83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2381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James DeSantis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Transportation Risk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Celiane Boston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Celiane Boston Financial &amp; Ins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Ben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Holly Fawber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Northern Insurance Specialists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Zabala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Bolormaa C Ganbileg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Henry Cifuentes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Aaron Rickabaugh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Transportation Risk Management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Nikitas Kasiotis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ALAIN SOLANO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Dominguez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Lakeisha Mclawhorn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Rudy Suarez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N Mcculloh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Brown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Smith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Timathee Asshur Ryazanov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Durham Insurance Group Inc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Gurbhinder Brar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Square Brokerage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Deven Kumm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Gary McCarthy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Laramie Smith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Cade Erwin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Nestor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Yervand Ter-Ghahramanyan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Anyelo Gonzalez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Armenakian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Del Carmen Rodrigu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Forward Insurance Group Ll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Darrell Rawlinson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Enver Berker Hazar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Milena Belorusets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Mullary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Insurance Connectio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Avra Aubin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Business Owners Liability Team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$365,631  |  Subs 317  |  Binds 21  |  HR 6.6%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6.6% (portfolio avg: 4.2%)  |  $365,631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$472,177  |  Subs 211  |  Binds 8  |  HR 3.8%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$472,177 YTD GWP  |  8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$232,246  |  Subs 532  |  Binds 9  |  HR 1.7%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$232,246 YTD GWP  |  9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Gesla Insurance Agency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12  |  Binds 0  |  HR 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500% MoM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$46,128  |  Subs 45  |  Binds 9  |  HR 20.0%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20.0% (portfolio avg: 4.2%)  |  9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88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88 submissions with 0 binds - zero conversion  |  59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$23,279  |  Subs 43  |  Binds 1  |  HR 2.3%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2.3% on 43 subs  |  Cancellations are 1418% of new business ($38,603 vs $2,722)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$21,797  |  Subs 44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44 submissions with 0 binds - zero conversion  |  Submissions dropped 62% MoM (16 -&gt; 6)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39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39 submissions with 0 binds - zero conversion  |  Submissions dropped 62% MoM (8 -&gt; 3)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39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39 submissions with 0 binds - zero conversion  |  24 quotes generated but 0 converted to binds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15d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3/3 appointed agencies have submitted (100%)  •  1/3 have bound (33%)  •  Total bound: 9  •  Total GWP: $37,512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Agency,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$37,512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New Rochelle Agencies Corp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Cameron Brader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(World Insurance Associate, Transportation Risk Manag, Bond Insurance Brokerage ) drive $1,070,055 (47%)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 G I Brokerage Inc (40.0%), Michael Pigott Agenc (33.3%), Jabbarco Insurance G (20.0%)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2,381 total submissions across 49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Trinity Ins 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 agencies submitting but 0 binds (375 subs): Gia Group Llc (88), Argos Insurance Grou (44)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Bond Insurance Broke (1.7%), Z&amp;H Brokerage Inc (2.0%), My Va Insurance Llc (2.2%)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4.2%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17 agencies have 254 quotes but 0 binds: Gia Group Llc (59q), Argos Insurance Group, Ll (32q), Red Rose Insurance Llc (29q). Follow up on pricing, coverage, response time gaps.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30+ subs and some binds but &lt;5% HR: Bond Insurance Broke (532s/9b), World Insurance Asso (211s/8b), AGS Insurance Group  (81s/4b). Small HR improvements on large volume = significant premium lift.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4 agencies with 20+ subs but &lt;3% HR: Bond Insurance Broke (1.7%), Z&amp;H Brokerage Inc (2.0%), My Va Insurance Llc (2.2%). Conduct submission quality training to lift conversion 2-3 points.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4.2% (99 binds / 2,381 subs). Need 20 more binds. Focus on submission quality and appetite education.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Convert Zero-Bind Agencies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334 submissions but 0 binds. Top: Gia Group Llc (88), Argos Insurance Group, Ll (44), Fdi Management Group, Inc (39). Even 5% conversion = ~$250,500 new premium.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Last 25 Bound Submissions  |  99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260819829513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BERWINE LOGISTIC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263040496627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TS TRANSPORTATION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Edwin Ramos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255142717595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C&amp;C TRUCKING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James DeSantis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$8,382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269820493233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OLIMJON NOMAZOV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258460674396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ASP TRANSPORT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263354668212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SURTEX LOGISTICS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$9,652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265926486466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BUROQ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264570908915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SMART DELIVERY AND COURIER SERVI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$23,344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253445080668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J EXPRESS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Deven Kumm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$12,076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251723976240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5150 LOGISTICS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Zachary Wagner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$19,239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262924661783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3D TRIPLE D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$3,185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265900046429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RB TRUCKING AND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Nestor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$45,528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260964878942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gyng logistics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Craig Erwin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$3,186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268596316565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Uudrog Corp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Bolormaa C Ganbileg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$4,266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266802150889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BROSKEE TRANSPORT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Edwin Ramos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$24,618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266557195862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ASY TRUCKING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Cade Erwin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$43,631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264497790274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WILD TURKEY TRUCKING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Enver Berker Hazar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263461522795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HALIM DESIGN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$8,217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267195806734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MONDFRUIT GROUP CORP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Lakeisha Mclawhorn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$21,216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263337182051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Celiane Boston Financial &amp; Insuran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AUGUSTA TRANSPORT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Celiane Boston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266027929393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HIGHLINE AUTO TRANSPORT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Jeffery Scafuro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$40,831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265127943011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SOA MOTIONS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$24,695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261153401288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AGRON TRANSPORT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Holly Bedisky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266532830088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KENAMS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Dominguez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$36,979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251752181717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EXPRESS CARRIER CORP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$28,434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$473,551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Active in-force policies expiring through Aug 26,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$219,060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251697655578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RN TRANSPORT SERVICE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$13,052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250942353301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LJP BOX TRUCK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255235012023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CROSSWAY GROUP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Forward Insurance Group Ll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259847234487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 &amp; VENTURA TRUCKING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$48,926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253494692346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SB TRANSPORTATION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$18,337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255036814038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DIXON SOLUTIONS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$24,271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254008084121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EAST DA WEST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256291836103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393 ROADWAYS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255142717595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CYNTHIA VILLANUEVA ROSALES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254237412721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SILVER LINING TRANSPORTATION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63d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257995886345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WOODIES INTERNATIONAL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64d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$23,364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258788926265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ONE TOP NOTCH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64d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253434829309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INTERPORT GLOBAL LOGISTICS USA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64d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Policies with cancellation_date on or before Aug 26,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$10,668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$10,668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257649789904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PEGUERO M TRUCKING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257649789904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PEGUERO M TRUCKING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257649789904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PEGUERO M TRUCKING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$8,135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257649789904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PEGUERO M TRUCKING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4 of 4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Blackwood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$472,177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$341,058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$-206,433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$347,667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$561,806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$145,983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$159,295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$159,295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$-159,111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$33,592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$35,011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$68,459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$181,214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$99,332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$472,177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$341,058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$-206,433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$472,177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$341,058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($206,433)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$341,058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$206,433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Kearny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$365,631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$582,141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$456,550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$119,353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$69,884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$104,790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$104,892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$63,897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$365,631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$340,817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$24,814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$365,631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$340,817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$340,817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NY  |  City: New York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$232,246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$-68,684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$1,015,457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$685,009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$103,317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$82,529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$-14,145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$74,756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$-8,675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$232,246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$140,223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$-68,684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$232,246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$140,223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532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($68,684)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(532 subs, only 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$140,223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MANASSAS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$26,300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$41,738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$-8,335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$223,662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$41,738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$41,738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$164,909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$121,009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$72,724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$72,724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$28,738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$23,344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$5,394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$120,063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$121,009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$-6,818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$120,063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$121,009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$121,009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Hershey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$105,450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Roseland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$44,014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$51,307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$51,307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$95,321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$95,321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$95,321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$95,321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$95,321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Celiane Boston Financial &amp;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MD  |  City: Owings Mills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$-30,794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$53,530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$-26,754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$-30,794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$77,378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$30,794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Illinois  |  City: Springfield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$76,033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$60,689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$15,345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$-3,741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$76,033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$60,689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NY  |  City: Brewster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$62,337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$-17,975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$62,337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$23,933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75% of new business ($17,975)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23 to 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$23,933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$17,975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MD  |  City: Bethesda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$39,085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$25,960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$48,270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$39,085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$48,270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$39,085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$39,085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Fesasterville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$29,295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$15,257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$14,164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$45,035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$46,128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$45,035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36 to 10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$45,035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Lititz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$258,552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$43,959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$43,959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$14,242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$14,242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Califon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$128,537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$19,559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$43,548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$44,479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$43,548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$44,479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$44,479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MA  |  City: East Longmeadow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$42,551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$42,551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$37,729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$37,729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$31,503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$31,503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$31,503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Rein Connected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MA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$44,700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$24,037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Business Owners Liability Team, LLC dba Bolt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Austin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$26,113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Allentown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$-38,603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$18,237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$20,557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$-38,603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43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1418% of new business ($38,603)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(43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$2,722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MD  |  City: Kensington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$-3,974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$23,105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Middlesex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$22,329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$22,329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Statechoice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CT  |  City: West Hartford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$16,607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$16,607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Michael Pigott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Bensalem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$16,492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$16,492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$16,492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Manassas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$10,622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$10,622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$11,830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$3,742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$3,742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$10,622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$10,622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$10,622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$10,622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1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$10,622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Oakland Gardens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$8,221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$9,037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$8,221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$9,037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49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(49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Forward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New Alexandria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Integrated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Ashburn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$132,485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$6,166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CT  |  City: Hebron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$2,611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10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 G I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Crotty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Bristol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32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 Miranda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New Rochelle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Mechanicsburg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39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Gantt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VA  |  City: Farmville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24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Gesla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Farmingville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Feasterville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88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S Braddock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Medford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Massapequa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Onyx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Penn Summit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Chalk Hill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39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Redden-wood &amp; Associates,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WV  |  City: Mount Hope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Seubert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Pittsburgh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Square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Northeast  |  State: N/A  |  City: Hicksville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32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New Rochelle Agencies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New York  |  City: Larchmont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Placement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True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Allentown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Jyp Ins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Insurance Connections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Deptford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13.3%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($-2,142)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