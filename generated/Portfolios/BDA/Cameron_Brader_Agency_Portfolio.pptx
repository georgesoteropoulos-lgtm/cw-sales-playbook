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Cameron Brader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22, 2026  |  50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Cameron Brader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50 Total Agencies  |  49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$2,209,354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$1,653,659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$365,394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$190,301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$-439,990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$3,874,286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$4,113,354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$4,649,143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$291,782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$1,526,640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$453,747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$364,510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$120,063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$43,959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$43,548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$44,479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$643,860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$609,650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$815,837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$381,084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$325,255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$2,209,354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$1,653,659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2329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Trinity Ins Services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98.3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+69%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 of 50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875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906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45.6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104%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5/18–5/22*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8233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157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1.9%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+274.4%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+470%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+654%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+376%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8,233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+274%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-345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50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$-63,069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$643,860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$-183,739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$609,650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$41,383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$815,837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$186,013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$-6,570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$381,084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$325,255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$121,391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$-95,474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$3,339,288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$1,653,659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$365,394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$-439,990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2,426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1,705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$58,633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PA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$1,957,427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$228,422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$247,954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$145,448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$1,004,689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(33%)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(11%)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7.8%  ·  Declined: 81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Celiane Boston Financial &amp; 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Ben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Holly Fawber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Northern Insurance Specialists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Zabala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Bolormaa C Ganbileg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Henry Cifuentes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Aaron Rickabaugh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Nikitas Kasiotis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ALAIN SOLANO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Rudy Suarez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Brown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N Mcculloh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Smith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Timathee Asshur Ryazanov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Gurbhinder Brar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Gary McCarthy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Laramie Smith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Yervand Ter-Ghahramanyan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Del Carmen Rodrigu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Darrell Rawlinson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Anyelo Gonzalez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Milena Belorusets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Mullary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Insurance Connectio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Zurab Arsamakov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$364,510  |  Subs 309  |  Binds 20  |  HR 6.5%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6.5% (portfolio avg: 4.0%)  |  $364,510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$453,747  |  Subs 207  |  Binds 8  |  HR 3.9%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$453,747 YTD GWP  |  8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$232,246  |  Subs 523  |  Binds 8  |  HR 1.5%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$232,246 YTD GWP  |  8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$41,306  |  Subs 41  |  Binds 8  |  HR 19.5%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19.5% (portfolio avg: 4.0%)  |  8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$223,662  |  Subs 26  |  Binds 3  |  HR 11.5%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11.5% (portfolio avg: 4.0%)  |  $223,662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86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86 submissions with 0 binds - zero conversion  |  57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$23,279  |  Subs 43  |  Binds 2  |  HR 4.7%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963% of new business ($26,230 vs $2,722)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$21,797  |  Subs 44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44 submissions with 0 binds - zero conversion  |  Submissions dropped 62% MoM (16 -&gt; 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$-816  |  Subs 49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49 submissions with 0 binds - zero conversion  |  Negative net written premium: $-816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39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39 submissions with 0 binds - zero conversion  |  Submissions dropped 62% MoM (8 -&gt;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15d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8  •  Total GWP: $33,015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$33,015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Cameron Brader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(World Insurance Associate, Transportation Risk Manag, Bond Insurance Brokerage ) drive $1,050,503 (48%)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 G I Brokerage Inc (40.0%), Michael Pigott Agenc (33.3%), Jabbarco Insurance G (19.5%)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2,329 total submissions across 49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Trinity Ins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 agencies submitting but 0 binds (416 subs): Gia Group Llc (86), Z&amp;H Brokerage Inc (49)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Bond Insurance Broke (1.5%), My Va Insurance Llc (2.2%)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4.0%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have 287 quotes but 0 binds: Gia Group Llc (57q), Z&amp;H Brokerage Inc (38q), Argos Insurance Group, Ll (32q).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4.0% (93 binds / 2,329 subs). Need 23 more binds. Focus on submission quality and appetite education.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7 agencies with 30+ subs and some binds but &lt;5% HR: Bond Insurance Broke (523s/8b), World Insurance Asso (207s/8b), Celiane Boston Finan (74s/3b).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Convert Zero-Bind Agencies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375 submissions but 0 binds. Top: Gia Group Llc (86), Z&amp;H Brokerage Inc (49), Argos Insurance Group, Ll (44). Even 5% conversion = ~$281,250 new premium.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Bond Insurance Broke (1.5%), My Va Insurance Llc (2.2%). Conduct submission quality training to lift conversion 2-3 points.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Last 25 Bound Submissions  |  93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258460674396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ASP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263354668212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SURTEX LOGISTICS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$9,652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265926486466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BUROQ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264570908915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SMART DELIVERY AND COURIER SERVI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253445080668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J EXPRESS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$12,076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251723976240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5150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Zachary Wagner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262924661783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3D TRIPLE D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265900046429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RB TRUCKING AND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$45,528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260964878942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gyng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Craig Erwin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266802150889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BROSKEE TRANSPORT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Edwin Ramos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266557195862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ASY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264497790274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WILD TURKEY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263461522795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HALIM DESIGN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267195806734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MONDFRUIT GROUP CORP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263337182051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AUGUSTA TRANSPORT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266027929393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HIGHLINE AUTO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Jeffery Scafuro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$40,831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265127943011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MOTIONS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261153401288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AGRON TRANSPORT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Holly Bedisky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266532830088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KENAMS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251752181717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EXPRESS CARRIER CORP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C&amp;C TRUCKING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$8,382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263399061819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TOLIBJON KLICHEV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$3,058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269899045609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PARVIZ TOSHEV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263609980665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FAKHRI TOKHIROV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$3,093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266824266188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JAMES EXPRESS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$2,822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$454,776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Active in-force policies expiring through Aug 20,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$111,375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257131475515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LIVE &amp; SURVIVE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Integrated Insurance Solutions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255177671722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&amp; W EXPRESS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251697655578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RN TRANSPORT SERVICE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250942353301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LJP BOX TRUCK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255235012023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CROSSWAY GROUP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259847234487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 &amp; VENTURA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253494692346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SB TRANSPORTATION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$2,884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255036814038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DIXON SOLUTIONS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39d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$24,271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254008084121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EAST DA WEST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39d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256291836103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393 ROADWAYS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49d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$8,017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CYNTHIA VILLANUEVA ROSALES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59d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$8,184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254237412721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 LINING TRANSPORTATION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69d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257995886345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WOODIES INTERNATIONAL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70d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Policies with cancellation_date on or before Aug 20,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Blackwood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$-159,111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$33,592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$68,459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$162,783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$453,747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$453,747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($206,433)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$341,058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$206,433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Kearny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$364,510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$439,905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$119,353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$69,884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$104,790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$63,897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$364,510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$23,692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$364,510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$340,817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New York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$1,015,457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$103,317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$82,529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$74,756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$-8,675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523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($68,684)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(523 subs, only 8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$140,223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$26,300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$41,738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$164,909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$5,394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$-6,818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$121,009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Hershey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Roseland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$93,076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MD  |  City: Owings Mills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$-26,754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$77,378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$30,794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Illinois  |  City: Springfield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Brewster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75% of new business ($17,975)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$23,933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$17,975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Lititz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$258,552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$43,959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$14,242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$14,242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Califon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$43,548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$44,479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$44,479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East Longmeadow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$42,551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$37,729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$37,729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Fesasterville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$10,435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$41,306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$41,306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$40,213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66%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36 to 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$40,213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$31,503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Rein Connected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$24,037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Owners Liability Team, LLC dba Bolt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Austin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$26,113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$-26,230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963% of new business ($26,230)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$2,722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$26,230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Kensington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$23,105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Bethesda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$84,696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$22,309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$13,125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($9,185)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$13,125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$9,185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Middlesex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$22,329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$22,329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Statechoice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West Hartford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Michael Pigott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Bensalem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$16,492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Forward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New Alexandria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Integrated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Ashburn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$6,166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$6,032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$2,335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Hebron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$2,611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 G I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Bristol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31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 Miranda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New Rochelle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Mechanicsburg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37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VA  |  City: Farmville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23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Farmingville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11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Feasterville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86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S Braddock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Medford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Massapequa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Onyx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Penn Summit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Chalk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Redden-wood &amp; Associates,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WV  |  City: Mount Hope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Seubert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Pittsburgh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Northeast  |  State: N/A  |  City: Hicksville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31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New York  |  City: Larchmont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Placement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Jyp Ins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Oakland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$-816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($-816)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Insurance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Deptford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13.3%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($-2,142)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