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Berry-Smith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Berry-Smith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$8,918,815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$2,001,560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$-4,155,926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$19,806,984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$3,536,900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$5,377,045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$1,036,095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$706,072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$660,989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$502,972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$4,205,754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$4,180,718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$4,460,952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$4,080,853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$2,125,800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$778,904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$8,918,815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4283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1814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+309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$4,205,754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$4,180,718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$4,460,952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$4,080,853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$2,125,800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$778,904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$-543,820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$19,054,078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$-4,155,926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$20,724,680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$1,674,908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$1,476,925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$3,330,633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$4,199,135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$1,900,623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22.2%  ·  Declined: 150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$2,124,989  |  Subs 976  |  Binds 64  |  HR 6.6%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6.6% (portfolio avg: 6.2%)  |  $2,124,989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$832,903  |  Subs 360  |  Binds 27  |  HR 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6.2%)  |  $832,903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$1,036,095  |  Subs 134  |  Binds 20  |  HR 14.9%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14.9% (portfolio avg: 6.2%)  |  $1,036,095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$706,072  |  Subs 913  |  Binds 25  |  HR 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$706,072 YTD GWP  |  25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$660,989  |  Subs 413  |  Binds 26  |  HR 6.3%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6.3% (portfolio avg: 6.2%)  |  $660,989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92  |  Binds 9  |  HR 9.8%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Submissions dropped 65% MoM (34 -&gt; 12)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$194,350  |  Subs 326  |  Binds 6  |  HR 1.8%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326 subs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61  |  Binds 3  |  HR 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Continental Insurance Services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$48,613  |  Subs 70  |  Binds 3  |  HR 4.3%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165% of new business ($61,279 vs $37,175)  |  Submissions dropped 58% MoM (19 -&gt; 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$3,993,987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(21.6%), Roadways Commercial  (14.9%), Kavi.llc (14.6%)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4,283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(1.8%), Stellar Management,  (2.7%)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cancellations &gt;40% of new biz: A.s.i.a Inc, Roadways Commercial Insur, Truckers Insurance Servic. $3,563,352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(1.8%), Stellar Management,  (2.7%).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(913s/25b), Amerigo Insurance Ag (326s/6b), Network Truck Insura (187s/8b).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$951,263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Last 25 Bound Submissions  |  265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267829879438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 SMART TRADE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260795610663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DAKHA CARRIERS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255307470618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TRANSPORTATION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264048551080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SENMEE LOADZ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263340390858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MEHROK AND COMPANY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$85,761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265574398893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BMS TRUCKING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$19,284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262744285579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ROADRIDER TRANS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259492100429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KRISHNA TRANZ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264763529347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KABLAN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266619538571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DSR ROADKING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256055325042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GURSHARAN TRANS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$54,188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268004496164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 CARRIER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$17,963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268087832012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PAAK TRANSPORT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261555840029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SPS TRANS CARGO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$97,277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262601295613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RANCHO ESTRELLA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$1,136,538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$1,284,131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259325078093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SARAI TRUCKING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258555155114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SSA HAULERS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256955531582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HUNTER TRUCKERS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252037311719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JETBLUE LOGISTICS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258912692062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DASH TRANS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252976698841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Haholkin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255784151503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GMH TRANSPORT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256274799556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ITS BAJWA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$17,276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$2,667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266859456660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WIRK LOGISTICS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266859456660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WIRK LOGISTICS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$-1,293,539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$3,954,625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$1,303,553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$355,623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$227,265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$128,358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$-309,568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$-1,293,539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($1,293,539)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$1,281,263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$1,293,539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$1,036,095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$1,785,300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$1,036,095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$1,036,095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69% of new business ($493,268)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$715,605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$493,268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$549,101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$573,614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$719,941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$2,142,412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$508,536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$52,604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$43,828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$706,072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$117,574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$706,072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913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(913 subs, only 25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$660,989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$1,533,557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$106,628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$79,873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$23,785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$660,989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$502,972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$660,989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$502,972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$502,972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$261,680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$88,149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10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$-65,338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($130,983)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$130,983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$208,853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$1,027,624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$194,350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(326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150% of new business ($141,425)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$141,425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13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