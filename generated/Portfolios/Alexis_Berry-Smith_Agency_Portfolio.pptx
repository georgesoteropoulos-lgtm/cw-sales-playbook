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Alexis Berry-Smith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21, 2026  |  22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Alexis Berry-Smith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22 Total Agencies  |  22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$8,820,414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$5,908,148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$1,961,003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$-4,070,242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$18,061,408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$19,708,582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$21,673,689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$3,013,119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$5,621,321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$2,083,803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$1,262,343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$1,037,589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$848,152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$687,533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$642,973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$484,956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Pacific Atlantic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Network Truck Insurance Services, 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$207,492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$131,466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$4,331,115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$4,151,094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$4,528,693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$4,101,267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$1,914,040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$721,059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$8,820,414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$5,908,148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4191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58.4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+151%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 of 22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5/18–5/21*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1721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7.2%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617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3,039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-58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Roadways Commercial Insurance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Pacific Atlantic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+46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Continental Insurance Service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22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$4,331,115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$992,165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$98,838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$-851,930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$4,151,094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$1,185,913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$200,414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$-751,030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$4,528,693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$1,372,342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$-1,055,763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$4,101,267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$1,636,669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$35,521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$-953,383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$1,914,040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$721,059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$-458,136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735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$19,026,208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$5,908,148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$951,263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$-4,070,242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4,562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3,100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Alexis Berry-Smith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$20,375,398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$1,484,514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$1,391,163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$3,330,633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$4,199,135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$1,827,497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$1,547,695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(48%)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22.2%  ·  Declined: 149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Insurance Services 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Alexander Rue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Roadways Commercial Insurance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Jessie Ghangas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Pacific Atlantic Insurance Ser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Jasvir Kaur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Veronica Buruian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Raman Kailey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Continental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Manmdeep Thiara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Nick Lobodiuk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Veniamin Omelko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Grigoriy Gasan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Sukhnek Bahia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West Reliance Insurance Broker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Given Name Rahul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Tanya Golovina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Thomas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KAVI Singh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PABLO ROMAN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Karmjit Bahia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Brandon Fagliano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Matthew Munoz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Brian Nicosia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Sandeep Ku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Omar Morquecho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Monumental Insurance Services,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 Del Pozzo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Network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$2,083,803  |  Subs 956  |  Binds 64  |  HR 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6.3%)  |  $2,083,803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$848,152  |  Subs 358  |  Binds 27  |  HR 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7.5% (portfolio avg: 6.3%)  |  $848,152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$1,037,589  |  Subs 131  |  Binds 19  |  HR 14.5%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14.5% (portfolio avg: 6.3%)  |  $1,037,589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$642,973  |  Subs 398  |  Binds 31  |  HR 7.8%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7.8% (portfolio avg: 6.3%)  |  $642,973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$687,533  |  Subs 891  |  Binds 25  |  HR 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$687,533 YTD GWP  |  25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$69,299  |  Subs 24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24 submissions with 0 binds - zero conversion  |  18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$320,638  |  Subs 90  |  Binds 9  |  HR 10.0%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152% of new business ($348,359 vs $228,837)  |  Submissions dropped 71% MoM (34 -&gt; 10)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$194,350  |  Subs 317  |  Binds 6  |  HR 1.9%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1.9% on 317 subs  |  Submissions dropped 52% MoM (100 -&gt; 48)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$51,411  |  Subs 61  |  Binds 3  |  HR 4.9%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238% of new business ($63,999 vs $26,866)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Continental Insurance Services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$48,613  |  Subs 69  |  Binds 3  |  HR 4.3%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165% of new business ($61,279 vs $37,175)  |  Submissions dropped 63% MoM (19 -&gt; 7)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Alexis Berry-Smith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(A.s.i.a Inc, Roadways Commercial Insur, Truckers Insurance Servic) drive $3,969,543 (45%)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Insurance Mobile Ser (20.0%), Kavi.llc (17.1%), Roadways Commercial  (14.5%)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4,191 total submissions across 22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(24 subs): Monumental Insurance (24)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Amerigo Insurance Ag (1.9%), Stellar Management,  (2.8%)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cancellations &gt;40% of new biz: A.s.i.a Inc, Roadways Commercial Insur, Truckers Insurance Servic. $3,480,817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A.s.i.a Inc, Roadways Commercial Insur, Truckers Insurance Servic. Increase submission volume 20% through marketing support and referral incentives.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Amerigo Insurance Ag (1.9%), Stellar Management,  (2.8%). Conduct submission quality training to lift conversion 2-3 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30+ subs and some binds but &lt;5% HR: Stellar Management,  (891s/25b), Amerigo Insurance Ag (317s/6b), Network Truck Insura (183s/8b).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Arrest Declining Submission Volume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50%+ MoM drops: American Continental (19-&gt;7), Amerigo Insurance Ag (100-&gt;48), Grant Line Insurance (31-&gt;13). Investigate root causes.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Last 25 Bound Submissions  |  266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269600186080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Transportation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256492140667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CALPRIME LOGISTICS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KRISHNA DAND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269623494896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LOVE USA TRANSPORTATION I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$24,058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268065250263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HMG LOGISTICS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255351899555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 TRUCKLINES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260114960143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ROUTES TRUCKING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259907563344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WARRAICH CARRIER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Raman Palta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269935153800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POWER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Parmjit Dhami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$234,322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251986217800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BBJ TRUCKS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Kristina Vasilchenko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$81,068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264385221037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JAAT BROS TRANSPORT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256437447303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N CARGO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Sandy Gill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$13,192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264727004017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RAIPUR TRANSPORT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Deepak Goswami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$51,247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262744285579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ROADRIDER TRANS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259492100429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KRISHNA TRANZ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264763529347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KABLAN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Dmitri Omelco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266619538571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DSR ROADKING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$17,708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256055325042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Roadways Commercial Insurance Serv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GURSHARAN TRANS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Singh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$54,188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253511719934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WILLOW EXPRESS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Andrei Omelco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268004496164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 CARRIER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Shubham Kamra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$17,963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268087832012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PAAK TRANSPORT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Baldev Singh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$22,485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261555840029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SPS TRANS CARGO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Parmpaul Thandi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$97,277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262601295613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RANCHO ESTRELLA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Angelica Puente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269118543964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VNT Logistics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Metlenko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$3,244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255440684904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Saleem Nuristani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Elizabeth Ann Wyman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$7,118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253945897228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MY LE TRAN EXPRESS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Erbes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$61,361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$1,063,492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Active in-force policies expiring through Aug 19,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$1,254,706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255731743785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LALA TRUCKLINE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258745982517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HANDA TRUCKING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254012839166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MAHADEV EXPRESS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257927661214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FSS TRANSPORTATION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259325078093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NEW SARAI TRUCKING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$15,374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258555155114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SSA HAULERS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256955531582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ROAD HUNTER TRUCKERS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252037311719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JETBLUE LOGISTICS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Mobile Services,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258944420209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XOREZMIS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$2,223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259112955693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NIRMAL SINGH SANGHA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259275145407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GRD TRUCKLINE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Grant Line Insurance Agency, 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258718145941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 S T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252901755001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TESLA TRANSPORTATION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$14,805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75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Alexis Berry-Smith  |  Policies with cancellation_date on or before Aug 19,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$14,391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262116316030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SHIPMENT SOLUTIONS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253847472393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HHH TRANSPORT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262116316030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SHIPMENT SOLUTIONS INC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$3,974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262116316030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SHIPMENT SOLUTIONS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4 of 4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A.s.i.a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$1,262,343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$801,579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$-1,276,342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$2,385,932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$3,913,440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$1,356,519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$154,626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$214,475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$132,092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$-248,423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$564,150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$288,349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$275,800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$-277,377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$836,115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$574,702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$241,532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$-411,892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$314,437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$208,345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$-292,372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$2,083,803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$1,262,343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$19,881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$801,579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$-1,276,342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$2,083,803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$1,262,343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($1,276,342)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$1,262,343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$1,276,342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Roadways Commercial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$1,786,794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$433,705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$306,192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$169,361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$-104,966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$353,038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$233,140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$-140,238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$120,349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$78,610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$-61,497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$156,264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$-186,568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$101,746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$1,037,589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$715,605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$33,536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$288,447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$-493,268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$-15,932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$-11,589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$1,037,589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$715,605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69% of new business ($493,268)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$715,605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$493,268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$848,152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$634,300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$1,482,452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$549,101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$231,418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$180,687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$50,732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$192,570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$-96,703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$170,535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$148,379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$-39,508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$120,883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$-18,738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$848,152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$692,043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$29,398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$-375,250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$848,152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$692,043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($375,250)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$692,043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$375,250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Alex Rue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$526,779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$343,848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$387,828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$-43,980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$249,225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$220,246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$-128,956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$-135,964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$711,343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$719,941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$49,093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$-57,691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$-267,742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$-11,990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$711,343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$719,941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$719,941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$267,742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Stellar Management,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WA  |  City: Seattle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$687,533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$99,035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$2,123,873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$566,913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$65,566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$-67,434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$437,395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$113,238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$318,885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$-66,144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$66,054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$34,065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$687,533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$250,848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$337,650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$99,035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$-245,545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$687,533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$250,848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891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98% of new business ($245,545)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(891 subs, only 25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$250,848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Aic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OR  |  City: Redmond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$642,973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$484,956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$1,633,938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$1,515,541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$408,510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$85,643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$-8,152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$200,190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$136,953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$218,540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$88,611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$23,785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$642,973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$484,956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$130,764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$-6,595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$642,973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$484,956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$484,956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$146,079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$-131,437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$134,944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$137,238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$-30,504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$344,599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$169,304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$149,499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$-186,648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$344,599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$169,304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110% of new business ($186,648)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$169,304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$186,648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Atlantic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$645,355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$-191,824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$50,509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$200,371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$213,327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$-12,090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$320,638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$228,837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$91,801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$-348,359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$320,638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$228,837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152% of new business ($348,359)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$228,837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$348,359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Mobile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Granite Bay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$678,966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$223,238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$122,936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$-52,571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$47,211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$81,984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$10,819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$304,728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$183,956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$69,412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$-111,502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$304,728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$183,956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($111,502)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$183,956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$111,502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Berrier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$629,080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$546,175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$203,142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$139,883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$139,054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$111,682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$34,802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$268,053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$173,856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$113,951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$-21,947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$268,053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$173,856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$173,856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$113,951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Network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Roseville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$465,679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$-41,247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$30,577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$47,639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$226,868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$116,554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$67,666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$-65,645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$226,868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$116,554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($65,645)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$116,554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$65,645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Walker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Longview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$207,492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$98,333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$64,225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$-25,639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$65,659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$67,241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$207,492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$131,466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$88,750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$-12,723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$-47,431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$207,492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$131,466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24 to 8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$131,466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$47,431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Amerigo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Yuba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$1,464,780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$1,027,624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$-24,573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$8,040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$-4,942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$235,158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$194,350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$185,109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$-59,250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$194,350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$185,109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317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(317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$185,109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Grant 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$486,748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$138,127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$33,887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$-16,494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$192,358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$27,712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$192,358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13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$164,646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Soho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Dublin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$326,151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$102,416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$184,023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$-86,414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$184,023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($86,414)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$71,427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$86,414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Key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Kent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$-102,949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$-23,395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$-141,425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$132,722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$93,992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150% of new business ($141,425)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$93,992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$141,425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Reliance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$118,995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$-7,575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$118,995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13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$119,805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Kavi.llc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Pacific Northwest  |  State: CA  |  City: Stockton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$2,606,761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$1,369,811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$-55,318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$70,824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$-31,854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$74,806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$-87,172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$74,806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$74,806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Monumental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$16,481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$52,818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&amp; S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WA  |  City: Puyallup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$51,411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$-63,999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$51,411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238% of new business ($63,999)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$63,999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Continental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Pacific Northwest  |  State: CA  |  City: Tracy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$339,086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$-46,429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$37,175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$-61,279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$37,175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165% of new business ($61,279)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$37,175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$61,279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Grewal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West  |  State: N/A  |  City: Pacific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$26,600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$-25,142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$26,600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95% of new business ($25,142)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$26,600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$25,142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