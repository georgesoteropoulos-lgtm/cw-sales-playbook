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$8,884,305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$5,947,976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$1,985,065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$-4,135,580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$19,772,473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$3,230,206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$5,591,990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$642,973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$484,956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$4,167,042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$4,269,686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$4,460,952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$4,119,995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$2,337,777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$760,887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$8,884,305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$5,947,976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4234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58.4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+152%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1764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130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7.4%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$4,167,042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$4,269,686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$4,460,952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$4,119,995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$2,337,777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$760,887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$-523,474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$19,355,453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$5,947,976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$-4,135,580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3,134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$20,724,680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$3,330,633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$4,199,135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22.4%  ·  Declined: 149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$2,124,989  |  Subs 961  |  Binds 67  |  HR 7.0%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7.0% (portfolio avg: 6.4%)  |  $2,124,989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359  |  Binds 27  |  HR 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6.4%)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$1,036,095  |  Subs 131  |  Binds 20  |  HR 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15.3% (portfolio avg: 6.4%)  |  $1,036,095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$642,973  |  Subs 408  |  Binds 30  |  HR 7.4%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7.4% (portfolio avg: 6.4%)  |  $642,973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$706,072  |  Subs 900  |  Binds 25  |  HR 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$706,072 YTD GWP  |  25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91  |  Binds 9  |  HR 9.9%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68% MoM (34 -&gt; 11)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$194,350  |  Subs 321  |  Binds 6  |  HR 1.9%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1.9% on 321 subs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61  |  Binds 3  |  HR 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70  |  Binds 3  |  HR 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58% MoM (19 -&gt; 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$3,993,987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(21.6%), Roadways Commercial  (15.3%), Kavi.llc (14.6%)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4,234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(1.9%), Stellar Management, 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cancellations &gt;40% of new biz: A.s.i.a Inc, Roadways Commercial Insur, Truckers Insurance Servic. $3,546,155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(1.9%), Stellar Management,  (2.8%).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(900s/25b), Amerigo Insurance Ag (321s/6b), Network Truck Insura (186s/8b).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$951,263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271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265232324988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DOUBLE S TRUCKING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266687646807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TRUCKLINE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265574398893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BMS TRUCKING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$19,284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264727004017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RAIPUR TRANSPORT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$51,247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262744285579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ROADRIDER TRANS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$38,740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259492100429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KRISHNA TRANZ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264763529347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KABLAN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266619538571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DSR ROADKING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256055325042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GURSHARAN TRANS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$54,188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268004496164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 CARRIER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$17,963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268087832012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PAAK TRANSPORT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$22,485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$1,085,364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$1,149,141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254012839166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MAHADEV EXPRESS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257927661214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FSS TRANSPORTATION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258745982517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HANDA TRUCKING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$3,373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265349274128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FIVE LEAF COLVER TRUCKING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Network Truck Insurance 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265349274128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FIVE LEAF COLVER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Network Truck Insurance Ser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265349274128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FIVE LEAF COLVER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Network Truck Insurance Ser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$-1,276,342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$3,954,625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$1,394,724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$355,623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$128,358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$-292,372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$-1,276,342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($1,276,342)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$1,281,263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$1,276,342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$1,785,300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69%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$715,605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$542,001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$2,142,412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$405,891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$52,604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$43,828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900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(900 subs, only 25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$642,973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$484,956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$1,515,541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$408,510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$88,611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$23,785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$642,973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$484,956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$642,973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$484,956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$261,680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$203,142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9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$47,431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$1,027,624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$194,350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321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(321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$486,748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$192,358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