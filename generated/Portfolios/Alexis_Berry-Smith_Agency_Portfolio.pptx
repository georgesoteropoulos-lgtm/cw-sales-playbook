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Alexis Berry-Smith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27, 2026  |  22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Alexis Berry-Smith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22 Total Agencies  |  22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$8,999,407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$6,043,018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$2,005,127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$-4,155,926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$18,061,408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$19,887,576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$21,673,689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$3,486,434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$5,419,993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$2,124,989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$1,281,263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$1,093,224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$772,734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$705,030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$691,839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$522,868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Pacific Atlantic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$228,400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Network Truck Insurance Services, I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$4,161,377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$4,184,154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$4,505,383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$4,187,503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$2,254,514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$855,929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$8,999,407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$6,043,018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4320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+142%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 of 22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113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5/25–5/27*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1854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131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7.1%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1,854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3,039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+816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+315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Roadways Commercial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Pacific Atlantic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Continental Insurance Service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22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$4,161,377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$98,838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$-851,930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$4,184,154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$200,414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$-751,030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$4,505,383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$-1,055,763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$4,187,503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$-953,383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$2,254,514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$855,929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$-543,820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574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$19,292,933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$6,043,018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$-4,155,926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4,699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3,191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$21,021,356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$1,674,908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$1,476,925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$3,383,827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$4,442,617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$1,900,623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$1,547,695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(35%)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22.2%  ·  Declined: 153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Insurance Services 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Roadways Commercial Insurance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Jessie Ghangas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Pacific Atlantic Insurance Ser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Veronica Buruian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Kailey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Continental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Manmdeep Thiara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Veniamin Omelko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Sukhnek Bahia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West Reliance Insurance Broker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Grigoriy Gasan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Thomas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Given Name Rahul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Tanya Golovina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PABLO ROMAN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Karmjit Bahia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Sandeep Ku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Matthew Munoz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Brandon Fagliano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Brian Nicosia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Omar Morquecho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Monumental Insurance Services,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 Del Pozzo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$2,124,989  |  Subs 988  |  Binds 65  |  HR 6.6%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6.6% (portfolio avg: 6.2%)  |  $2,124,989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$832,903  |  Subs 362  |  Binds 29  |  HR 8.0%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8.0% (portfolio avg: 6.2%)  |  $832,903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$1,093,224  |  Subs 136  |  Binds 21  |  HR 15.4%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15.4% (portfolio avg: 6.2%)  |  $1,093,224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$691,839  |  Subs 416  |  Binds 29  |  HR 7.0%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7.0% (portfolio avg: 6.2%)  |  $691,839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$705,030  |  Subs 919  |  Binds 24  |  HR 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$705,030 YTD GWP  |  24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$69,299  |  Subs 24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$320,638  |  Subs 95  |  Binds 8  |  HR 8.4%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152% of new business ($348,359 vs $228,837)  |  Submissions dropped 53% MoM (34 -&gt; 16)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$188,005  |  Subs 326  |  Binds 6  |  HR 1.8%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1.8% on 326 subs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$51,411  |  Subs 61  |  Binds 3  |  HR 4.9%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238% of new business ($63,999 vs $26,866)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$705,030  |  Subs 919  |  Binds 24  |  HR 2.6%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2.6% on 919 subs  |  Cancellations are 98% of new business ($245,545 vs $250,848)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(A.s.i.a Inc, Roadways Commercial Insur, Truckers Insurance Servic) drive $4,051,116 (45%)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Insurance Mobile Ser (19.2%), Kavi.llc (17.5%), Roadways Commercial 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4,320 total submissions across 22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(24 subs): Monumental Insurance (24)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Amerigo Insurance Ag (1.8%), Stellar Management,  (2.6%)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cancellations &gt;40% of new biz: A.s.i.a Inc, Roadways Commercial Insur, Truckers Insurance Servic. $3,563,352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A.s.i.a Inc, Roadways Commercial Insur, Truckers Insurance Servic. Increase submission volume 20% through marketing support and referral incentives.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Amerigo Insurance Ag (1.8%), Stellar Management,  (2.6%). Conduct submission quality training to lift conversion 2-3 points.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30+ subs and some binds but &lt;5% HR: Stellar Management,  (919s/24b), Amerigo Insurance Ag (326s/6b), Network Truck Insura (188s/8b).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$951,263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Last 25 Bound Submissions  |  268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263438591073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NK &amp; SON'S TRUCKING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$57,129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265532894843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TJ GOODS CARRIER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254714084915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FLOW LOGISTICS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264846471979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ARMAKS ENTERPRISES CORP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$18,039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266081102216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BIG BEN ENTERPRISES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$53,194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266435560373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TRANS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267829879438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 SMART TRADE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260795610663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DAKHA CARRIERS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255307470618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TRANSPORTATION SYSTEM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264048551080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SENMEE LOADZ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$20,683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263340390858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MEHROK AND COMPANY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$85,761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269600186080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256492140667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CALPRIME LOGISTICS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$15,976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259454135454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STAR LOGISTICS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$190,394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268065250263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HMG LOGISTICS LTD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265574398893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BMS TRUCKING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$19,284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255351899555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TRUCKLINES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$17,179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260114960143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ROUTES TRUCKING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259907563344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WARRAICH CARRIER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269935153800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POWER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$234,322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251986217800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BBJ TRUCKS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$81,068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256437447303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N CARGO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$13,192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262744285579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ROADRIDER TRANS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$38,740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259492100429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KRISHNA TRANZ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264763529347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KABLAN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$1,098,322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Active in-force policies expiring through Aug 25,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$1,234,176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259325078093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NEW SARAI TRUCKING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258555155114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SSA HAULERS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256955531582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ROAD HUNTER TRUCKERS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252037311719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JETBLUE LOGISTICS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259112955693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NIRMAL SINGH SANGHA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$5,536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259275145407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GRD TRUCKLINE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258944420209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XOREZMIS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258718145941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 S 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252901755001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TESLA TRANSPORTATION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258912692062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DASH TRANS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252976698841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Andrei Haholkin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255784151503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GMH TRANSPORT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256274799556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ITS BAJWA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$17,276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76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Policies with cancellation_date on or before Aug 25,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$24,217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Does Not Meet Uw G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266896310126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&amp; R OLSON ENTERPRISES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Insurance Services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266896310126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&amp; R OLSON ENTERPRISES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Insurance Services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$22,319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$2,124,989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$1,281,263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$823,844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$-1,293,539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$2,385,932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$3,954,625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$1,350,751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$214,475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$132,092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$564,150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$288,349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$-277,377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$836,115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$574,702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$241,532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$-411,892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$355,623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$227,265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$128,358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$-309,568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$2,124,989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$1,281,263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$823,844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$-1,293,539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$2,124,989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$1,281,263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($1,293,539)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$1,281,263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$1,293,539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$1,093,224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$772,734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$286,953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$1,842,429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$306,192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$169,361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$-104,966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$353,038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$-140,238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$120,349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$78,610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$-61,497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$156,264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$-186,568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$170,311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$1,093,224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$772,734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$286,953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$-15,932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$-11,589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$1,093,224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$772,734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64% of new business ($493,268)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$772,734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$493,268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$634,300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$231,418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$180,687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$-96,703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$170,535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$148,379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$120,883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($375,250)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$692,043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$375,250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$526,779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$573,614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$343,848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$387,828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$-43,980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$249,225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$-128,956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$-135,964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$719,941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$267,742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WA  |  City: Seattle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$705,030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$2,141,371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$405,891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$504,320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$65,566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$-67,434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$437,395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$113,238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$318,885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$-66,144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$66,054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$705,030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$705,030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919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98% of new business ($245,545)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(919 subs, only 24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$250,848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OR  |  City: Redmond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$691,839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$522,868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$1,633,938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$1,564,406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$398,274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$324,655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$85,643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$-8,152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$136,953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$219,616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$218,540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$137,477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$99,769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$34,738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$691,839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$522,868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$141,717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$-6,595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$691,839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$522,868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$522,868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$-131,437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$134,944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$137,238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$-30,504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110% of new business ($186,648)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$169,304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$186,648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$645,355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$-191,824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$200,371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$213,327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$-12,090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152% of new business ($348,359)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$228,837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$348,359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Granite Bay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$201,249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$122,936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$-52,571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$47,211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$81,984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$10,819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($111,502)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$183,956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$111,502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$629,080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$546,175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$139,883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$111,682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$173,856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$113,951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Longview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$98,333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$64,225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$-25,639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$88,149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24 to 10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$152,374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$50,581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$465,679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$-41,247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$30,577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$47,639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$-65,338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112% of new business ($130,983)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$116,554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$130,983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$208,853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$-16,494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$208,853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$44,206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$208,853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$164,646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Yuba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$1,464,780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$-24,573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$-4,942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$235,158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$-5,905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$185,109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326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(326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$185,109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Dublin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$326,151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$184,023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($86,414)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$71,427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$86,414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Kent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$-102,949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$-23,395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$132,722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$93,992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150% of new business ($141,425)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$93,992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$141,425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Reliance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$119,805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Stockton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$1,369,811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$-55,318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$-31,854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$74,806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$74,806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$52,818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Puyallup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$51,411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238% of new business ($63,999)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$63,999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Continental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$339,086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$-46,429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$37,175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165% of new business ($61,279)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$37,175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$61,279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Grewal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West  |  State: N/A  |  City: Pacific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($25,142)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$26,600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$25,142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