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Alexis Berry-Smith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19, 2026  |  22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Alexis Berry-Smith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22 Total Agencies  |  22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$8,700,935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$5,807,593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$942,719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$1,950,623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$-4,020,350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3659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$18,061,408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$19,589,103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$21,673,689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$3,007,193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$5,783,945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19.0%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$1,993,624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$1,183,964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$19,881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Roadways Commercial Insurance Servi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$1,037,589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$715,605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$33,536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14.8%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$848,152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$692,043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$29,398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$711,343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$719,941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$49,093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$687,533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$250,848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$337,650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$642,423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$484,406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$27,253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$344,599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$169,304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$25,796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Pacific Atlantic Insurance Services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$320,638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$228,837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$296,184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$183,956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$42,815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$246,427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$152,230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$113,951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Network Truck Insurance Services, I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$226,868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$116,554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$67,666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$207,492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$131,466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$88,750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$4,318,989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$992,165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$4,257,576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$1,185,913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$4,499,889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$1,372,342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$4,022,084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$1,636,669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1082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10.4%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$2,029,803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$620,504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639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$8,700,935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$5,807,593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4105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Alexis Berry-Smith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Segoe UI"/>
              </a:defRPr>
            </a:pPr>
            <a:r>
              <a:t>58.4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+147%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 of 22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0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Alexis Berry-Smith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72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10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82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4.3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80%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5/18–5/19*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Alexis Berry-Smith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1628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118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7.2%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-46.4%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-76.0%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536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676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-99%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1,007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617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+63%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604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+2%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1,628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3,039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-46%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935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+763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876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+272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+354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-201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Network Truck Insurance Services, Inc.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-66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Roadways Commercial Insurance Services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14.8%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-27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-25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Pacific Atlantic Insurance Services In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Grant Line Insurance Agency, Inc.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+42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American Continental Insurance Service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-24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Berry-Smith  |  22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$4,318,989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$992,165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$98,838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$-851,930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900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$4,257,576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$1,185,913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$200,414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$-751,030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793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$4,499,889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$1,372,342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$525,662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$-1,055,763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1,052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688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$4,022,084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$1,636,669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$35,521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$-953,383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1,082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760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10.4%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$2,029,803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$620,504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$82,283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$-408,244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639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422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$19,128,340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$5,807,593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$942,719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$-4,020,350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4,466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3,037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467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Alexis Berry-Smith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$126,384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Network Truck Insurance Services, Inc.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Pacific Atlantic Insurance Services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$15,509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$14,583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$19,077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$61,451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ID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Alexis Berry-Smith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$20,278,121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$1,484,514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$1,391,163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$3,330,633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28.8%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$4,199,135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$2,513,250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Roadways Commercial Insurance Services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51.5%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$1,827,497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$1,547,695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Network Truck Insurance Services,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323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(47%)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(36%)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(16%)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22.4%  ·  Declined: 145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Alexis Berry-Smith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Raman Palta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876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Angelica Puente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Insurance Services 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Deepak Goswami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Parmjit Dhami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Alexander Rue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Manjit Singh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Roadways Commercial Insurance 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14.8%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Dmitri Omelco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Paul Metlenko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Mobile Services, Inc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Jessie Ghangas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Pacific Atlantic Insurance Ser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Jasvir Kaur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Grant Line Insurance Agency, I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Veronica Buruian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Baldev Singh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16.9%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Raman Kailey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American Continental Insurance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Sandy Gill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Manmdeep Thiara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Michael Erbes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Nick Lobodiuk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Veniamin Omelko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No Given Name Rahul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Sukhnek Bahia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West Reliance Insurance Broker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Tanya Golovina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25.7%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Grigoriy Gasan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Josh Thomas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Network Truck Insurance Servic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KAVI Singh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Kavi.llc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PABLO ROMAN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Karmjit Bahia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Key Insurance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Brandon Fagliano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Network Truck Insurance Servic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No Name Given Sandeep Ku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Matthew Munoz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Omar Morquecho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Monumental Insurance Services,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 Del Pozzo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Network Truck Insurance Servic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Andrei Omelco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Brian Nicosia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Network Truck Insurance Servic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KRISHNA DAND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Parmpaul Thandi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Soho Insurance Brokerage, Inc.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2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$1,993,624  |  Subs 935  |  Binds 62  |  HR 6.6%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6.6% (portfolio avg: 6.5%)  |  $1,993,624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$848,152  |  Subs 354  |  Binds 31  |  HR 8.8%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8.8% (portfolio avg: 6.5%)  |  $848,152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Roadways Commercial Insurance Services Inc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$1,037,589  |  Subs 128  |  Binds 19  |  HR 14.8%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14.8% (portfolio avg: 6.5%)  |  $1,037,589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$642,423  |  Subs 392  |  Binds 31  |  HR 7.9%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7.9% (portfolio avg: 6.5%)  |  $642,423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$687,533  |  Subs 876  |  Binds 26  |  HR 3.0%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$687,533 YTD GWP  |  26 binds in Q1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Soho Insurance Brokerage,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$183,854  |  Subs 16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16 submissions with 0 binds - zero conversion  |  Cancellations are 121% of new business ($86,414 vs $71,427)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Pacific Atlantic Insurance Services Inc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$320,638  |  Subs 87  |  Binds 9  |  HR 10.3%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152% of new business ($348,359 vs $228,837)  |  Submissions dropped 79% MoM (34 -&gt; 7)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$194,350  |  Subs 308  |  Binds 6  |  HR 1.9%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1.9% on 308 subs  |  Submissions dropped 61% MoM (100 -&gt; 39)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American Continental Insurance Services In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$48,613  |  Subs 67  |  Binds 3  |  HR 4.5%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165% of new business ($61,279 vs $37,175)  |  Submissions dropped 74% MoM (19 -&gt; 5)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$51,411  |  Subs 60  |  Binds 3  |  HR 5.0%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238% of new business ($63,999 vs $26,866)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Alexis Berry-Smith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0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0/0 appointed agencies have submitted (0%)  •  0/0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B7280"/>
                </a:solidFill>
                <a:latin typeface="Segoe UI"/>
              </a:defRPr>
            </a:pPr>
            <a:r>
              <a:t>No Activated Won appointments in this book year-to-date.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Berry-Smith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(A.s.i.a Inc, Roadways Commercial Insur, Truckers Insurance Servic) drive $3,879,365 (45%)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Insurance Mobile Ser (20.0%), Roadways Commercial  (14.8%), Kavi.llc (14.6%)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4,105 total submissions across 22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 agencies submitting but 0 binds (16 subs): Soho Insurance Broke (16)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Amerigo Insurance Ag (1.9%), Stellar Management,  (3.0%)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13 agencies with cancellations &gt;40% of new biz: A.s.i.a Inc, Roadways Commercial Insur, Truckers Insurance Servic. $3,436,850 total cancellations - investigate retention.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A.s.i.a Inc, Roadways Commercial Insur, Truckers Insurance Servic. Increase submission volume 20% through marketing support and referral incentives.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 agencies with 20+ subs but &lt;3% HR: Amerigo Insurance Ag (1.9%), Stellar Management,  (3.0%). Conduct submission quality training to lift conversion 2-3 points.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4 agencies with 30+ subs and some binds but &lt;5% HR: Stellar Management,  (876s/26b), Amerigo Insurance Ag (308s/6b), Network Truck Insura (175s/8b). Small HR improvements on large volume = significant premium lift.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Arrest Declining Submission Volume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6 agencies with 50%+ MoM drops: American Continental (19-&gt;5), Amerigo Insurance Ag (100-&gt;39), Grant Line Insurance (31-&gt;9). Investigate root causes.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Berry-Smith  |  Last 25 Bound Submissions  |  267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260114960143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ROUTES TRUCKING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259907563344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WARRAICH CARRIER INC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Raman Palta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$32,725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269935153800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PRIME POWER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Parmjit Dhami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$234,322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251986217800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Key Insurance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BBJ TRUCKS INC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Kristina Vasilchenko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$81,068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264385221037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JAAT BROS TRANSPORT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Deepak Goswami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$18,389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256437447303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 N CARGO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Sandy Gill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$13,192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261549405262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DSP TRANSPORT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$62,433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264727004017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RAIPUR TRANSPORT INC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Deepak Goswami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$51,247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259492100429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Roadways Commercial Insurance Serv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KRISHNA TRANZ INC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Manjit Singh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$30,243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259454135454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ROYAL STAR LOGISTICS INC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Raman Palta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$187,406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266619538571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DSR ROADKING INC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$17,708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256055325042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Roadways Commercial Insurance Serv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GURSHARAN TRANS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Manjit Singh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$54,188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253511719934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WILLOW EXPRESS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Andrei Omelco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$178,034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268004496164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AVI CARRIER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$17,963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268087832012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PAAK TRANSPORT INC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Baldev Singh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$22,485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262601295613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RANCHO ESTRELLA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Angelica Puente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$17,785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269118543964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VNT Logistics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Paul Metlenko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$3,244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255440684904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Saleem Nuristani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Elizabeth Ann Wyman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$7,118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253945897228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MY LE TRAN EXPRESS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Michael Erbes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$61,361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256845583826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SIERRA EXPEDITE INC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Alexander Rue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$11,037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269089313102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BHANGU TRUCKLINE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$18,006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09,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263667094634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LOFTHOUSE SERVICES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Dmitri Omelco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$17,368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266687646807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GSV TRUCKLINE INC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Alexander Rue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$19,603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254119297644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WEST PORT TRUCKING INC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No Name Given Sandeep Kumar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$10,762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268607582047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FALCON LOGISTICS INC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$15,536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$1,183,773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Berry-Smith  |  Active in-force policies expiring through Aug 17,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$1,207,956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Kavi.llc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251314764657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SHAKTI TRANSPORT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$8,163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259861984730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APPLE LOGISTICS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$20,434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Mobile Services,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259317538534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Statewide Transportation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$3,875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255731743785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LALA TRUCKLINE INC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$49,709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258745982517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HANDA TRUCKING INC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$30,652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257927661214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FSS TRANSPORTATION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254012839166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MAHADEV EXPRESS INC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258555155114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SSA HAULERS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9d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Kavi.llc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259325078093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NEW SARAI TRUCKING INC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9d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$5,125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Kavi.llc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256955531582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ROAD HUNTER TRUCKERS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252037311719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JETBLUE LOGISTICS INC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$18,800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259275145407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GRD TRUCKLINE INC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259112955693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NIRMAL SINGH SANGHA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$5,536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78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Berry-Smith  |  Policies with cancellation_date on or before Aug 17,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$59,254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$59,254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Non Payment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257268700618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SHRI RAM EXPRESS INC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$59,254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 of 1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Roseville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$1,993,624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$1,183,964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$19,881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$789,779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$-1,232,374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$2,385,932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$3,823,261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$60,133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$1,348,204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$154,626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$108,564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$46,062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$-46,278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$214,475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$82,383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$132,092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$-248,423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$564,150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$288,349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$275,800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$-277,377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$836,115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$574,702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$19,881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$241,532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$-411,892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$224,259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$129,965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$94,293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$-248,404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$1,993,624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$1,183,964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$19,881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$789,779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$-1,232,374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850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1003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$214K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$564K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$836K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$2.0M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$1,993,624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$1,183,964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104% of new business ($1,232,374)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$1,183,964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$1,232,374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Roadways Commercial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Sacramento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$1,037,589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$715,605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$33,536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$288,447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$-493,268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$737,616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$1,786,794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$340,115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$416,228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$306,192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$169,361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$136,831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$-104,966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$353,038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$233,140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$33,536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$86,362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$-140,238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$120,349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$78,610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$41,739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$-61,497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$156,264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$121,313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$34,951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$-186,568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$101,746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$113,182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$-11,436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$1,037,589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$715,605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$33,536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$288,447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$-493,268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$-15,932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$-11,589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$1.0M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$1,037,589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$715,605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69% of new business ($493,268)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$715,605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$493,268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$848,152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$692,043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$126,710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$-375,250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$634,300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$1,482,452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$663,630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$231,418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$180,687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$50,732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$-131,712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$223,956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$192,570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$31,386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$-96,703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$170,535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$148,379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$22,156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$-39,508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$142,834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$120,883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$21,951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$-88,590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$79,409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$49,525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$29,398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$-18,738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$848,152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$692,043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$29,398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$126,710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$-375,250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$848K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$848,152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$692,043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54% of new business ($375,250)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$692,043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$375,250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Roseville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$711,343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$719,941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$-267,742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$526,779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$937,512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$393,517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$142,910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$67,641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$37,909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$10,232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$-2,172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$343,848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$387,828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$-43,980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$249,225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$220,246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$29,593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$-128,956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$-11,990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$5,092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$-17,082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$-135,964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$62,619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$68,867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$-6,248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$-650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$711,343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$719,941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$49,093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$-57,691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$-267,742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$344K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$249K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$-11,990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$711K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$711,343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$719,941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$719,941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$267,742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WA  |  City: Seattle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$687,533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$250,848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$337,650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$99,035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$-245,545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$2,606,142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$2,123,873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$505,548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$566,073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$96,490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$65,566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$30,924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$-67,434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$53,528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$16,446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$18,765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$18,317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$-24,186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$437,395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$113,238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$318,885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$5,272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$-66,144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$66,054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$46,821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$19,232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$-57,681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$34,065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$8,776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$25,289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$-30,100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$687,533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$250,848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$337,650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$99,035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$-245,545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771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$688K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$687,533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$250,848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3.0% hit ratio on 876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98% of new business ($245,545)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(876 subs, only 26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$250,848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OR  |  City: Redmond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$642,423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$484,406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$27,253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$130,764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$-89,495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$1,633,938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$1,514,991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$523,114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$429,683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$85,643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$20,891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$-8,152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$48,913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$46,715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$2,198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$-10,822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$200,190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$136,953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$5,532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$57,705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$-36,388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$219,616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$218,540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$1,076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$-17,305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$88,061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$61,306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$2,970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$23,785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$-16,829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$642,423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$484,406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$27,253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$130,764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$-89,495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$-6,595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$642,423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$484,406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$484,406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Tracy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$344,599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$169,304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$25,796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$149,499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$-186,648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$250,880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$468,599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$189,702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$146,079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$146,079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$-131,437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$45,009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$5,851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$25,796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$18,567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$26,215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$-24,707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$134,944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$137,238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$-30,504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$344,599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$169,304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$25,796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$149,499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$-186,648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$345K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$344,599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$169,304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110% of new business ($186,648)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$169,304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$186,648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Pacific Atlantic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$320,638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$228,837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$91,801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$-348,359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$645,355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$965,992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$191,340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$238,940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$38,490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$38,490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$-191,824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$50,509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$50,509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$-144,445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$200,371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$213,327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$-12,957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$31,268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$15,758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$-12,090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$320,638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$228,837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$91,801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$-348,359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$320,638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$228,837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152% of new business ($348,359)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$228,837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$348,359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Granite Bay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$296,184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$183,956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$42,815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$69,412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$-111,502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$678,966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$726,060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$27,890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$247,386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$22,735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$22,784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$-6,274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$-3,510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$122,936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$56,022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$51,607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$-52,571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$47,211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$21,457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$-53,765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$29,862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$28,961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$-1,655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$73,439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$71,290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$2,275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$296,184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$183,956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$42,815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$69,412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$-111,502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$-7,915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$296,184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$183,956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61% of new business ($111,502)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$183,956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$111,502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Auburn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$246,427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$152,230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$113,951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$-19,754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$629,080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$524,549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$200,678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$38,287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$139,883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$139,054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$111,682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$107,009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$4,673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$6,942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$-28,889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$1,485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$1,485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$15,325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$13,177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$2,148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$246,427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$152,230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$113,951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$-19,754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$-21,947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$246,427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$152,230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$152,230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$113,951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Network Truck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Roseville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$226,868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$116,554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$67,666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$42,648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$-65,645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$761,350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$465,679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$278,505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$63,137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$27,498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$20,027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$-41,247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$7,156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$7,156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$51,293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$51,322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$-24,398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$30,972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$30,577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$74,309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$47,639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$26,669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$226,868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$116,554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$67,666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$42,648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$-65,645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$523K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$226,868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$116,554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56% of new business ($65,645)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$116,554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$65,645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WA  |  City: Longview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$207,492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$131,466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$88,750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$-12,723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$-47,431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$235,693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$357,769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$131,924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$161,841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$-14,593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$98,333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$88,750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$9,583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$-32,838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$38,586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$64,225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$-25,639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$65,659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$67,241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$207,492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$131,466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$88,750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$-12,723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$-47,431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$207,492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$131,466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24 to 7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$131,466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$47,431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Yuba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$194,350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$185,109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$9,241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$-35,608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$1,464,780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$1,027,624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$450,043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$9,961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$-24,573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$8,040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$8,040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$-59,250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$-59,250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$-4,942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$235,158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$185,109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$50,049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$-2,380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$194,350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$185,109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$9,241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$-35,608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$-59,250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$235K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$440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$632K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$194,350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$185,109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1.9% hit ratio on 308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(308 subs, only 6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$185,109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Grant Line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Tracy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$192,358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$164,646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$27,712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$-56,053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$375,490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$486,748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$162,391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$138,127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$100,027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$38,100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$-21,312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$33,887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$20,548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$13,339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$21,428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$-6,031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$-18,246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$4,948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$22,644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$-17,696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$-16,494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$192,358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$164,646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$27,712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$-56,053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$192,358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$164,646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68%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31 to 9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$164,646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$56,053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Soho Insurance Brokerage,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Dublin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$183,854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$112,427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$-86,414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$216,667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$325,982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$82,699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$71,427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$11,272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$102,416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$102,416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$-86,414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$-1,261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$-1,261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$183,854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$71,427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$112,427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$-86,414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$-1,261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$183,854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$71,427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121% of new business ($86,414)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$71,427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Key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WA  |  City: Kent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$134,310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$93,992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$-141,425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$134,310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$93,992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$209,454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$79,917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$93,992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$-14,075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$22,898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$22,898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$-15,081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$-102,949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$18,442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$18,442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$-23,395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$134,310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$93,992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$40,318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$-141,425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$134,310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$93,992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150% of new business ($141,425)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$93,992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$141,425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West Reliance Insurance Brokerage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$118,995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$119,805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$568,283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$149,966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$42,390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$42,390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$43,261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$38,961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$32,968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$38,455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$-5,487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$118,995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$119,805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$-7,575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$-120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$118,995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$119,805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98%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13 to 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$119,805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Kavi.llc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Stockton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$118,275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$43,468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$-87,172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$2,606,761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$1,369,811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$88,899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$269,955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$43,276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$17,776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$25,499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$-55,318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$70,824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$57,030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$-31,854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$7,013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$7,013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$118,275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$74,806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$43,468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$-87,172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$-2,838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$1.4M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$118,275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$74,806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$74,806 in renewals shows they trust our product. Ask: "What's holding back new submissions?" They may need updated appetite info or a refresher on our quoting process.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Monumental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Concord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$16,481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$171,781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$130,309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$69,299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$52,818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$16,481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$69,299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$52,818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$16,481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$69,299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$52,818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$52,818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WA  |  City: Puyallup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$51,411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$26,866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$24,545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$-63,999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$514,370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$421,138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$-7,404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$26,866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$26,866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$6,531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$-19,350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$18,050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$18,050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$-37,245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$51,411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$26,866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$24,545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$-63,999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$51,411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$26,866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238% of new business ($63,999)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$26,866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$63,999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American Continental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Tracy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$37,175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$-4,202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$-61,279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$417,245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$339,086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$114,240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$-14,850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$-46,429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$11,438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$15,640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$48,613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$37,175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$15,640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$-4,202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$-61,279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$48,613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$37,175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165% of new business ($61,279)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19 to 5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$37,175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$61,279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Grewal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West  |  State: N/A  |  City: Pacific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$-25,142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$26,600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$26,600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$-25,142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$-25,142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$26,600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$26,600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95% of new business ($25,142)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$26,600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$25,142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