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$33,212,685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$17,745,030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$7,171,627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$-11,649,125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16163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$76,749,765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$16,237,921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$19,538,159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$4,476,199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$2,428,162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$4,214,690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$2,702,383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$3,753,594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$2,393,208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$2,815,541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$901,361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$762,894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$19,917,976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$18,404,355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$20,103,664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4097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$18,466,395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$15,019,600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$3,398,535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3662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$33,212,685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$17,745,030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18379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+38%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759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871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17199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1055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6.1%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3,288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3,532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17,199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6,407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3,032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+1,052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-381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$19,917,976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$18,404,355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$20,103,664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4,097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$18,466,395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$15,019,600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$3,398,535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$1,850,129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$-1,568,724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2,776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$91,911,990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$17,745,030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$8,296,029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$-11,649,125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20,311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14,874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2,169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$828,685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$139,416,912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$18,958,898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$22,670,852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$27,800,704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$6,396,719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$8,322,527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$16,119,427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$9,085,622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$951,914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1395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(35%)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26.5%  ·  Declined: 813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18379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17.1%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22.0%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Kenny Palmer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Transtar Insurance Brokers, In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$4,214,690  |  Subs 6407  |  Binds 118  |  HR 1.8%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$4,214,690 YTD GWP  |  118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$3,753,594  |  Subs 3032  |  Binds 169  |  HR 5.6%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$3,753,594 YTD GWP  |  169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$4,476,199  |  Subs 701  |  Binds 70  |  HR 10.0%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10.0% (portfolio avg: 5.8%)  |  $4,476,199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$2,815,541  |  Subs 1313  |  Binds 90  |  HR 6.9%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6.9% (portfolio avg: 5.8%)  |  $2,815,541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$3,129,923  |  Subs 680  |  Binds 67  |  HR 9.9%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9.9% (portfolio avg: 5.8%)  |  $3,129,923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39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36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171  |  Binds 8  |  HR 4.7%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344% of new business ($50,518 vs $14,701)  |  Submissions dropped 58% MoM (65 -&gt; 27)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$901,361  |  Subs 141  |  Binds 31  |  HR 22.0%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($379,535 vs $225,531)  |  Submissions dropped 68% MoM (66 -&gt; 21)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100  |  Binds 1  |  HR 1.0%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100 subs  |  Negative net written premium: $-821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0/11 appointed agencies have submitted (0%)  •  0/11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DOXA E&amp;S solutions dba Northwoods Insurance 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Champion Risk &amp; Insurance Services, L.P.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5714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0" y="57149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5714999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23560" y="571499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03720" y="5714999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7240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4000" y="571499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$12,444,484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Cornerstone Insuranc (33.3%), Vintage Insurance Ag (25.6%), Surefire Insurance A (22.0%)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18,379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submitting but 0 binds (39 subs): Beehive Insurance Ag (39)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Davis &amp; Associates I (1.0%), Reliance Partners, L (1.8%)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31 agencies with cancellations &gt;40% of new biz: Safeline Insurance Agency, Reliance Partners, Llc, United Advantage Insuranc. $10,776,356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Davis &amp; Associates I (1.0%), Reliance Partners, L (1.8%).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30+ subs and some binds but &lt;5% HR: Reliance Partners, L (6407s/118b), Limosa Insurance Ser (267s/12b), Patriot Financial Se (246s/9b).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$8,296,028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1063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256325241598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DAREX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$41,527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265560394265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FARUKH NURTAYEV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258398174593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ROAD COURIERS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259400513736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BOMAR ENTERPRISES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$38,476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266452775769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255083196130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CHECKMAT CARGO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Remington Ashley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257984915346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 &amp; A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Nicholas Banks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259338852451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TD REAL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Sean Simpson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258694094210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VIRASAT TRANS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263789526761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AZ EXPRESS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$81,127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258661262625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 N T DELIVERS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$189,724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259183432916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ARAMBURO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Roxy Olmedo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256516815163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BHEEM BRIAN DASS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241026124629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COMPASS TRANSPORT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$52,277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264365757396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Packr Transportation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Cesar Beltran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253981279009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 MICHAEL HUNT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$15,402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251851680824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RAFIQ EXPRESS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$136,086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254315484308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D4U TRANSPORTATION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$93,351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263170334667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 AND K TRANSPORT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252129472893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CAREXPRESS SD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$49,356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259945576802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VTP TRANSPORT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$60,920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267267413911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EDR FREIGHT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252767908547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KOSAR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$24,818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268142974362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KOSAR TRANSPORT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269001521843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2 B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$15,399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$1,073,962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$7,596,689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253561442963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CHEEMA TRANSPORT CA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256806597572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US EXPRESS TRUCKING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251382710924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MC EXPRESS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254464366365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TS ROADLINES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257284047400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NEW ABM LOGISTICS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$16,697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SBS Insurance Services Inc dba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251734290824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 THE RIGHT WAY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255079088180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MALHI BROS EXPRESS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258151488623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SONI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$23,391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251862527688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HAMM DADDYS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256393143029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 24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$35,482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250276075876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MTM TRANSPORT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252031111340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ALVAREZ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Davis &amp; Associates Insurance 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258628526114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XC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$10,546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412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$22,666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$22,666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260540419695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GRAYDON CORP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Noel Cajinas Insurance Agen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254232221454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 &amp; T LOGISTICS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254232221454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 &amp; T LOGISTICS GROUP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260540419695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GRAYDON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Noel Cajinas Insurance Agen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254232221454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 &amp; T LOGISTICS GROUP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254232221454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 &amp; T LOGISTICS GROUP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$2,394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252370321593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KAMALPREET SINGH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Tiwana Insurance Solutions,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7 of 7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$4,476,199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$2,428,162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$1,236,885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$-1,790,112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$8,325,687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$440,509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$74,178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$231,816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$-264,215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$4,476,199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$2,428,162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$1,236,885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$-1,790,112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$4,476,199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$2,428,162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74% of new business ($1,790,112)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$2,428,162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$1,790,112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$4,214,690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$2,702,383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$767,348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$-1,723,958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$11,216,160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$2,430,067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$2,671,497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$760,072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$131,240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$113,611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$-254,910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$4,214,690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$2,702,383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$744,959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$767,348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$-1,723,958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6407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$4,214,690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$2,702,383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6407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($1,723,958)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(6407 subs, only 118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$2,702,383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$3,753,594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$2,393,208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$946,476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$7,152,561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$742,418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$2,535,952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$770,770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$521,571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$166,114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$-192,554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$3,753,594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$2,393,208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$946,476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$-1,145,446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$3,753,594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$2,393,208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($1,145,446)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$2,393,208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$1,145,446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$4,769,140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$1,101,891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$1,332,020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$601,577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$3,129,923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$563,439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$3,129,923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$2,815,541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$507,930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$8,239,356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$3,223,811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$1,835,169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$684,648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$71,375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$2,815,541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$507,930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$2,815,541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$1,873,131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$603,469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$3,727,838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$480,700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$1,137,986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$241,771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$93,530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$70,626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$1,873,131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$555,356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$603,469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$1,873,131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$555,356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$555,356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$1,869,279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$568,133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$411,135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$237,929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$230,471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$1,260,325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$954,533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$305,792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$1,260,325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$954,533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$954,533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$-484,190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$3,794,556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$211,262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$-93,937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$1,007,082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$89,565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$-484,190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$1,007,082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($484,190)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$484,190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$3,477,494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$1,402,600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$394,100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$161,805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$74,472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$901,361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$901,361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($379,535)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$379,535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$762,894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$2,227,248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$639,413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$762,894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$85,461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$-137,060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$762,894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($137,060)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$240,050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$137,060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$1,075,098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$429,794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$183,491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$589,794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$146,549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$589,794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$837,906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$338,835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$512,173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$121,609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$512,173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$252,607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$-17,446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$504,906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$1,088,002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$104,433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$59,264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$500,833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$500,833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$471,174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$432,743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$259,644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$173,099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$-280,828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$432,743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$259,644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108% of new business ($280,828)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$259,644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$280,828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$-105,235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$86,893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$-29,401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$93,939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$-105,235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($105,235)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$105,235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$392,694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$73,191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$64,540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$352,443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$329,581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$352,443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$329,581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$329,581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$164,154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$-79,808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($96,708)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$96,708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$267,228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$413,500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$43,442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$267,228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$59,945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$267,228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($190,831)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32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$190,831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$121,645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$1,226,294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$235,037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$108,967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$108,463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$223,978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$145,587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$223,978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$145,587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$145,587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($70,553)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$70,553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$-6,682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$-42,260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($42,260)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$42,260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$250,926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$793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$114,367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$98,460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$65,681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$78,950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$78,950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344% of new business ($50,518)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$140,402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$9,293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100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(100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