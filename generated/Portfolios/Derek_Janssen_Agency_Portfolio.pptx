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$32,349,674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$8,166,862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$6,942,220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$-11,281,324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$75,886,753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$14,560,627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$18,569,616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6253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$539,408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$19,856,888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$18,401,250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$19,851,031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$18,037,215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$11,675,093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$32,349,674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85.5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16683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1003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16,683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6,253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+1,014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$19,856,888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$18,401,250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$19,851,031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$18,037,215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$11,675,093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$2,894,096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$1,720,963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$-1,200,922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$87,821,477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$17,240,592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$8,166,862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$-11,281,324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19,724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14,403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2,082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3,783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$133,350,182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$18,095,445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$21,578,659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$26,939,379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$7,782,618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$15,259,855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$8,685,557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1761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26.2%  ·  Declined: 796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$3,627,374  |  Subs 2994  |  Binds 161  |  HR 5.4%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$3,627,374 YTD GWP  |  161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$3,828,775  |  Subs 6253  |  Binds 108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$3,828,775 YTD GWP  |  108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$4,512,337  |  Subs 669  |  Binds 70  |  HR 10.5%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$4,512,337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$2,776,533  |  Subs 1270  |  Binds 82  |  HR 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5.7%)  |  $2,776,533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$3,131,952  |  Subs 656  |  Binds 69  |  HR 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$3,131,952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93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93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168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63% MoM (65 -&gt; 24)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$853,605  |  Subs 140  |  Binds 34  |  HR 24.3%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157% of new business ($354,969 vs $225,531)  |  Submissions dropped 71% MoM (66 -&gt; 19)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$11,968,486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Swan Insurance Sales (25.8%), Surefire Insurance A (24.3%), Vintage Insurance Ag (24.0%)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17,867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(130 subs): Davis &amp; Associates I (93),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(1.7%), PCF Insurance Servic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$10,344,447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(1.7%), PCF Insurance Servic (2.6%).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(6253s/108b), Limosa Insurance Ser (261s/12b), Patriot Financial Se (242s/9b).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$8,166,862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1012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263632738142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FREIGHTWAY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251787451647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GROW MORE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258922084200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GONGBAY GLOBAL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267580434723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YVIEN DEJAN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268077931542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Safiullah Noor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259963384391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ENTERPRISES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Jenouri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257034779205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GLOBE INTERNATIONAL LGTX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$52,012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269746476736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RAHIMI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258556219117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JAMMU TRUCK 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269092238895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AGW AUTO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252699969564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EXPRESS TRANS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266218159565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JODY EXPRESS CORP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$53,766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256627963899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DESERT BIGHORN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$137,761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262868034789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SASA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$35,208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266477088799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Empire Company Insurance Services,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CHAVARRIA TRANS LINES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Annette Taylor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$77,661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251007543177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BRAVE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$29,723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260714372232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250935457245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CARGOLOGIC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$230,680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265062144548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HAWGSHOTS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Steven Beckett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250153112353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ITRUCK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stan connally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$65,432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$41,869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263455867093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GENERAL TRANSPORTATION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$1,998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$1,121,663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$6,997,874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258599080131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FGS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257049624137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TAAK BROS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PCF Insurance Services of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250102183313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DHATT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254084723324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AFJ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251224954126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BAGLA TRUCKING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257210723678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JAYS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256832183275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MONTERROSO ENTERPRISES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253463438465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GREENWAY TRANSIT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255418119168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$55,396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259502146902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NOOR TRANSIT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257162855398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FKDG EXPRESS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$8,361,825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$1,797,352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$1,387,867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$271,198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$-252,484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$4,512,337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$1,276,267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$-1,778,380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$4,512,337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($1,778,380)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$1,778,380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$10,830,245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$2,431,937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$2,386,691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$619,008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$409,941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$3,828,775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$2,352,251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$770,254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$3,828,775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$2,352,251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6253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(6253 subs, only 108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$2,352,251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$7,026,341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$2,432,921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$644,550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$-147,122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$3,627,374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$897,350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$-1,100,014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($1,100,014)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$1,100,014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$4,771,169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$1,287,342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$603,605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$3,131,952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$565,468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$3,131,952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$8,200,348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$2,240,430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$645,640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$2,776,533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$468,922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$2,776,533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$3,692,832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$1,065,436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$1,838,125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$1,838,125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$380,434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$235,986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$1,258,382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$1,258,382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$3,793,805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$1,221,867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$-83,125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$1,006,331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$1,006,331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($473,378)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$473,378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$3,429,739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$1,034,973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$114,049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$-112,792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$853,605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$367,840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$-354,969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$853,605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($354,969)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$354,969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$2,206,296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$495,999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$741,943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$741,943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$539,408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$133,106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$539,408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$539,408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$147,797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$799,723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$503,955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$503,955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$63,599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$-50,172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109% of new business ($260,447)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$-27,585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$-174,974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($174,974)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$174,974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