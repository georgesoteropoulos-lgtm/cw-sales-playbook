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Derek Janssen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53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Derek Janssen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53 Total Agencies  |  53 Active  |  0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$32,495,852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$17,313,403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$8,198,075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$6,984,374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$-11,440,381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17992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15822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$74,968,705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$76,032,932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$89,962,446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$15,110,000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$19,010,272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$4,503,943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$3,889,363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$2,418,714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$3,646,117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$3,132,889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$2,771,181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$1,827,181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$1,239,755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$1,006,667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$902,237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$737,836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$571,851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$19,853,931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$18,427,729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$19,941,147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4102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$17,987,624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4338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$12,731,742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$2,966,908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3214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$32,495,852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$17,313,403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17992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+37%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 of 53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100%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721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112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833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41.0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68%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222%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145%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168%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16811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1023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6.1%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3,443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3,164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3,298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4,147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3,980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4,203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3,095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4,040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16,811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18,794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6,284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-232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3,001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+1,021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1,279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-393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Cascade Insurance Services Inc Dba: Ca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-269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+220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53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$19,853,931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$4,479,627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$528,182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$-2,236,465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4,326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3,143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$18,427,729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$3,037,254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$1,245,496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$-2,562,773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2,806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$19,941,147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$3,175,810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$1,928,146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$-2,576,798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4,102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2,919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$17,987,624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$3,653,804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$2,744,075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$-2,704,366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4,338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3,239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442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$12,731,742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$2,966,908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$1,752,176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$-1,359,979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3,214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2,421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$88,942,173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$17,313,403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$8,198,075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$-11,440,381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19,868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14,528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2,112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$796,297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$96,590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$136,077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$3,719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$11,691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$57,066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$43,370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NV, PA, TX, 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Derek Janssen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$134,923,333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1,333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$18,385,780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$22,007,735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42.3%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$27,394,704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$6,032,087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$7,972,618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$15,408,661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$8,745,166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28.1%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$895,242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1781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(47%)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1358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26.3%  ·  Declined: 800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17992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Cecile Awad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Insurabrite Insurance 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Raul Fernandez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13.4%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All Solutions Insurance Agency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Gayane Yeghiazaryan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Tigran Vardanyan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Murphy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Morgan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Ryan Johnson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Hakim Kabir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Vintage Insurance Agency Inc (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Marie Borja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Harmeet Singh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Northdale Insurance Agency, In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Leichner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Spencer DuBose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Michelle Malkhasyan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 Secure Insurance Service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Clifton Waterbury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24.2%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Harman Tiwana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Tiwana Insurance Solutions, In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Elizabeth Rodriguez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Elizabeth'S Insurance Services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Erik Zargaryan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Luiza Ter-Abramyan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Safeline Insurance Agency, Inc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Zimunya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GUINN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Seaton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Saint George Insurance Brokera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Christina Hinson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Muhammad Ali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5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$3,889,363  |  Subs 6284  |  Binds 114  |  HR 1.8%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$3,889,363 YTD GWP  |  114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$3,646,117  |  Subs 3001  |  Binds 156  |  HR 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$3,646,117 YTD GWP  |  156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$4,503,943  |  Subs 674  |  Binds 71  |  HR 10.5%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10.5% (portfolio avg: 5.7%)  |  $4,503,943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$2,771,181  |  Subs 1279  |  Binds 84  |  HR 6.6%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6.6% (portfolio avg: 5.7%)  |  $2,771,181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Cascade Insurance Services Inc Dba: Cascad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$3,132,889  |  Subs 665  |  Binds 68  |  HR 10.2%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10.2% (portfolio avg: 5.7%)  |  $3,132,889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$81,186  |  Subs 22  |  Binds 2  |  HR 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3956% of new business ($177,887 vs $4,497)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$-821  |  Subs 97  |  Binds 0  |  HR 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97 submissions with 0 binds - zero conversion  |  Negative net written premium: $-821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$96,353  |  Subs 37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37 submissions with 0 binds - zero conversion  |  Submissions dropped 62% MoM (8 -&gt; 3)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SBS Insurance Services Inc dba Smarter Tru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$67,738  |  Subs 169  |  Binds 9  |  HR 5.3%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324% of new business ($47,679 vs $14,701)  |  Submissions dropped 62% MoM (65 -&gt; 25)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$902,237  |  Subs 141  |  Binds 34  |  HR 24.1%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($379,535 vs $225,531)  |  Submissions dropped 70% MoM (66 -&gt; 20)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Derek Janssen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5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0/9 appointed agencies have submitted (0%)  •  0/9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Jd Fulwiler &amp; Co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Melara Insurance Services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Tec Equipment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Amk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Mcdonald &amp; Assoc Ins Agcy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WHA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2026-04-01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Coremark Insurance Services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509320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RVA Insurance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0" y="50932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5488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23560" y="509320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3720" y="509320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7724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44000" y="509320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5760" y="5367527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65760" y="54041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Nova Coverage LLC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0" y="54041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2026-02-26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75488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23560" y="540410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03720" y="5404103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724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44000" y="5404103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(Safeline Insurance Agency, Reliance Partners, Llc, United Advantage Insuranc) drive $12,039,423 (37%)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Cornerstone Insuranc (33.3%), Surefire Insurance A (24.1%), Vintage Insurance Ag (23.9%)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17,992 total submissions across 53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 agencies submitting but 0 binds (134 subs): Davis &amp; Associates I (97), Beehive Insurance Ag (37)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Reliance Partners, L (1.8%), PCF Insurance Servic (2.6%)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30 agencies with cancellations &gt;40% of new biz: Safeline Insurance Agency, Reliance Partners, Llc, United Advantage Insuranc. $10,520,404 total cancellations - investigate retention.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2 agencies with 20+ subs but &lt;3% HR: Reliance Partners, L (1.8%), PCF Insurance Servic (2.6%). Conduct submission quality training to lift conversion 2-3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Reliance Partners, L (6284s/114b), Limosa Insurance Ser (261s/12b), Lion Insurance Servi (244s/12b). Small HR improvements on large volume = significant premium lift.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Safeline Insurance Agency, United Advantage Insuranc, Cascade Insurance Service. Increase submission volume 20% through marketing support and referral incentives.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$8,198,075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Last 25 Bound Submissions  |  1031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266005122759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All Solutions Insurance Agency, 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 P RANDHAWA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RAJNI KAPUR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269806063079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Saint George Insurance Brokerage,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DENESSE GROUP INC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Jorge Daniel Tarquini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$17,181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266285175910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GURFATEH XPRESS INC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KAUR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$22,729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267274086782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VIRK FREIGHT XPRESS INC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MANJIT KAUR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$38,969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27,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268406603998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GOLDEN GLOBE TRANSPORT CORP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$314,941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269483676873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ZC TRUCKING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Khalid Salama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250394801074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LOS FREIGHTS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Skyler Rogers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$95,163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262517643318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MILEFREIGHT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Brandon Richards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$214,540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264728931117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HARI TRANSLINE INC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$52,146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268795197676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RUDER TRANSPORT INC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$65,200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259522174229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LMS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Patricia Galindoparedes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$40,456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251568023229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KSN TRANS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$216,891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260350267682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PATHAK TRANSPORTATION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ARUNDEEP SINGH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$90,450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250744220029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Agency, In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VR CARGO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Ateetpal Bansal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$16,146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261641540447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ZENITH CARGO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Michele Newman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$31,239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263064159421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DAIMOXK LLC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Sapna Kharbanda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$102,769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258692446610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SOUNTA LOGISTICS INC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$30,952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250934592475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AJIT TRANSPORT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 Name Given Ankush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262712748519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Insurance Solutions In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KINGTY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Andy Mkrtchyan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263204623599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Cornerstone Insurance Solutions In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PANDE TRANSPORT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Andy Mkrtchyan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259645694716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AMRASO TRANSPORTATION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IBRAHIM MAMMO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$148,806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263632738142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 Dba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GSV FREIGHTWAY INC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Anahit Grigoryan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$44,380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251787451647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GROW MORE TRANSPORT INC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Damandeep Khokhar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$70,519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265073360338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POWERHOUSE GT1 AUTO GROUP INC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$17,846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257757383301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POWERHOUSE GT1 AUTO GROUP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LARISA DAVTYAN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$2,859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$1,711,335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$7,300,873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257210723678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JAYS TRANSPORTATION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256832183275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MONTERROSO ENTERPRISES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Ser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255418119168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VELO LOGISTICS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253463438465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GREENWAY TRANSIT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Power Commercial Insurance Bro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259502146902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NOOR TRANSIT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Corp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254743247756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SADAN LOGISTIC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$15,189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257162855398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FKDG EXPRESS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$42,009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258777740743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NAVDEEP SINGH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$14,095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254708784506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EXPRESS GLOBAL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250480741793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VOSS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250849153543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BHINDER TRANS CARRIER INC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$19,901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Jagdeep Singh Insurance Agency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253561442963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CHEEMA TRANSPORT CA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$11,887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256806597572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US EXPRESS TRUCKING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$17,000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408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Derek Janssen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$116,821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$116,821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Non Payment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266980261155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KINGWAY LOGISTICS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260600506879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ERS TRUCKING INC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 Secure Insurance Serv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264365757396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TURNER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255283056479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TRANSIT PLUS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261461955913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UN TRANS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251698023538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GTLA TRUCKING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$12,898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261461955913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UN TRANS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$1,536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266980261155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KINGWAY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Surefire Insurance Agency 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$70,280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Does Not Meet Uw Guidelines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255283056479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TRANSIT PLUS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Cascade Insurance Services 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$14,290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Material Changes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251698023538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GTLA TRUCKING LLC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Safeline Insurance Agency, 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$1,238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264365757396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PAUL TURNER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260600506879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ERS TRUCKING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 Secure Insurance Serv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261461955913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UN TRANS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United Advantage Insurance 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Non Payment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16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Safeline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Burbank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$4,503,943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$1,267,873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$-1,783,938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$5,475,695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$8,353,430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$1,818,364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$1,389,102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$2,056,544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$1,581,567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$474,977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$-602,525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$728,018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$409,602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$134,041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$184,375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$-326,252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$564,631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$176,137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$240,289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$-295,352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$686,498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$214,611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$366,458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$105,429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$-301,767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$468,252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$134,515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$262,804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$-258,041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$4,503,943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$2,424,917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$811,152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$1,267,873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$-1,783,938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$2.1M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$728K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$468K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$4,503,943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$2,424,917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74% of new business ($1,783,938)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$2,424,917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$1,783,938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Reliance Partners,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TN  |  City: Chattanooga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$3,889,363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$2,418,714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$764,380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$11,296,746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$10,890,833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$2,445,353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$2,582,775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$447,696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$148,058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$29,222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$270,417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$-318,333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$315,091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$87,096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$154,282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$-236,871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$882,650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$744,194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$73,436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$-437,887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$1,322,951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$734,967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$432,382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$155,602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$-475,958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$679,597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$476,404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$110,643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$-174,086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$3,889,363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$2,418,714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$706,270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$764,380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$-1,643,135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1096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1186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6284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1000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1285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$883K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$3,889,363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$2,418,714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6284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68% of new business ($1,643,135)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(6284 subs, only 114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$2,418,714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United Advantage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Fountain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$3,646,117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$916,093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$-1,113,720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$5,313,122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$7,045,084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$580,203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$2,369,879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$619,222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$547,989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$16,681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$54,552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$-177,485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$544,314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$336,280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$58,445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$149,589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$-240,020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$843,770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$483,530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$58,483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$301,757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$-272,683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$975,519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$503,838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$197,217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$274,464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$-262,704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$663,293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$444,477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$83,085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$135,731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$-160,829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$3,646,117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$2,316,113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$413,911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$916,093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$-1,113,720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680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2861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676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$976K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$3,646,117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$2,316,113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($1,113,720)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$2,316,113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$1,113,720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Cascade Insurance Services Inc Dba: Cascade Mutual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$3,132,889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$566,405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$1,687,026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$4,772,106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155%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$1,287,548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$1,347,338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$627,994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$521,605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$106,390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$-131,010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$322,340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$55,416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$192,025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$74,899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$-231,953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$830,466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$296,058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$394,147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$140,261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$-217,631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$747,546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$211,464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$305,376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$230,707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$-281,220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$604,543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$444,121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$146,273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$-88,283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$3,132,889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$1,528,663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$1,037,821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$566,405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$-950,097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$748K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$3,132,889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$1,528,663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($950,097)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$1,528,663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$950,097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Jagdeep Singh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$2,771,181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$463,570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$12,058,763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$8,194,996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$2,624,697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$1,737,816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$432,807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$54,912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$113,899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$-267,673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$531,294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$339,606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$164,666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$-164,691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$620,357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$82,482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$473,942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$63,933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$-151,086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$546,436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$112,699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$339,678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$94,059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$-144,553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$640,288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$85,021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$528,252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$-26,826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$2,771,181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$883,804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$1,423,807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$463,570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$-754,829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$1.7M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$2.6M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$6.6M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$2,771,181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$883,804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85% of new business ($754,829)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$883,804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$754,829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Vintage Insurance Agency Inc (The)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$1,827,181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$558,068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$3,326,706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$3,681,887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$336,515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$1,067,653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$335,743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$102,876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$174,683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$58,183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$-86,035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$449,702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$255,825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$132,066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$61,810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$-162,772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$389,615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$58,208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$167,077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$164,330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$-162,968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$456,301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$44,916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$162,866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$248,519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$-133,926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$195,821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$92,980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$77,615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$25,226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$-29,823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$1,827,181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$554,806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$714,307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$558,068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$-575,525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$390K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$1,827,181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$554,806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($575,525)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$554,806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$575,525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$1,239,755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$304,940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$608,954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$1,848,709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$241,827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$404,150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$329,058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$235,804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$93,254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$-47,714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$98,874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$47,348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$51,526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$281,165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$220,351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$60,814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$-243,003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$313,298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$220,560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$92,738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$217,359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$210,752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$6,607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$-17,820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$1,239,755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$934,815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$304,940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$-393,568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$1,239,755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$934,815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42% of new business ($393,568)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$934,815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$393,568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Ewall Insurance Company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$1,006,667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$5,582,230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$3,794,141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$220,514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$1,309,731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$157,976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$82,684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$-173,320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$71,058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$20,807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$-32,380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$296,715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$113,101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$122,185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$61,429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$-94,557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$270,070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$212,437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$12,094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$-89,996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$210,847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$139,262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$78,591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$-83,125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$1,006,667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$349,807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$89,150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$-473,378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1271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$297K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$1,006,667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$567,710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83% of new business ($473,378)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$567,710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$473,378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Surefire Insurance Agency Corp.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$902,237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$416,472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$3,442,404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$3,478,371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$1,183,780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$120,916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$72,959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$47,957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$-18,384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$148,084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$70,541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$77,543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$-30,497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$260,980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$67,624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$155,557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$-103,129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$209,576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$135,102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$60,068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$-90,166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$162,681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$75,348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$-137,358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$902,237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$225,531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$260,234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$416,472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$-379,535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$902,237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$225,531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($379,535)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66 to 20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$225,531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$379,535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Call Patty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Point Roberts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$737,836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$2,749,090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$2,202,190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$574,103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$562,874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$102,936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$81,485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$17,263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$-24,269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$136,217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$37,968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$79,914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$18,335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$-31,367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$136,366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$34,579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$72,197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$29,591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$-68,437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$219,982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$62,684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$162,447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$142,333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$23,334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$105,562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$13,438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$-12,539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$737,836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$240,050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$437,382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$60,403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$-136,903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697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$1.3M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$737,836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$240,050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57% of new business ($136,903)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$240,050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$136,903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Limosa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Irvine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$179,840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$796,918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286%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$161,385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$291,417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$97,407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$96,887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$25,047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$-19,103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$26,448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$-16,359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$207,730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$206,862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$-37,341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$219,465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$218,042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$1,423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$-38,196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$617,079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$567,496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$49,582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$-118,660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$617,079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$567,496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80 to 39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$567,496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Dts Insurance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$571,851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$907,582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$156,807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$329,597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$66,897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$-12,440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$231,006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$88,313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$67,405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$75,288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$80,905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$60,825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$29,406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$-9,327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$-31,757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$165,548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$48,200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$82,199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$35,150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$-17,771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$571,851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$264,235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$128,606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$-61,968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$571,851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$264,235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$264,235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$179,010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Jtc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City of Industry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$631,747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$800,674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$318,335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$252,607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$26,433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$94,399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$73,822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$331,195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$330,680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$36,409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$35,487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$504,906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$135,406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$347,151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$22,350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$504,906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$135,406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$135,406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$347,151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Lion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Glendale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$480,018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$78,474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$57,631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$1,473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$43,258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$22,763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$-33,408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$127,755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$102,693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$19,083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$5,979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$166,671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$52,693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$-34,389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$20,652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$36,662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$6,546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$-16,284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$480,018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$220,653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$169,911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$89,454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$-108,371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$480,018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$220,653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($108,371)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$220,653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$108,371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Power Commercial Insurance Brokers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$2,372,091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$1,028,738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$443,515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$122,134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$40,908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$-27,298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$55,693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$42,863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$38,541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$54,148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$-20,427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$97,253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$37,545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$-73,947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$28,341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$441,569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$148,640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$160,155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$132,774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$-121,673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$1.8M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$441,569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$148,640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($121,673)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$148,640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$121,673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Elizabeth'S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$319,292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$83,803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$132,969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$158,059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$160,406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$114,529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$93,063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$-95,007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$86,985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$-86,985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$56,283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$-60,999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$-17,992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$415,496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$290,352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$125,144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$-262,232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$415,496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$290,352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90% of new business ($262,232)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$290,352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$262,232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Paramount Exclusive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Encino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$165,365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$412,640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$582,288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$375,178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$11,250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$29,059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$414,604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$205,197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$169,896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$39,511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$-205,197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$-884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$-28,438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$-1,277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$-1,542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$414,604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$205,197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($205,197)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$205,197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$205,197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 Secure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Santa Clarita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$-280,010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$450,240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893%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$196,201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$40,906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$-10,665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$78,730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$40,738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$37,992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$-37,992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$272,003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$135,975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$136,028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$-151,635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$-1,701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$-69,735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$411,808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$239,488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$172,320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$-280,010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$411,808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$239,488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($280,010)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$239,488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$280,010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Noel Cajinas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Huntington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$511,170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$614,912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$120,480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$239,285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$121,214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$102,846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$164,539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$39,394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$68,023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$-30,932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$12,049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$86,623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$82,290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$408,278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$257,486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$57,123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$93,669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$-75,834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$408,278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$257,486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$257,486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$57,123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Western Truck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Inglewood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$440,465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173%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$255,717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$23,613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$41,288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$79,410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$195,344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$183,579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$-183,579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$21,803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$1,073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$-18,375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$361,459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$348,621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$12,838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$-206,178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$361,459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$348,621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($206,178)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$348,621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$206,178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Solutions Insurance Agency, L.l.c.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Moreno Valley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$506,042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$761,354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$-10,726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$3,124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$-10,260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$77,758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$86,341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$-8,583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$121,868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$102,765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$8,729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$67,281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$59,801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$7,480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$-7,033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$324,842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$10,374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$-46,184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$324,842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$324,842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Empire Company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Rancho Cucamonga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$355,551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$164,154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$50,035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$-5,439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$31,402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$-11,461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$46,112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$46,795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$178,918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$158,768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$-79,808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$308,430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$219,453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$77,616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$-96,708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$308,430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$219,453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($96,708)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$219,453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$96,708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Insuremart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$825,532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$397,643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$177,656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$19,854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$-26,444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$89,002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$74,249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$-74,249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$37,905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$78,160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$-46,696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$27,585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$27,585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$-43,442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$251,371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$190,314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$16,970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$44,087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$-190,831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$251,371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$190,314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($190,831)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$190,314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$190,831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Checkers Truck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Ontario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$496,756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$501,646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$309,520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$19,032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$21,564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$-4,736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$204,935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$47,117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$246,104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$87,714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$157,818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$-7,380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$246,104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$87,714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$87,714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$157,818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Alparslan Enterprise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$263,734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$505,949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$142,503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$124,513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$117,631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$89,020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$28,611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$-36,771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$108,906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$116,574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$-7,668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$1,007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$32,069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$36,933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$-4,864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$-4,741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$242,215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$242,527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$-41,512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$-17,397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$242,215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$242,527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$242,527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Freedom Insurance Services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$467,093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$647,471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$36,761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$60,351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$21,057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$22,137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$60,187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$36,530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$23,657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$-19,788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$35,748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$-17,942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$210,947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$130,097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$17,157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$63,693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$-59,867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$210,947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$130,097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46% of new business ($59,867)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$130,097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$59,867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Northdale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$1,118,229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$1,203,838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$212,581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$57,807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$-64,445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$42,169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$27,452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$-88,584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$22,406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$86,511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$86,007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$201,522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$123,130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$78,392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$-153,029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$201,522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$123,130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124% of new business ($153,029)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$123,130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$153,029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Swan Insurance Sales,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California  |  City: San Diego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$919,466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$850,381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$77,631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$49,438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$25,432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$10,312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$13,694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$53,366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$3,849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$19,779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$29,738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$-24,666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$29,842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$13,769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$-10,912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$59,124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$30,091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$104,973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$-35,578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$-5,808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$59,124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60% of new business ($35,578)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111%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$59,124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$35,578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Patriot Financial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Chino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$725,289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$513,427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$174,266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$-4,680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$43,759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$22,980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$53,545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$52,289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$1,256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$-34,213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$-18,125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$29,109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$179,056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$149,332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$42,299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$-12,576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$-57,018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$179,056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$149,332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$149,332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$57,018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Tiwana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Clovis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$200,523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$292,051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71%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$121,070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$128,742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$113,743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$14,998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$13,838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$14,078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$17,834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$13,525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$11,581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$10,205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$171,994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$29,273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$-5,870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$171,994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$142,722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DISCOVERY PRO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$352,815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$301,327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$42,061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$153,528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$-146,798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$6,571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$-405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$160,446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$154,078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$6,369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$-147,203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$160,446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$154,078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$154,078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Mohsen Ins.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$115,746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$118,781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$46,217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$31,706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$87,610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$155,071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$161,275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$-6,204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$-13,636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$-36,727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$155,071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$161,275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142%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$161,275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Global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$103,831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$99,158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$18,999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$4,542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$20,576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$18,781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$148,004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$136,938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$148,004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$136,938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14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$136,938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Saint George Insurance Brokerage,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$1,098,550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$909,249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$251,489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$76,204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$6,994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$-68,987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$30,247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$30,167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$-31,311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$53,372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$13,715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$-16,534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$145,883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$69,823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$-116,832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$844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$145,883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$69,823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167% of new business ($116,832)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98%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$69,823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$116,832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3321 Group L.l.c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AZ  |  City: Scottsdale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$2,228,376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$823,368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$185,614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$34,967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$22,641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$-21,968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$22,843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$9,962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$12,881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$-19,695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$-31,582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$66,846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$17,930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$-75,646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$136,699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$71,205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$65,494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$-148,891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$1.5M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$136,699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$71,205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$71,205 in renewals shows they trust our product. Ask: "What's holding back new submissions?" They may need updated appetite info or a refresher on our quoting process.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Strong Tie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Downey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$630,459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$64,792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$77,299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$64,638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$12,661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$-3,153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$-12,471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$-43,241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$129,903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$129,430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$-58,866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$-512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$-11,676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$129,903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$129,430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45% of new business ($58,866)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$129,430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$58,866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All Ways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$599,280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$587,917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$32,737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$113,658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$-2,613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$61,298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$-61,231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$58,050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$-38,640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$123,479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$18,671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$-102,483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$-5,827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$985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$123,479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$18,671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California Heritage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California  |  City: Arroyo Grande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$1,016,247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$694,574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$217,287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$20,489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$-24,781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$36,110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$15,734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$20,376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$-9,454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$5,493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$-42,686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$41,371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$115,862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$57,091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$16,284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$42,487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$-76,921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$115,862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$57,091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135% of new business ($76,921)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$57,091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$76,921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Jaikar Insurance Services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Corona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$805,169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$-30,169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$57,824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$18,924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$1,786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$98,460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$38,741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$42,933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$16,785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$-31,706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$-1,172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$98,460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$38,741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82% of new business ($31,706)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$38,741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$31,706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Beehive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Utah  |  City: Salt Lake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$83,796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$1,064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$96,353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$94,802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$-1,570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$96,353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$94,802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Kaluga Premium Insurance Solutions,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$90,616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85%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$91,983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$4,738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$51,536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$35,709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$5,503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$765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$51,536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$51,536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Insurabrite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Southwest  |  State: CA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$1,177,487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$943,121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$10,852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$-22,092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$56,586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$-139,247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$9,252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$-16,549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$81,186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$76,689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$-177,887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$81,186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$4,497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3956% of new business ($177,887)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$4,497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$177,887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Nextco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$758,389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$583,462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$65,737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$20,708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$65,820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$-7,439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$-112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$20,708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$20,708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$65,820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SBS Insurance Services Inc dba Smarter Truck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Riverside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$640,325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$461,429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$186,169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$13,122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$8,774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$11,580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$17,257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$-5,970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$20,145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$-7,809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$-5,577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$67,738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$14,701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$57,755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$-47,679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$67,738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$14,701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324% of new business ($47,679)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65 to 25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$14,701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$47,679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West Coast Truck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UT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$239,538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$265,055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$88,264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$32,009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$-30,606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$-12,623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$3,440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$19,217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$-16,857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$66,553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$51,226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$17,437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$-60,086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$66,553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$51,226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117% of new business ($60,086)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$51,226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$60,086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Transtar Insurance Brokers,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AZ  |  City: Phoenix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$194,602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$193,398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$10,087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$51,995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$-54,298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$61,016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$-45,277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$-157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$-16,230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$61,016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41 to 18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$106,293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Infinite Risk Management And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Los Angeles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$397,569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$383,069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$19,877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$54,426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$34,526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$-17,416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$54,426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$19,900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88% of new business ($17,416)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$19,900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$17,416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PCF Insurance Services of the West LLC DBA: Good's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Woodland Hills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$236,689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$172,857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$31,909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$31,849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$12,303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$-390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$31,849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$12,303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78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(78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Professionals,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Pahrump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$191,089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$4,302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$11,304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$11,304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Cornerstone Insurance Solutions Inc. Dba: Cornerstone Premier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Covina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$144,555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$75,234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$5,343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$4,995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$4,298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$9,293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$-8,710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$9,293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94% of new business ($8,710)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$9,293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$8,710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MV Destiny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Fresno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$162,597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$72,087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$-15,471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$-19,994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Davis &amp; Associates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NV  |  City: Las Vegas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$340,383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$-11,137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$-10,458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$-21,595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$-821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($-821)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97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Century One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Southwest  |  State: CA  |  City: Studio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$169,362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$134,244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$21,996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$21,858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$1,041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$-17,496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$20,817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$-32,552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$-18,560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$-18,462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$-16,543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$-15,309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$-11,735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$20,817 in renewals - strong retention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($-11,735)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