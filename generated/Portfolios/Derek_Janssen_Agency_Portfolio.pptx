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$33,230,271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$17,762,616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$7,171,627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$-11,649,125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$76,767,351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$16,175,406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$19,610,259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$4,493,235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$2,445,198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$4,214,690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$2,702,383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$3,754,144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$2,393,758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$2,815,541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$901,361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$762,894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$19,793,123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$18,488,468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$20,108,739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4097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$18,480,199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$15,041,450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$3,416,121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3704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$33,230,271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$17,762,616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18417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759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871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17237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1062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6.2%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3,286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3,573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17,237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6,428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+1,053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$19,793,123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$18,488,468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$20,108,739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4,097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$18,480,199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$15,041,450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$3,416,121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$1,850,129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$-1,568,724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3,704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$91,911,979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$17,762,616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$8,296,029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$-11,649,125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20,353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14,906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2,175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$828,685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$139,416,912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$18,958,898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$22,670,852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$27,800,704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$6,396,719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$8,322,527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$16,119,427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$9,085,622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$951,914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1843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(35%)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26.4%  ·  Declined: 815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18417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Kenny Palmer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Transtar Insurance Brokers, In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$4,214,690  |  Subs 6428  |  Binds 120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$4,214,690 YTD GWP  |  120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$3,754,144  |  Subs 3033  |  Binds 170  |  HR 5.6%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$3,754,144 YTD GWP  |  170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$4,493,235  |  Subs 703  |  Binds 71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5.8%)  |  $4,493,235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$2,815,541  |  Subs 1319  |  Binds 91  |  HR 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5.8%)  |  $2,815,541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$3,129,923  |  Subs 681  |  Binds 67  |  HR 9.8%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9.8% (portfolio avg: 5.8%)  |  $3,129,923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36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171  |  Binds 8  |  HR 4.7%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344% of new business ($50,518 vs $14,701)  |  Submissions dropped 58% MoM (65 -&gt; 27)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$901,361  |  Subs 141  |  Binds 31  |  HR 22.0%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($379,535 vs $225,531)  |  Submissions dropped 68% MoM (66 -&gt; 21)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100  |  Binds 1  |  HR 1.0%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100 subs  |  Negative net written premium: $-821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0/11 appointed agencies have submitted (0%)  •  0/11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DOXA E&amp;S solutions dba Northwoods Insurance 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Champion Risk &amp; Insurance Services, L.P.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5714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0" y="57149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5714999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3560" y="571499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03720" y="5714999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7240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400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$12,462,070 (38%)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Cornerstone Insuranc (33.3%), Vintage Insurance Ag (25.5%), Surefire Insurance A (22.0%)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18,417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(39 subs): Beehive Insurance Ag (39)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Davis &amp; Associates I (1.0%), Reliance Partners, L (1.9%)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31 agencies with cancellations &gt;40% of new biz: Safeline Insurance Agency, Reliance Partners, Llc, United Advantage Insuranc. $10,776,356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Davis &amp; Associates I (1.0%), Reliance Partners, L (1.9%).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Reliance Partners, L (6428s/120b), Limosa Insurance Ser (267s/12b), Patriot Financial Se (246s/9b).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$8,296,028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1069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267136590735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GOD'S GRACE TRANSPORTATION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30,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268267309731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SGA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30,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256325241598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DAREX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265560394265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FARUKH NURTAYEV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258398174593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ROAD COURIERS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266278796517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FIVE STAR GLOBAL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266452775769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255083196130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CHECKMAT CARGO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Remington Ashley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$55,329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257984915346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 &amp; A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$19,262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259338852451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TD REAL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Simpson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258694094210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VIRASAT TRANS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263789526761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AZ EXPRESS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$189,724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259183432916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ARAMBURO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Roxy Olmedo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256516815163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BHEEM BRIAN DASS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241026124629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COMPASS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$52,277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264365757396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Packr Transportation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Cesar Beltran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253981279009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 MICHAEL HUNT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251851680824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RAFIQ EXPRESS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254315484308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D4U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$93,351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263170334667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 AND K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$25,749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252129472893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CAREXPRESS SD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$49,356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259945576802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VTP TRANSPORT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$60,920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267267413911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EDR FREIGHT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$23,117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$1,052,301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$7,479,628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SBS Insurance Services Inc dba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251734290824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 THE RIGHT WAY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254464366365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TS ROADLINES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251382710924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MC EXPRESS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257284047400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ABM LOGISTICS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251862527688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HAMM DADDYS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258151488623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SONI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256393143029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 24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255079088180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MALHI BROS EXPRESS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257126209527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DGHM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252031111340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ALVAREZ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250276075876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MTM TRANSPORT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Davis &amp; Associates Insurance 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258628526114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XC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$10,546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256785337910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ADV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415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$4,493,235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$1,236,885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$-1,790,112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$8,342,723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$1,364,278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$457,544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$91,213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$231,816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$-264,215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$4,493,235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$2,445,198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$1,236,885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$-1,790,112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$4,493,235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$2,445,198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($1,790,112)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$2,445,198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$1,790,112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$4,214,690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$2,702,383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$767,348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$-1,723,958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$11,216,160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$2,350,772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$2,722,887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$760,072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$131,240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$-254,910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$4,214,690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$2,702,383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$767,348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$-1,723,958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$4,214,690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$2,702,383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6428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($1,723,958)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(6428 subs, only 120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$2,702,383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$3,754,144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$2,393,758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$946,476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$7,153,111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$742,418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$2,536,502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$771,320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$522,121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$166,114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$-192,554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$3,754,144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$2,393,758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$946,476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$3,754,144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$2,393,758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($1,145,446)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$2,393,758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$1,145,446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$4,769,140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$1,115,886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$601,577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$2,815,541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$507,930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$8,239,356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$3,226,595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$1,851,998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$684,648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$71,375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$2,815,541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$507,930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$2,815,541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$603,469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$3,727,838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$480,700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$1,137,986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$241,771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$93,530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$70,626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$1,873,131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$603,469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$555,356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$1,869,279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$237,929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$230,471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$954,533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$-484,190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$3,794,556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$1,281,369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$-93,937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$-484,190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($484,190)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$484,190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$3,477,494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$1,402,600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$394,100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$74,472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$901,361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$901,361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($379,535)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$379,535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$762,894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$2,227,248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$639,413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$762,894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$85,461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$762,894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($137,060)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$240,050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$137,060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$1,075,098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$183,491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$837,906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$512,173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$252,607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$504,906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$1,088,002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$104,433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$59,264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$500,833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$471,174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$432,743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$259,644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108% of new business ($280,828)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$259,644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$280,828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$86,893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$-29,401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$-105,235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($105,235)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$105,235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$392,694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$64,540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$352,443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$329,581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$352,443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$329,581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$329,581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$164,154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$-79,808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($96,708)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$96,708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$267,228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$43,442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$267,228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$59,945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$267,228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($190,831)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32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$190,831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$1,226,294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$108,967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$108,463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$223,978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$145,587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$145,587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($70,553)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$70,553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$-6,682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($42,260)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$98,460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344% of new business ($50,518)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$9,293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100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