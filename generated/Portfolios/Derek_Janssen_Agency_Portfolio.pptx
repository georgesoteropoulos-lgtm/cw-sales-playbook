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$32,429,519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$6,990,852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$-11,385,697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$75,966,598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$14,847,809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$18,621,325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$902,237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$19,918,601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$18,420,881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$19,980,416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$17,988,866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$11,964,695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3092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$32,429,519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17889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16707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16,707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$19,918,601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$18,420,881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$19,980,416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$17,988,866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$11,964,695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$1,752,176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$-1,305,295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3,092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$88,273,459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$-11,385,697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14,427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$133,498,988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$18,095,445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$15,408,661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796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$3,627,374  |  Subs 2996  |  Binds 158  |  HR 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$3,627,374 YTD GWP  |  158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$3,828,775  |  Subs 6255  |  Binds 108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$3,828,775 YTD GWP  |  108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$4,512,337  |  Subs 669  |  Binds 70  |  HR 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$4,512,337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1272  |  Binds 82  |  HR 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$3,131,952  |  Subs 660  |  Binds 70  |  HR 10.6%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10.6% (portfolio avg: 5.7%)  |  $3,131,952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95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95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$902,237  |  Subs 141  |  Binds 35  |  HR 24.8%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70% MoM (66 -&gt; 20)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$11,968,486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Surefire Insurance A (24.8%), Vintage Insurance Ag (23.9%)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17,889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(132 subs): Davis &amp; Associates I (95),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(1.7%),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30 agencies with cancellations &gt;40% of new biz: Safeline Insurance Agency, Reliance Partners, Llc, United Advantage Insuranc. $10,465,720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(1.7%),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(6255s/108b), Limosa Insurance Ser (261s/12b),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$8,198,075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1016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259645694716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AMRASO TRANSPORTATION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$148,806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251787451647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GROW MORE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268077931542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Safiullah Noor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257034779205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GLOBE INTERNATIONAL LGTX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269746476736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RAHIMI TRUCKING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258556219117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JAMMU TRUCK 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269092238895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AGW AUTO TRANSPORT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252699969564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EXPRESS TRANS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266218159565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JODY EXPRESS CORP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$53,766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256627963899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DESERT BIGHORN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262868034789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SASA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$35,208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266477088799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CHAVARRIA TRANS LINES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Annette Taylor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$77,661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251007543177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BRAVE TRANS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$29,723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260714372232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$1,268,471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$7,308,057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251224954126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BAGLA TRUCKING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250849153543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BHINDER TRANS CARRIER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$19,901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266212774929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CHAVARRIA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260773077207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VALLEY MOVERS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260773077207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VALLEY MOVERS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266212774929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CHAVARRIA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260773077207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VALLEY MOVERS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260773077207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VALLEY MOVERS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$8,361,825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$1,797,352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$1,387,867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$271,198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$-252,484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($1,778,380)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$1,778,380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$10,830,245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$2,431,937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$2,386,691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$619,008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6255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(6255 subs, only 108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$7,026,341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$2,379,301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$644,550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$4,771,169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$1,301,912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$1,408,189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$603,605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$2,240,685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$3,692,832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$3,793,805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$1,270,697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$1,183,780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$75,348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$1,055,925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