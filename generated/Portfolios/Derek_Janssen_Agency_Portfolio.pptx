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$32,380,887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$6,942,220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$-11,281,324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$75,917,967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$14,526,214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$18,556,617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$19,786,875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$18,471,442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$19,860,678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$18,049,343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$11,730,375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$32,380,887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16695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16,695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$19,786,875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$18,471,442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$19,860,678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$18,049,343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$11,730,375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$1,752,176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$-1,200,922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3,080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$87,898,714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$-11,281,324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19,734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14,414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$133,350,182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$18,095,445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$15,259,855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796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$3,627,374  |  Subs 2995  |  Binds 159  |  HR 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$3,627,374 YTD GWP  |  159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$3,828,775  |  Subs 6256  |  Binds 109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$3,828,775 YTD GWP  |  109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$4,512,337  |  Subs 669  |  Binds 71  |  HR 10.6%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10.6% (portfolio avg: 5.7%)  |  $4,512,337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1271  |  Binds 82  |  HR 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$3,131,952  |  Subs 657  |  Binds 69  |  HR 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$3,131,952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93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93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$853,605  |  Subs 140  |  Binds 34  |  HR 24.3%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($354,969 vs $225,531)  |  Submissions dropped 71% MoM (66 -&gt; 19)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$11,968,486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Surefire Insurance A (24.3%), Vintage Insurance Ag (23.9%)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17,877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(130 subs): Davis &amp; Associates I (93),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(1.7%),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$10,344,447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(1.7%),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(6256s/109b), Limosa Insurance Ser (261s/12b),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$8,198,075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1012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251787451647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GROW MORE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268077931542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Safiullah Noor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257034779205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GLOBE INTERNATIONAL LGTX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269746476736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RAHIMI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258556219117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JAMMU TRUCK 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269092238895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AGW AUTO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252699969564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EXPRESS 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266218159565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JODY EXPRESS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$53,766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256627963899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DESERT BIGHORN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262868034789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SASA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$35,208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266477088799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CHAVARRIA TRANS LINES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Annette Taylor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$77,661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251007543177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BRAVE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$29,723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260714372232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263455867093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GENERAL TRANSPORTATION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$1,121,663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$7,248,889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PCF Insurance Services of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250102183313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DHATT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251224954126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BAGLA TRUCKING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$8,361,825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$1,797,352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$1,393,259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$271,198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$-252,484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($1,778,380)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$1,778,380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$10,830,245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$2,327,964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$2,424,079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$619,008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6256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(6256 subs, only 109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$7,026,341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$2,398,373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$644,550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$4,771,169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$1,301,912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$603,605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$2,238,313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$3,692,832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$312,267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$3,793,805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$3,429,739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$114,049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$-112,792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($354,969)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$354,969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$1,055,925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