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$32,347,741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$17,237,147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$8,166,862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$6,943,732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$-11,281,324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$75,884,820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$14,520,541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$18,568,672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$540,920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$19,832,719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$18,429,577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$19,910,886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$18,035,881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$11,662,733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$2,890,651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3058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$32,347,741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$17,237,147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17856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16672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16,672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+1,014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$19,832,719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$18,429,577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$19,910,886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$18,035,881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$11,662,733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$2,890,651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$1,720,963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$-1,200,922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3,058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2,291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$87,871,796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$17,237,147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$8,166,862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$-11,281,324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19,712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14,393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2,082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$133,279,663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$18,095,445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$15,259,855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797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$3,627,374  |  Subs 2994  |  Binds 161  |  HR 5.4%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$3,627,374 YTD GWP  |  161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$3,828,775  |  Subs 6251  |  Binds 109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$3,828,775 YTD GWP  |  109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$4,512,337  |  Subs 669  |  Binds 70  |  HR 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$4,512,337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1269  |  Binds 82  |  HR 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$3,131,952  |  Subs 656  |  Binds 69  |  HR 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$3,131,952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93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93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$853,605  |  Subs 140  |  Binds 33  |  HR 23.6%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($354,969 vs $225,531)  |  Submissions dropped 71% MoM (66 -&gt; 19)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$11,968,486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Vintage Insurance Ag (24.1%), Surefire Insurance A (23.6%)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17,856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(130 subs): Davis &amp; Associates I (93),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(1.7%),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$10,344,447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(1.7%),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(6251s/109b), Limosa Insurance Ser (259s/12b),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$8,166,862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1011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268077931542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Safiullah Noor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257034779205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GLOBE INTERNATIONAL LGTX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269746476736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RAHIMI TRUCKING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258556219117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JAMMU TRUCK 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269092238895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AGW AUTO TRANSPORT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252699969564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EXPRESS TRANS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266218159565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JODY EXPRESS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$53,766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256627963899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DESERT BIGHORN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262868034789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SASA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$35,208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266477088799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CHAVARRIA TRANS LINES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Annette Taylor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251007543177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BRAVE TRANS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$29,723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260714372232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263455867093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GENERAL TRANSPORTATION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266147415618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TOPGEAR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$129,273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269168935012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IBIJOKE HAULING AND LOGISTICS 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$1,155,197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$6,735,653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253379340019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SM LOGISTICA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251082226481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BALAGAN ROADLINE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256014682969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3JS AUTO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257049624137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TAAK BROS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258599080131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FGS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PCF Insurance Services of the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250102183313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DHATT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251224954126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BAGLA TRUCKING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$9,979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396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$31,755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$31,755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262879909188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DEUS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253345485180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PMV TRANSPORTATION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262879909188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DEUS LOGISTICS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266151749770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Brent Ludaes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256912369425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KING CARGO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253345485180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PMV TRANSPORTATION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266151749770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Brent Ludaes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262879909188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DEUS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$8,361,825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$1,797,352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$1,387,867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$271,198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$-252,484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($1,778,380)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$1,778,380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$10,830,245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$2,404,447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$2,424,079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$619,008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6251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(6251 subs, only 109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$7,026,341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$2,432,921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$644,550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$4,771,169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$1,287,342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$1,355,607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$603,605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$2,235,758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$3,692,832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$3,793,805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$1,221,867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$3,429,739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$114,049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$-112,792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($354,969)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$354,969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36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$1,026,224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$540,920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$540,920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$576,098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$757,909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$321,397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$321,397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$321,397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