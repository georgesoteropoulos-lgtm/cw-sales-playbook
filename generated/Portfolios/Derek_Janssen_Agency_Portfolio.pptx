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Derek Janssen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29,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Derek Janssen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53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$33,151,975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$17,702,217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$8,296,028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$7,153,729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$-11,626,626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16053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$74,968,705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$76,689,055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$89,962,446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$16,840,118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$19,475,106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$4,505,497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$2,424,917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$811,152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$4,203,045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$2,683,734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$744,959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4136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$3,737,355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$2,377,028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$413,911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3013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$3,129,923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$1,528,663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$1,037,821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$2,799,445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$883,804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$1,423,807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$1,873,173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$555,356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$714,307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$1,260,325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$954,533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$1,007,082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$567,710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$349,807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$902,116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$225,531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$260,234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23.4%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$737,836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$240,050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$437,382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$617,079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$567,496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$589,794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$264,235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$179,010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$19,862,593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$4,479,627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$18,464,032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$3,037,254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3888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$20,031,654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$3,175,810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4097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$18,450,711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$3,653,804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4338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447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$14,704,113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$3,355,722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3522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$33,151,975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$17,702,217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18255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84.4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+38%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150%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 of 53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5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750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112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862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41.0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103%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175%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225%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222%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168%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5/25–5/29*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17075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1049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6.1%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3,441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3,240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2,990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3,164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3,291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4,147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3,960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4,203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3,393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4,040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-16%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17,075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1049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18,794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6,375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3,013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+1,033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1,300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-293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-384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Cascade Insurance Services Inc Dba: Ca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+95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-259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Solutions Insurance Agency, L.l.c.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+229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+238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$19,862,593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$4,479,627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$528,182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$-2,236,465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4,326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3,140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471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$18,464,032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$3,037,254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$1,245,496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$-2,562,773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3,888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2,806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434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$20,031,654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$3,175,810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$1,928,146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$-2,576,798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4,097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2,911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$18,450,711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$3,653,804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$2,744,075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$-2,704,366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4,338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3,242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$14,704,113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$3,355,722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$1,850,129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$-1,546,224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3,522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2,655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334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$91,513,102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$17,702,217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$8,296,029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$-11,626,626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20,171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14,754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2,148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Derek Janssen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$796,297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$96,590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$136,077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$11,691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$3,719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$57,066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SBS Insurance Services Inc dba Smarter Truck Insurance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Western Truck Insurance Services, Inc.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$43,370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NV, PA, TX, 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Derek Janssen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$138,488,141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1,363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$18,958,898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$22,569,576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42.6%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$27,800,704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$6,336,270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CASCADE INSURANCE SERVICES INC DBA: CASCAD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$8,322,527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49.1%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$15,623,661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$9,085,622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29.8%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$951,914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1827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(47%)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1385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(35%)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668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26.5%  ·  Declined: 813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18255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2748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Insurabrite Insurance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Cascade Insurance Services Inc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Patricia Galindoparedes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ARUNDEEP SINGH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RAJNI KAPUR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Solutions Insurance Agency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Gayane Yeghiazaryan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Murphy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Tigran Vardanyan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Sapna Kharbanda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Morgan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Ryan Johnson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Hakim Kabir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Power Commercial Insurance Bro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Vintage Insurance Agency Inc (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25.6%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Khalid Salama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Marie Borja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Harmeet Singh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Northdale Insurance Agency, In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Leichner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Spencer DuBose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Michelle Malkhasyan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 Secure Insurance Service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Clifton Waterbury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Harman Tiwana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Tiwana Insurance Solutions, In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IBRAHIM MAMMO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Surefire Insurance Agency Corp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Elizabeth Rodriguez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Elizabeth'S Insurance Services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Erik Zargaryan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Luiza Ter-Abramyan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Damandeep Khokhar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Benjamin Zimunya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GUINN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Seaton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Kenny Palmer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Transtar Insurance Brokers, In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Jorge Daniel Tarquini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Saint George Insurance Brokera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Christina Hinson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5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$4,203,045  |  Subs 6375  |  Binds 119  |  HR 1.9%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$4,203,045 YTD GWP  |  119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$3,737,355  |  Subs 3013  |  Binds 170  |  HR 5.6%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$3,737,355 YTD GWP  |  170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$4,505,497  |  Subs 687  |  Binds 70  |  HR 10.2%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10.2% (portfolio avg: 5.8%)  |  $4,505,497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$2,799,445  |  Subs 1300  |  Binds 88  |  HR 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6.8% (portfolio avg: 5.8%)  |  $2,799,445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Cascade Insurance Services Inc Dba: Cascad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$3,129,923  |  Subs 678  |  Binds 67  |  HR 9.9%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9.9% (portfolio avg: 5.8%)  |  $3,129,923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Insurabrite Insurance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$81,186  |  Subs 22  |  Binds 2  |  HR 9.1%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3956% of new business ($177,887 vs $4,497)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Davis &amp; Associates Insurance Agency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$-821  |  Subs 99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99 submissions with 0 binds - zero conversion  |  Negative net written premium: $-821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Beehive Insurance Agency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$96,353  |  Subs 38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38 submissions with 0 binds - zero conversion  |  35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SBS Insurance Services Inc dba Smarter Tru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$67,738  |  Subs 170  |  Binds 8  |  HR 4.7%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344% of new business ($50,518 vs $14,701)  |  Submissions dropped 60% MoM (65 -&gt; 26)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$902,116  |  Subs 141  |  Binds 33  |  HR 23.4%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168% of new business ($379,535 vs $225,531)  |  Submissions dropped 68% MoM (66 -&gt; 21)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5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0/9 appointed agencies have submitted (0%)  •  0/9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Melara Insurance Services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Tec Equipment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Mcdonald &amp; Assoc Ins Agcy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745736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47823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Coremark Insurance Services Inc.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47823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5488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60" y="478231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0372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724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509320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RVA Insurance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0" y="50932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54880" y="509320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23560" y="509320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03720" y="509320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0" y="50932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50932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5760" y="5367527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5760" y="540410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Nova Coverage LLC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57600" y="54041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0" y="5404103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23560" y="540410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03720" y="5404103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72400" y="54041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144000" y="54041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(Safeline Insurance Agency, Reliance Partners, Llc, United Advantage Insuranc) drive $12,445,897 (38%)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Cornerstone Insuranc (33.3%), Vintage Insurance Ag (25.6%), Surefire Insurance A (23.4%)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18,255 total submissions across 53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submitting but 0 binds (137 subs): Davis &amp; Associates I (99), Beehive Insurance Ag (38)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Reliance Partners, L (1.9%), Transtar Insurance B (2.8%)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30 agencies with cancellations &gt;40% of new biz: Safeline Insurance Agency, Reliance Partners, Llc, United Advantage Insuranc. $10,664,947 total cancellations - investigate retention.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20+ subs but &lt;3% HR: Reliance Partners, L (1.9%), Transtar Insurance B (2.8%). Conduct submission quality training to lift conversion 2-3 points.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30+ subs and some binds but &lt;5% HR: Reliance Partners, L (6375s/119b), Limosa Insurance Ser (265s/12b), Patriot Financial Se (243s/9b). Small HR improvements on large volume = significant premium lift.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Safeline Insurance Agency, United Advantage Insuranc, Cascade Insurance Service. Increase submission volume 20% through marketing support and referral incentives.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$8,296,028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Last 25 Bound Submissions  |  1057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251851680824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RAFIQ EXPRESS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$136,086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254315484308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D4U TRANSPORTATION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Erik Zargaryan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$93,351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256325241598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DAREX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$83,213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252129472893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CAREXPRESS SD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$49,356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259945576802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VTP TRANSPORT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$60,920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262864911917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VTP TRANSPORT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267267413911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EDR FREIGHT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252767908547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KOSAR TRANSPORT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Khalid Salama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$24,818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264141829896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CALVIN AVERY CONSULTANTS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$41,008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268142974362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KOSAR TRANSPORT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Khalid Salama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$3,294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269001521843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 2 B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$15,399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269550781588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259963384391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FAST LANE ENTERPRISES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Sean Jenouri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$70,010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250394801074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LOS FREIGHTS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Skyler Rogers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$93,748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265422122247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ETH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Leichner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$13,757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253555946006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OR MARTIN TRUCKING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Jimmy Deperi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$41,586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262517643318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MILEFREIGHT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Brandon Richards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$214,412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254341116278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TWIN TRANSPORTATION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$62,318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268101908568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 V W QUALITY EXPRESS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$16,630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258661262625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 N T DELIVERS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Patricia Galindoparedes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$137,761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256837802809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SIROHI TRANZ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$22,387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267795776362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AIBLA EXPRESS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Tigran Vardanyan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$58,724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262640152330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10WHEELSEXPRESS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Sapna Kharbanda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$16,481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269993111550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BELTRANS MVP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Sapna Kharbanda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$59,801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255624231460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Swan Insurance Sales,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ISTICX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Christopher Mahlberg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$73,248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$1,447,001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Active in-force policies expiring through Aug 27,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$7,288,795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250480741793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VOSS TRANSPORT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250849153543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BHINDER TRANS CARRIER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254708784506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EXPRESS GLOBAL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258777740743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NAVDEEP SINGH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256806597572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US EXPRESS TRUCKING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253561442963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CHEEMA TRANSPORT CA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$11,887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SBS Insurance Services Inc dba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251734290824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TRANSPORT THE RIGHT WAY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$15,209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251382710924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MC EXPRESS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$13,263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Vintage Insurance Agency Inc (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254464366365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TS ROADLINES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$47,551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257284047400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NEW ABM LOGISTICS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$16,697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251862527688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HAMM DADDYS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$10,127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Insurabrite Insurance Services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255079088180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MALHI BROS EXPRESS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256393143029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TRANS 24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$35,482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408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Policies with cancellation_date on or before Aug 27,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$136,465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$136,465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255629600340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TRUCKING AROUND TRANSPORT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$5,505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252978872261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NP TRUCKING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Tiwana Insurance Solutions,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256987779762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TRUEPATH TRANSPORTATION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257689129592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BRUGAL LOGISTICS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256974381698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BATTH G TRANS PRO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Freedom Insurance Services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$45,037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251777967959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GOSHEN SOLUTIONS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Call Patty Insurance Servic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498847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8308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252781842799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453542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FREIGHTWYZE TRANSPORTATION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94960" y="453542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095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66760" y="453542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1832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868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78308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269119896780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88920" y="484631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AMRINDER PAL SINGH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94960" y="484631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Solutions Insurance Age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523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9095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66760" y="484631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$1,770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41832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65760" y="5120639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65760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868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78308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255629600340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88920" y="515721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TRUCKING AROUND TRANSPORT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94960" y="515721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523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095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366760" y="515721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41832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65760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68680" y="546811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8308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259636441307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788920" y="546811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Highlander Trucking LLC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394960" y="546811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523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9095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366760" y="546811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41832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5760" y="5742431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68680" y="577900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8308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257689129592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788920" y="577900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BRUGAL LOGISTICS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0" y="577900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523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9095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66760" y="577900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$1,844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1832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5760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68680" y="608990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78308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259636441307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88920" y="608990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Highlander Trucking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394960" y="608990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523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9095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66760" y="608990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$7,279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41832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65760" y="636422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65760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68680" y="640079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78308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252781842799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788920" y="640079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FREIGHTWYZE TRANSPORTATION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394960" y="640079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52360" y="640079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909560" y="640079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66760" y="640079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$15,208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41832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19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Burbank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$4,505,497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$2,424,917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$811,152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$1,269,428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$-1,783,938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$5,475,695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$8,354,985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$2,076,017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$1,297,466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$2,056,544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$1,581,567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$474,977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$-602,525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$728,018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$409,602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$134,041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$184,375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$-326,252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$564,631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$176,137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$240,289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$-295,352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$686,498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$214,611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$366,458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$105,429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$-301,767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$469,807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$70,933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$134,515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$264,358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$-258,041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$4,505,497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$2,424,917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$811,152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$1,269,428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$-1,783,938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$728K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$565K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$4.5M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$4,505,497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$2,424,917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74% of new business ($1,783,938)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$2,424,917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$1,783,938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TN  |  City: Chattanooga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$4,203,045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$2,683,734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$744,959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$774,352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$-1,723,958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$11,296,746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$11,204,515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$2,708,419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$2,734,366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$447,696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$148,058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$270,417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$-318,333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$556,470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$315,091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$154,282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$-236,871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$882,650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$744,194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$73,436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$-437,887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$1,322,951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$734,967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$432,382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$155,602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$-475,958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$993,279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$741,423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$131,240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$120,615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$-254,910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$4,203,045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$2,683,734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$744,959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$774,352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$-1,723,958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1440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875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1072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6603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$993K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$4.3M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$4.2M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$4,203,045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$2,683,734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6375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64% of new business ($1,723,958)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(6375 subs, only 119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$2,683,734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Fountain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$3,737,355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$2,377,028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$413,911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$946,416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$-1,145,446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$5,313,122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$7,136,322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$835,030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$2,559,705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$619,222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$547,989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$16,681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$54,552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$-177,485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$544,314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$336,280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$58,445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$149,589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$-240,020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$843,770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$483,530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$301,757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$-272,683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$975,519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$503,838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$197,217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$274,464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$-262,704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$754,531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$505,391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$83,085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$166,055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$-192,554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$3,737,355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$2,377,028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$413,911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$946,416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$-1,145,446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2874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$976K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$755K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$3,737,355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$2,377,028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($1,145,446)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$2,377,028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$1,145,446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Cascade Insurance Services Inc Dba: Cascade Mutual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Glendale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$3,129,923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$1,528,663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$1,037,821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$563,439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$-950,097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$1,687,026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$4,769,140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$1,115,886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$1,324,765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$627,994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$521,605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$106,390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$-131,010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$322,340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$55,416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$74,899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$-231,953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$830,466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$296,058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$394,147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$140,261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$-217,631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$747,546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$211,464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$305,376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$230,707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$-281,220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$601,577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$444,121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$146,273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$-88,283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$3,129,923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$1,528,663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$1,037,821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$563,439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$-950,097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$748K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$3,129,923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$1,528,663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62% of new business ($950,097)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$1,528,663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$950,097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$2,799,445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$883,804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$1,423,807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$491,834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$-754,829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$12,058,763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$8,223,260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$3,124,651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$1,796,138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$432,807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$263,996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$54,912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$113,899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$-267,673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$531,294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$339,606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$164,666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$-164,691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$620,357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$82,482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$473,942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$63,933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$-151,086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$546,436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$112,699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$339,678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$94,059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$-144,553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$668,552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$85,021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$528,252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$55,279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$-26,826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$2,799,445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$883,804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$1,423,807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$491,834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$-754,829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$1.7M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$2.6M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$2,799,445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$883,804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85% of new business ($754,829)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$883,804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$754,829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$1,873,173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$555,356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$714,307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$603,511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$-575,525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$3,326,706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$3,727,880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$551,908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$1,088,681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$335,743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$102,876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$174,683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$58,183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$-86,035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$449,702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$255,825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$132,066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$61,810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$-162,772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$389,615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$58,208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$167,077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$164,330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$-162,968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$456,301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$44,916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$162,866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$248,519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$-133,926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$241,813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$93,530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$77,615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$70,668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$-29,823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$1,873,173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$555,356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$714,307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$603,511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$-575,525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$1,873,173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$555,356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($575,525)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$555,356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$575,525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$1,260,325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$954,533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$305,792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$-393,568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$608,954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$1,869,279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$582,282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$379,279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$329,058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$235,804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$93,254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$-47,714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$98,874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$47,348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$51,526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$281,165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$220,351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$60,814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$-243,003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$313,298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$220,560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$92,738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$237,929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$230,471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$7,459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$-17,820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$1,260,325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$954,533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$305,792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$-393,568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$1,260,325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$954,533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($393,568)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$954,533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$393,568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$1,007,082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$567,710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$349,807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$89,565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$-484,190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$5,582,230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$3,794,556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$1,243,356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$157,976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$64,264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$82,684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$-173,320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$-32,380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$296,715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$113,101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$122,185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$61,429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$-94,557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$270,070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$212,437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$45,540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$-89,996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$211,262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$139,262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$78,591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$-6,590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$-93,937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$1,007,082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$567,710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$349,807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$89,565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$-484,190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$1,007,082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$567,710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85% of new business ($484,190)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$567,710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$484,190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Southwest  |  State: CA  |  City: Encino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$902,116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$260,234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$416,351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$-379,535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$3,442,404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$3,478,250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$1,289,092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$514,548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$72,959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$47,957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$-18,384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$148,084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$77,543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$-30,497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$260,980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$67,624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$155,557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$-103,129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$209,576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$135,102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$60,068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$-90,166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$162,560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$87,333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$75,227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$-137,358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$902,116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$225,531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$260,234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$416,351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$-379,535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$902,116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$225,531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($379,535)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66 to 21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$225,531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$379,535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Point Roberts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$737,836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$240,050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$437,382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$-137,060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$2,749,090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$2,202,190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$498,381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$619,571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$102,936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$81,485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$17,263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$-24,269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$136,217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$79,914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$18,335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$-31,367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$136,366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$34,579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$72,197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$-68,437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$219,982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$162,447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$-5,149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$142,333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$23,334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$105,562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$13,438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$737,836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$240,050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$437,382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$60,403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$-137,060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$737,836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$240,050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57% of new business ($137,060)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$240,050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$137,060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Irvine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$617,079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$567,496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$-118,660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$796,918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286%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$291,417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$97,407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$96,887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$45,371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$25,047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$-19,103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$207,730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$206,862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$-37,341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$219,465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$218,042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$-38,196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$617,079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$567,496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$49,582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$-118,660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$617,079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$567,496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$567,496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$589,794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$264,235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$179,010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$146,549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$-61,968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$907,582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$1,075,098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$211,225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$382,579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$66,897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$24,174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$-12,440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$231,006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$88,313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$67,405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$75,288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$80,905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$60,825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$29,406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$-9,327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$-31,757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$183,491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$48,200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$82,199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$53,093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$-17,771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$589,794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$264,235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$179,010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$146,549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$-61,968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$589,794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$264,235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$264,235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$179,010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Glendale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$512,173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$121,609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$-108,371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$837,906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$310,980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$78,474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$57,631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$43,258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$127,755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$102,693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$-5,979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$166,671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$57,443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$56,536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$52,693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$-34,389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$96,016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$36,662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$-16,284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$512,173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$220,653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$169,911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$121,609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$-108,371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$512,173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$220,653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($108,371)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$220,653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$108,371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Jtc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City of Industry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$504,906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$347,151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$631,747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$800,674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$318,335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$252,607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$94,399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$73,822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$331,195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$330,680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$36,409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$35,487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$504,906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$135,406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$347,151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$-17,446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$504,906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$135,406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$135,406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$347,151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$500,833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$148,640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$219,419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$132,774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$-121,673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$2,372,091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$1,088,002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$443,515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$122,134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$18,082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$40,908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$-27,298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$42,863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$54,148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$28,630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$-20,427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$97,253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$59,708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$-73,947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$104,433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$59,264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$28,341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$500,833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$148,640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$219,419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$132,774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$-121,673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$500,833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$148,640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($121,673)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$148,640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$121,673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 Secure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Santa Clarita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$432,743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$259,644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$173,099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$-280,828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$471,174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$199,990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$-10,665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$78,730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$40,738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$272,003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$135,975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$136,028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$-151,635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$41,102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$42,024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$-70,553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$432,743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$259,644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$173,099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$-280,828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$432,743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$259,644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108% of new business ($280,828)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$259,644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$280,828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Elizabeth'S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Moreno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$125,144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$-262,232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$319,292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$158,059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$160,406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$114,529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$93,063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$-95,007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$86,985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$86,985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$-86,985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$56,283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$-60,999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$-17,992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$415,496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$290,352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$125,144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$-262,232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$415,496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$290,352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90% of new business ($262,232)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$290,352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$262,232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Paramount Exclusive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Encino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$414,604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$169,896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$165,365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$412,640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$576,098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$375,178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$205,197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$169,896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$414,604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$205,197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$169,896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$-28,438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$-1,277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$-1,542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$414,604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$205,197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($205,197)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$205,197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$205,197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Noel Cajinas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Huntington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$408,548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$257,486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$-90,449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$615,182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$46,721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$-11,139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$121,214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$102,846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$-33,764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$164,539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$68,023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$-30,932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$86,893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$82,290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$-14,615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$408,548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$257,486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$57,123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$93,939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$-90,449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$408,548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$257,486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$257,486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$90,449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Western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Inglewood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$361,459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$348,621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$440,465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$255,717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$41,288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$79,410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$79,410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$195,344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$183,579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$-183,579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$361,459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$348,621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$12,838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$-206,178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$361,459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$348,621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($206,178)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$348,621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$206,178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Solutions Insurance Agency, L.l.c.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Moreno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$324,842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$-51,673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$384,427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$65,839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$62,715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$-10,260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$77,758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$86,341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$121,868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$102,765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$67,281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$59,801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$7,480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$-12,522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$346,534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$324,842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$10,374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$-51,673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$346,534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$324,842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$324,842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Empire Company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Rancho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$308,430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$219,453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$-96,708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$355,551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$164,154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$50,035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$-5,439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$19,063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$-11,461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$46,795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$178,918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$158,768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$-79,808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$308,430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$219,453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$77,616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$-96,708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$-5,367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$308,430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$219,453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($96,708)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$219,453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$96,708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$251,371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$190,314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$-190,831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$825,532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$397,643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$-26,444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$89,002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$74,249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$16,970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$-74,249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$78,170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$78,160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$-46,696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$27,585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$-43,442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$251,371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$190,314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$16,970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$44,087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$-190,831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$190,314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($190,831)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$190,314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$190,831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Checkers Truck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Ontario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$246,104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$157,818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$496,756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$501,646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$204,935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$157,818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$246,104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$87,714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$157,818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$-8,497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$246,104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$87,714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$87,714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$157,818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Alparslan Enterprise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$242,527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$505,949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$124,513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$117,631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$89,020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$-36,771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$116,574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$32,069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$36,933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$242,215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$242,527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$-41,512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$242,215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$242,527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$242,527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Northdale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$223,978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$145,587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$-153,029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$1,118,229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$1,226,294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$235,037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$57,807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$-64,445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$42,169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$-88,584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$108,967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$108,463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$223,978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$145,587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$78,392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$-153,029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$223,978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$145,587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105% of new business ($153,029)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$145,587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$153,029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Freedom Insurance Services 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$210,947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$647,471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$157,877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$37,357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$36,761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$60,351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$22,137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$36,530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$-19,788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$53,052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$-28,629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$210,947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$130,097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$17,157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$63,693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$-70,553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$210,947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$130,097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54% of new business ($70,553)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$130,097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$70,553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Swan Insurance Sales,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$194,187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$-42,260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$919,466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$850,381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$467,018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$49,438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$53,366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$3,849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$29,738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$-24,666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$43,611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$29,842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$-6,682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$194,187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$59,124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$30,091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$104,973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$-42,260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$194,187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$59,124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71% of new business ($42,260)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$59,124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$42,260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Chino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$179,056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$725,289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$513,427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$-4,680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$22,980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$179,056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$149,332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$42,299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$-12,576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$-57,018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$179,056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$149,332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$149,332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$57,018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Tiwana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Clovis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$171,994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$29,273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$200,523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$292,051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$121,070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$128,742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$113,743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$13,838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$14,078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$17,834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$13,525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$10,205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$-4,153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$171,994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$142,722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$29,273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$-4,669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$-5,870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$171,994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$142,722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$142,722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DISCOVERY PRO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$160,446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$6,369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$-147,203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$301,327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$153,528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$153,528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$-146,798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$160,446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$154,078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$6,369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$-147,203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$160,446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$154,078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$154,078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Mohsen Ins.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$155,071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$115,746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$31,706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$57,971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$87,610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$87,610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$155,071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$161,275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$-6,204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$-36,727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$155,071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$161,275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142%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$161,275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 Global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$148,004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$87,761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$103,831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$99,158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$148,004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$136,938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$11,067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$148,004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$136,938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14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$136,938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Commerce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$1,098,550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$909,198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$250,926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$-68,987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$30,247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$30,167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$53,372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$145,832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$69,823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$76,009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$-116,832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$793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$145,832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$69,823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167% of new business ($116,832)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$69,823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$116,832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AZ  |  City: Scottsdale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$65,494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$-148,891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$2,228,376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$823,368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$-21,968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$-19,695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$-31,582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$66,846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$48,916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$17,930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$-75,646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$136,699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$71,205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$65,494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$-148,891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$136,699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$71,205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$71,205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Strong Tie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$630,459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$434,289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$77,299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$64,638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$12,661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$-12,471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$-43,241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$129,903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$129,430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$-58,866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$129,903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$129,430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45% of new business ($58,866)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$129,430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$58,866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Ways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Camarillo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$-102,483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$599,280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$587,917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$61,298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$61,298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$-61,231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$-38,640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$123,479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$104,807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$-102,483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$-5,827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$123,479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$18,671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California Heritage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Arroyo Grande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$16,284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$-76,921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$1,016,247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$694,574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$217,287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$-24,781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$12,825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$15,734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$20,376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$-9,454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$-42,686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$41,371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$115,862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$57,091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$16,284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$42,487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$-76,921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$115,862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$57,091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($76,921)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$57,091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$76,921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Jaikar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$98,460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$16,785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$805,169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$434,654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$57,824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$1,786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$-1,172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$-1,172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$98,460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$42,933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$16,785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$-31,706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$-1,172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$98,460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($31,706)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$38,741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$31,706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Beehive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Utah  |  City: Salt Lake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$94,802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$96,353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$96,353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$94,802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Kaluga Premium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$35,709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$91,983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$51,536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$35,709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$4,738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$92,748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$51,536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$35,709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$5,503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$92,748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$51,536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$51,536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Insurabrite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$-177,887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$1,177,487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$943,121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$-22,092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$-139,247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$81,186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$76,689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$-177,887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$4,497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3956% of new business ($177,887)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$4,497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$177,887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Nextco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$758,389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$583,405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$65,681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$65,820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$78,950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$65,820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$-7,578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$78,950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$20,708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$20,708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$65,820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SBS Insurance Services Inc dba Smarter Truck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Riverside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$640,325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$461,429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$165,142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$8,774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$26,056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$17,257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$20,145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$-8,416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$67,738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$14,701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$57,755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$-4,719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$-50,518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$67,738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$14,701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344% of new business ($50,518)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65 to 26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$14,701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$50,518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 Coast Truck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UT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$-60,086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$265,055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$-16,857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$66,553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$51,226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$-60,086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$66,553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$51,226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117% of new business ($60,086)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$51,226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$60,086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Transtar Insurance Brokers,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AZ  |  City: Phoenix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$-45,277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$193,398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$51,995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$106,293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$-54,298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$106,293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$-45,277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$-16,230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141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(141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$106,293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Infinite Risk Management And Insurance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$397,569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$383,069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$34,526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$54,426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$19,900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88% of new business ($17,416)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$19,900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$17,416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PCF Insurance Services of the West LLC DBA: Good's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Woodland Hills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$177,436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$140,402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$31,909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$4,579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$36,428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$12,303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$24,124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$36,428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$12,303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86%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Professionals,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Pahrump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$111,635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$11,304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Insurance Solutions Inc. Dba: Cornerstone Premier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Covina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$144,555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$75,234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$4,298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$9,293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$9,293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$9,293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($8,710)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$9,293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$8,710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MV Destiny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$162,597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$-19,994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Davis &amp; Associates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$-21,595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$340,383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$-11,137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$-10,458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$-21,595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($-821)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99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Century One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Studio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$169,362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$21,858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$20,817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$-11,735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$20,817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$-32,552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$-18,560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$-16,543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$-11,735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$20,817 in renewals - strong retention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($-11,735)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