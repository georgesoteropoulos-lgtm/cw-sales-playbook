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$30,873,370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$16,311,463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$7,861,365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$6,700,542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$-10,944,497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$74,410,449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$14,155,355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$18,131,598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$4,312,404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$3,616,802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$2,217,962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$3,562,816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$2,275,110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$386,654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$2,849,761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$1,309,751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$2,705,065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$845,078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$1,374,237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$1,749,784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$651,794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$980,038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$552,760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$339,381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$843,963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$499,049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$252,659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$19,893,085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$18,199,565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$19,818,218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$17,780,646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$8,233,678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$1,964,968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$30,873,370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$16,311,463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17114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661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773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40.7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15935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6.2%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4,043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2,114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15,935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5,968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-374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$19,893,085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$18,199,565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$19,818,218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$17,780,646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$-2,672,897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$8,233,678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$1,964,968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$1,415,465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$-895,564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$83,925,192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$16,311,463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$7,861,365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$-10,944,497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18,846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13,721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1,992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$793,128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$126,239,726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1,256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$17,226,618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$24,699,104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$20,834,399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$5,659,840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$7,306,859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$14,979,080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$8,556,284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$839,410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26.0%  ·  Declined: 765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Gonzalez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$3,562,816  |  Subs 2861  |  Binds 157  |  HR 5.5%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$3,562,816 YTD GWP  |  157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$3,616,802  |  Subs 5968  |  Binds 109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$3,616,802 YTD GWP  |  109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$4,312,404  |  Subs 646  |  Binds 65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5.8%)  |  $4,312,404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$2,705,065  |  Subs 1219  |  Binds 79  |  HR 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5.8%)  |  $2,705,065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$2,849,761  |  Subs 640  |  Binds 73  |  HR 11.4%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11.4% (portfolio avg: 5.8%)  |  $2,849,761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92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92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36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36 submissions with 0 binds - zero conversion  |  Submissions dropped 75% MoM (8 -&gt; 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167  |  Binds 9  |  HR 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($42,102 vs $14,701)  |  Submissions dropped 68% MoM (65 -&gt; 21)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$843,963  |  Subs 140  |  Binds 34  |  HR 24.3%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151% of new business ($339,569 vs $225,531)  |  Submissions dropped 79% MoM (66 -&gt; 14)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$11,492,023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Vintage Insurance Ag (25.3%), Surefire Insurance A (24.3%), Swan Insurance Sales (24.1%)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17,114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(128 subs): Davis &amp; Associates I (92), Beehive Insurance Ag (36)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29 agencies with cancellations &gt;40% of new biz: Safeline Insurance Agency, Reliance Partners, Llc, United Advantage Insuranc. $10,066,532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(5968s/109b), Limosa Insurance Ser (254s/12b), Patriot Financial Se (235s/9b).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50%+ MoM drops: 3321 Group L.l.c (18-&gt;6), Cascade Insurance Se (189-&gt;71), Elizabeth'S Insuranc (51-&gt;23).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994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254528056730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RAJPUT FREIGHTWAYS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265679058572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CALI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269993111550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BELTRANS MVP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261296565874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BELTRANS MVP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$277,214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263149804016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ETHAN AND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251029669910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HAMZA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$147,612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261714193662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PEAK TRUCK LINES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255083196130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CHECKMAT CARGO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Remington Ashley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$89,580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257027768689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DRIVEN FAMILY BUSINESS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Deperi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266701178736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EXPERT TRANSPORTATION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Emily Tompkins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$104,554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254382433576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RIGS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$112,626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261118066392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USK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251067949048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California Heritage Insurance Serv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GRAND PRIX TRANSPORTATION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ZUNIGA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258462501729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Infinite Risk Management And Insur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CARTAGE WORKS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Carla Flores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$80,426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250607562634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WESTBOUND FREIGHT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269835637974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MAC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265613653054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ORTEGA'S TRANSPORTATION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252756043751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EZ HAUL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$15,269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261768571204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22GK TRUCKING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$68,535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261470026373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APEX TRUCKERS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256200545142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GOOD LINE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Jared Miller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$21,266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253094983295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Paramount Exclusive Insurance Serv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TELEKINESIS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Jessenia Duran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$202,907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251050660322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RODER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253716150580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THOMTHOMTRANSPORTATION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$61,374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$38,683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$1,504,854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$7,417,152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258988083969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DOLPH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250138981159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JATINDER SINGH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259491008946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STAR GLOBAL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257701081078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 REHMAN BROTHERS TRANS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254457619570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KUSH CARRIER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250235209236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AJ EXPRESS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253691812968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&amp; KAO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250443968973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PATHAK TRANSPORTATION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$226,991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255006626940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MXW FREIGHT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253574769325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RBJ FREIGHTWAY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251990426945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HEAVENLY TRANSPORT LOGISTICS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257884129039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SAILOR FREIGHT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250047382626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DOUGLAS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$4,312,404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$1,215,632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$8,161,892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$817,850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$1,325,855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$-270,298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$276,714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$4,312,404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$2,401,876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$694,897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$1,215,632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$-1,712,163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$4,312,404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$2,401,876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($1,712,163)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$2,401,876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$1,712,163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$3,616,802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$2,217,962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$-1,587,709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$10,618,272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$2,453,414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$407,035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$275,652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$74,331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$3,616,802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$2,217,962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$688,050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$710,789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$-1,587,709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$3,616,802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$2,217,962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5968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($1,587,709)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(5968 subs, only 109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$2,217,962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$3,562,816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$386,654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$-1,053,317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$6,961,784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$730,712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$2,264,465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$579,992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$403,474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$55,828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$120,690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$3,562,816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$2,275,110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$386,654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$-1,053,317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$3,562,816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$2,275,110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($1,053,317)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$2,275,110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$1,053,317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$2,849,761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$1,309,751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$4,488,978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$1,374,143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$1,399,385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$321,415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$225,209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$125,014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$-52,016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$2,849,761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$1,309,751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$1,016,562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$-913,829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$2,849,761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$1,309,751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($913,829)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$1,309,751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$913,829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$2,705,065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$845,078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$1,374,237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$485,750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$8,128,880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$2,556,343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$1,625,637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$478,683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$2,705,065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$845,078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$1,374,237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$485,750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$-754,328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$2,705,065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$845,078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($754,328)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$845,078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$754,328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$1,749,784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$651,794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$3,604,491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$387,009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$1,021,862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$-29,385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$1,749,784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$651,794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$1,749,784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($575,086)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$1,717,403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$588,176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$295,003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$1,108,449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$784,882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$323,566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$1,108,449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$784,882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($393,568)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$784,882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$980,038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$552,760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$-468,880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$1,261,953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$184,218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$124,312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$68,165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$-8,260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$-78,627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$980,038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$552,760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$339,381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$87,896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$-468,880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$980,038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$552,760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($468,880)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$552,760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$468,880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$843,963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$358,198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$3,420,096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$1,179,502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$104,407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$-97,392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$843,963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$358,198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$-339,569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$843,963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151% of new business ($339,569)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$339,569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$738,179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$2,202,532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$15,831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$-10,294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$738,179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$238,000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$62,796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$738,179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$238,000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($134,658)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$238,000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$254,038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$-80,465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$499,049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$252,659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$984,353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$298,032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$5,137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$499,049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$252,659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$147,797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$98,593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$499,049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$252,659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$252,659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$147,797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$477,447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$-92,088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$803,180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$477,447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$-92,088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$477,447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($92,088)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$92,088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$468,467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$468,467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$468,467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$99,918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$187,773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$-259,668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$458,728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$250,771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$114,796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$-49,393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$420,296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$232,523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$187,773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$-259,668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$420,296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$232,523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($259,668)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$232,523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$259,668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$399,698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$393,882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$600,516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$72,227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$67,675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$393,882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$242,871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$93,888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$393,882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$242,871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$242,871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$75,834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$360,386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$360,386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$360,386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$300,129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$735,424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$41,352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$300,129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$-43,238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$300,129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$300,129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$370,058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$223,786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$-147,389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$223,786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77% of new business ($147,389)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$147,389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$469,016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$205,282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$193,643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$193,643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$46,390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$193,643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$281,846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$150,022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$150,022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$150,022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$77,616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$908,405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$75,215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60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18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$693,284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$40,080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$435,826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($42,102)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$42,102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$245,838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$47,336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188%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$32,009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$4,995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$4,995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