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Derek Janssen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Jan–Jun 2026  |  Generated June 01, 2026  |  53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Derek Janssen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Jan–Jun 2026  |  53 Total Agencies  |  53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$33,417,083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$17,847,505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$8,383,389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$7,186,189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$-11,701,645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18422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2221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16201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$74,968,705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$69,494,074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$89,962,446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$16,163,207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$19,567,038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$4,493,235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$2,445,198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$811,152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$4,214,690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$2,702,383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$744,959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6428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4167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$3,754,144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$2,393,758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$413,911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3035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2446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Cascade Insurance Services Inc Dba: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$3,129,923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$1,528,663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$1,037,821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$2,831,542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$883,804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$1,439,808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1049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$1,873,131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$555,356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$714,307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25.5%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$1,260,325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$954,533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$1,051,404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$573,803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$388,037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$901,361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$225,531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$260,234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22.7%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$837,955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$281,982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$470,512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$617,079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$567,496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267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$589,794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$264,235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$179,010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14.6%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$19,824,250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$4,479,627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$18,445,874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$3,037,254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3888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$20,059,528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$3,175,810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4097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466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$18,417,175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$3,653,804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4338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448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$15,029,481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$3,416,121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3705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353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$84,889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275320" y="4581144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8275320" y="461772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8732520" y="461772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$33,417,083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509760" y="461772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$17,847,505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241280" y="461772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18422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744200" y="461772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1068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201400" y="461772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5.8%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75.0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-10%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147%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53 of 53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5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Jan–Jun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759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112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871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41.5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104%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145%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68%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12–22  (Mar–Jun)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175%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225%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222%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145%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168%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158%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132%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5/25–5/31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125%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6199632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6199632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09360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6/1–6/1*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55280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8686800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9555480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287000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064240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Jan–Jun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18422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1068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5.8%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-19.2%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-63.7%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3,874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3,240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3,419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3,164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+8%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3,603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4,147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3,947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4,203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-6%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3,574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4,040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-12%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78104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3816" y="378104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19656" y="378104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734056" y="378104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55848" y="378104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4,003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70248" y="378104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82880" y="4032504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4078224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3816" y="407822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18,422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19656" y="407822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1068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34056" y="4078224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355848" y="407822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22,797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70248" y="407822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-19%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6,428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-1,579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3,035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+691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1,321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-612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890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-655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703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Cascade Insurance Services Inc Dba: Ca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-22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-383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All Solutions Insurance Agency, L.l.c.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17.1%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+215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+267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Lion Insurance Services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-103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Patriot Financial Services Inc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+217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Power Commercial Insurance Brokers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-394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Insuremart Inc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-31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25.5%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Saint George Insurance Brokerage, Inc.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53 Total Agencies  |  Jan–Jun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$19,824,250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$4,479,627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$528,182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$-2,236,465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4,326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3,142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474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11.0%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$18,445,874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$3,037,254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$1,245,496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$-2,562,773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3,888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2,805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433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$20,059,528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$3,175,810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$1,928,146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$-2,576,798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4,097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2,913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466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$18,417,175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$3,653,804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$2,744,075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$-2,704,366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4,338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3,240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448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$15,029,481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$3,416,121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$1,850,129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$-1,568,724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3,705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2,806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353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45535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45535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45535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$84,889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45535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$87,361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45535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$-52,520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45535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45535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45535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45535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65760" y="3419855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57200" y="3493007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20240" y="3493007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$91,776,307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337560" y="3493007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$17,847,505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663440" y="3493007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$8,383,389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897879" y="3493007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$-11,701,645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086599" y="3493007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20,359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00999" y="3493007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14,911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915399" y="3493007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2,174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829799" y="3493007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65760" y="3941063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Derek Janssen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$828,685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$96,590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$136,077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Saint George Insurance Brokerage, Inc.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$11,691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$3,719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$57,066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SBS Insurance Services Inc dba Smarter Truck Insurance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Western Truck Insurance Services, Inc.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$43,370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NV, PA, TX, 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Derek Janssen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3,942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1042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$139,416,912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1,374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$18,958,898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31.6%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$22,670,852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42.4%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$27,800,704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$6,396,719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CASCADE INSURANCE SERVICES INC DBA: CASCAD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32.9%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$8,322,527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49.3%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$16,119,427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45.9%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$9,085,622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29.8%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$951,914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1843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(47%)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1398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(35%)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672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(17%)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26.4%  ·  Declined: 815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Jan–Jun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18422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1068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United Advantage Insurance Ser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2770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Insurabrite Insurance Services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2165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Ateetpal Bansal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Raul Fernandez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718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Anahit Grigoryan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Cascade Insurance Services Inc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679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Patricia Galindoparedes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ARUNDEEP SINGH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LARISA DAVTYAN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Safeline Insurance Agency, Inc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13.2%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RAJNI KAPUR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Solutions Insurance Agency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16.9%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Gayane Yeghiazaryan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Christopher Murphy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Tigran Vardanyan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Lion Insurance Services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Sapna Kharbanda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Stephen Morgan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Ryan Johnson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Hakim Kabir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Power Commercial Insurance Bro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 Name Given Ankush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Vintage Insurance Agency Inc (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25.5%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Khalid Salama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United Advantage Insurance Ser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Marie Borja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Patriot Financial Services Inc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Harmeet Singh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Northdale Insurance Agency, In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John Leichner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Spencer DuBose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Michelle Malkhasyan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 Secure Insurance Service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Clifton Waterbury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3321 Group L.l.c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Harman Tiwana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Tiwana Insurance Solutions, In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IBRAHIM MAMMO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Surefire Insurance Agency Corp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22.7%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Elizabeth Rodriguez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Elizabeth'S Insurance Services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Erik Zargaryan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Safeline Insurance Agency, Inc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Luiza Ter-Abramyan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Safeline Insurance Agency, Inc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Benjamin Zimunya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Damandeep Khokhar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14.6%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NICOLE GUINN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Seaton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Kenny Palmer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Transtar Insurance Brokers, In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Jorge Daniel Tarquini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Saint George Insurance Brokera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Christina Hinson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5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Jan–Jun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$4,214,690  |  Subs 6428  |  Binds 116  |  HR 1.8%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$4,214,690 YTD GWP  |  116 binds in Q1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$3,754,144  |  Subs 3035  |  Binds 170  |  HR 5.6%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$3,754,144 YTD GWP  |  170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$4,493,235  |  Subs 703  |  Binds 71  |  HR 10.1%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10.1% (portfolio avg: 5.8%)  |  $4,493,235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$2,831,542  |  Subs 1321  |  Binds 91  |  HR 6.9%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6.9% (portfolio avg: 5.8%)  |  $2,831,542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Cascade Insurance Services Inc Dba: Cascad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$3,129,923  |  Subs 681  |  Binds 67  |  HR 9.8%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9.8% (portfolio avg: 5.8%)  |  $3,129,923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Insurabrite Insurance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$81,186  |  Subs 22  |  Binds 2  |  HR 9.1%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3956% of new business ($177,887 vs $4,497)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Beehive Insurance Agency Inc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$96,353  |  Subs 39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39 submissions with 0 binds - zero conversion  |  36 quotes generated but 0 converted to binds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SBS Insurance Services Inc dba Smarter Tru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$67,738  |  Subs 171  |  Binds 8  |  HR 4.7%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344% of new business ($50,518 vs $14,701)  |  Submissions dropped 58% MoM (65 -&gt; 27)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$4,214,690  |  Subs 6428  |  Binds 116  |  HR 1.8%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1.8% on 6428 subs  |  Cancellations are 65% of new business ($1,762,309 vs $2,702,383)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$901,361  |  Subs 141  |  Binds 32  |  HR 22.7%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168% of new business ($379,535 vs $225,531)  |  Submissions dropped 68% MoM (66 -&gt; 21)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5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0/11 appointed agencies have submitted (0%)  •  0/11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DOXA E&amp;S solutions dba Northwoods Insurance Ag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Champion Risk &amp; Insurance Services, L.P.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Jd Fulwiler &amp; Co Insurance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Melara Insurance Services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123944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1605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Tec Equipment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4160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447141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Amk Insurance Agency, Inc.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0" y="447141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5488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60" y="44714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0372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440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4745736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65760" y="478231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Mcdonald &amp; Assoc Ins Agcy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0" y="478231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754880" y="478231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23560" y="478231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03720" y="478231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772400" y="478231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0" y="478231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509320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57600" y="50932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2026-04-01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754880" y="509320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23560" y="509320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03720" y="509320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72400" y="509320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44000" y="509320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65760" y="5367527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65760" y="540410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Coremark Insurance Services Inc.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657600" y="54041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54880" y="5404103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23560" y="540410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03720" y="5404103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772400" y="5404103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144000" y="5404103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571499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RVA Insurance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657600" y="57149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754880" y="5714999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623560" y="571499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03720" y="5714999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772400" y="571499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144000" y="571499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Portfolio  |  Jan–Jun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(Safeline Insurance Agency, Reliance Partners, Llc, United Advantage Insuranc) drive $12,462,070 (37%)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Cornerstone Insuranc (33.3%), Vintage Insurance Ag (25.5%), Surefire Insurance A (22.7%)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 agencies converting submissions to bound business in Jan–Jun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18,422 total submissions across 53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submitting but 0 binds (39 subs): Beehive Insurance Ag (39)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Davis &amp; Associates I (1.0%), Reliance Partners, L (1.8%)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31 agencies with cancellations &gt;40% of new biz: Safeline Insurance Agency, Reliance Partners, Llc, United Advantage Insuranc. $10,828,876 total cancellations - investigate retention.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 agencies with 20+ subs but &lt;3% HR: Davis &amp; Associates I (1.0%), Reliance Partners, L (1.8%). Conduct submission quality training to lift conversion 2-3 points.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11 agencies with 30+ subs and some binds but &lt;5% HR: Reliance Partners, L (6428s/116b), Limosa Insurance Ser (267s/12b), Patriot Financial Se (246s/9b). Small HR improvements on large volume = significant premium lift.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Safeline Insurance Agency, United Advantage Insuranc, Cascade Insurance Service. Increase submission volume 20% through marketing support and referral incentives.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Protect Renewal Book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$8,383,389 in Q1 renewal premium. Proactively engage renewal agencies 60 days pre-expiration to maximize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Last 25 Bound Submissions  |  1068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262857751015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Solutions Insurance Agency, 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LDP TRANSPORT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RAJNI KAPUR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31,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267136590735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GOD'S GRACE TRANSPORTATION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LARISA DAVTYAN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$17,036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30,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268267309731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Solutions Insurance Agency, 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SGA TRANSPORT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RAJNI KAPUR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$4,264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30,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256325241598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DAREX INC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LARISA DAVTYAN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$41,527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265560394265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FARUKH NURTAYEV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LARISA DAVTYAN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$3,020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258398174593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GOLDEN ROAD COURIERS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$13,731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259400513736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BOMAR ENTERPRISES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$38,476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266278796517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FIVE STAR GLOBAL TRANSPORT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266452775769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VELO LOGISTICS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$14,180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255083196130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CHECKMAT CARGO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Remington Ashley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$55,329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257984915346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Q &amp; A TRANSPORT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Nicholas Banks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$19,262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259338852451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TD REAL LOGISTICS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Sean Simpson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$27,446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258694094210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Cascade Insurance Services Inc Dba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VIRASAT TRANS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Anahit Grigoryan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$31,708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263789526761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AZ EXPRESS TRANSPORT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IBRAHIM MAMMO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$81,127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258661262625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 N T DELIVERS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Patricia Galindoparedes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$189,724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259183432916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JOSE ARAMBURO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Roxy Olmedo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$36,096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256516815163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BHEEM BRIAN DASS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Patricia Galindoparedes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$2,946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241026124629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Agency, In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COMPASS TRANSPORT INC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Ateetpal Bansal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$52,277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264365757396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Insuremart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Packr Transportation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Cesar Beltran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$19,622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253981279009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BY MICHAEL HUNT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No Name Given Ankush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$15,402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251851680824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RAFIQ EXPRESS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LARISA DAVTYAN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$136,086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254315484308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D4U TRANSPORTATION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Erik Zargaryan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$93,351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263170334667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 AND K TRANSPORT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Erik Zargaryan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$25,749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252129472893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CAREXPRESS SD INC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$49,356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259945576802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VTP TRANSPORT INC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$60,920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$1,031,807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Active in-force policies expiring through Aug 30,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$6,923,892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251862527688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HAMM DADDYS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$10,127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Insurabrite Insurance Services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255079088180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MALHI BROS EXPRESS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258151488623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SONI LOGISTICS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$6,544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256393143029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TRANS 24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$35,482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Empire Company Insurance Servi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256785337910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ADV TRUCKING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$8,096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252031111340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 &amp; ALVAREZ TRUCKING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Davis &amp; Associates Insurance 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258628526114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XC LOGISTICS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$10,546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250276075876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MTM TRANSPORT &amp; LOGISTICS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Surefire Insurance Agency Corp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257126209527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DGHM TRANSPORT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$7,733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Cascade Insurance Services Inc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252003068868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MR SINGH TRANSPORTATION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$15,788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256010083584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VKF TRANSPORT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$3,778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258249325799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ANARCHY EXPRESS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2026-06-04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$1,246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252053337591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SKY HIGHS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2026-06-04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$107,807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418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Policies with cancellation_date on or before Aug 30,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$7,523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$7,523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Material Changes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262120633049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GLOBAL TRUCKERS INC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$4,844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267817934239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TRIPLE O LOGISTICS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$1,691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267817934239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TRIPLE O LOGISTICS LLC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8308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267817934239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360273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TRIPLE O LOGISTICS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94960" y="360273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523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095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6760" y="360273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1832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3877055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8308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262120633049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88920" y="3913631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GLOBAL TRUCKERS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913631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523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095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66760" y="3913631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41832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868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8308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262120633049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88920" y="4224527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GLOBAL TRUCKERS INC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94960" y="4224527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523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9095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66760" y="4224527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41832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6 of 6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California  |  City: Burbank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$4,493,235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$2,445,198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$811,152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$1,236,885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$-1,790,112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$5,475,695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$7,822,937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$1,687,040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$1,364,278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$2,056,544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$1,581,567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$474,977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$-602,525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$728,018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$409,602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$134,041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$184,375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$-326,252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$564,631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$148,205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$176,137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$240,289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$-295,352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$686,498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$214,611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$366,458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$105,429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$-301,767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$457,544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$91,213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$134,515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$231,816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$-264,215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$4,493,235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$2,445,198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$811,152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$1,236,885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$-1,790,112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872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$2.1M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$728K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$441K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$565K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$501K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$686K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$449K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$458K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$520K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$2.1M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$4.5M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$4,493,235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$2,445,198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73% of new business ($1,790,112)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$2,445,198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$1,790,112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TN  |  City: Chattanooga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$4,214,690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$2,702,383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$744,959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$767,348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$-1,762,309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$11,296,746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$10,083,401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$2,350,772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$2,616,024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$447,696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$148,058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$29,222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$270,417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$-318,333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$556,470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$315,091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$87,096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$154,282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$-236,871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$882,650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$744,194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$65,019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$73,436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$-437,887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$1,322,951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$734,967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$432,382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$155,602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$-475,958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$1,004,924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$760,072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$131,240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$113,611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$-254,910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$-38,351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$4,214,690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$2,702,383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$744,959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$767,348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$-1,762,309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1255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1096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1439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1182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6428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1081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5347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1510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1285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1431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1439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1499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1315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1462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1491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8007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6659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$446K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$448K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$380K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$556K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$997K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$883K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$1.0M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$5.4M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$4.2M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$4,214,690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$2,702,383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6428 subs - needs coaching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65% of new business ($1,762,309)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(6428 subs, only 116 binds). Ask: "What are the top 2 reasons your clients go elsewhere?" Use answers to tailor appetite and pricing discussions.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$2,702,383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Fountain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$3,754,144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$2,393,758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$413,911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$946,476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$-1,145,446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$5,313,122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$6,788,185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$742,418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$2,536,502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$619,222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$547,989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$16,681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$54,552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$-177,485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$544,314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$336,280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$58,445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$149,589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$-240,020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$843,770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$483,530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$58,483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$301,757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$-272,683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$975,519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$503,838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$197,217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$274,464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$-262,704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$771,320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$522,121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$83,085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$166,114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$-192,554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$3,754,144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$2,393,758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$413,911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$946,476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$-1,145,446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3035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2896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415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2344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3371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$619K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$282K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$544K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$288K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$844K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$710K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$976K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$519K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$771K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$365K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$2.3M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$3.8M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$3,754,144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$2,393,758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48% of new business ($1,145,446)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593 to 2 MoM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$2,393,758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$1,145,446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Cascade Insurance Services Inc Dba: Cascade Mutual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Glendale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$3,129,923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$1,528,663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$1,037,821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$563,439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$-950,097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$1,687,026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$4,760,109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155%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$1,101,316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$1,332,020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$627,994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$521,605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$106,390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$-131,010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$322,340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$55,416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$192,025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$74,899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$-231,953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$830,466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$296,058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$394,147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$140,261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$-217,631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$747,546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$211,464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$305,376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$230,707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$-281,220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$601,577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$444,121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$146,273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$11,183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$-88,283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$3,129,923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$1,528,663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$1,037,821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$563,439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$-950,097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811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$628K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$322K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$830K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$748K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$602K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$3.1M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$3,129,923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$1,528,663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62% of new business ($950,097)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$1,528,663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$950,097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California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$2,831,542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$883,804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$1,439,808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$507,930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$-754,829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$12,058,763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$7,039,801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$3,228,966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$1,851,998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$432,807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$263,996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$54,912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$113,899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$-267,673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$531,294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$339,606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$27,022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$164,666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$-164,691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$620,357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$82,482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$473,942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$63,933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$-151,086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$546,436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$112,699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$339,678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$94,059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$-144,553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$684,648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$85,021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$528,252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$71,375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$-26,826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$16,001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$2,831,542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$883,804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$1,439,808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$507,930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$-754,829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1098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366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1933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1468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$726K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$433K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$526K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$531K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$1.7M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$620K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$546K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$2.6M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$685K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$7.9M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$2.8M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$2,831,542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$883,804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85% of new business ($754,829)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98%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$883,804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$754,829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$1,873,131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$555,356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$714,307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$603,469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$-575,525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$3,326,706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$3,398,117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$480,700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$1,137,986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$335,743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$102,876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$174,683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$58,183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$-86,035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$449,702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$255,825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$132,066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$61,810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$-162,772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$389,615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$58,208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$167,077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$164,330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$-162,968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$456,301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$44,916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$162,866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$248,519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$-133,926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$241,771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$93,530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$77,615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$70,626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$-29,823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$1,873,131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$555,356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$714,307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$603,469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$-575,525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25.5%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$214K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$336K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$192K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$450K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$390K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$597K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$456K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$242K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$330K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$1.9M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$1,873,131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$555,356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104% of new business ($575,525)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$555,356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$575,525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$1,260,325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$954,533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$305,792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$-393,568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$608,954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$1,869,279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172%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$568,133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$424,508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$329,058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$235,804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$93,254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$-47,714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$98,874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$47,348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$51,526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$-54,408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$281,165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$220,351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$60,814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$-243,003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$313,298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$220,560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$92,738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$-30,624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$237,929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$230,471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$7,459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$-17,820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$1,260,325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$954,533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$305,792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$-393,568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289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$329K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$281K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$313K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$238K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$1,260,325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$954,533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41% of new business ($393,568)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$954,533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$393,568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$1,051,404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$573,803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$388,037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$89,565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$-498,359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$5,582,230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$3,227,400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$220,080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$1,281,369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$157,976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$64,264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$82,684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$11,028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$-173,320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$71,058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$38,646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$11,605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$-32,380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$296,715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$113,101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$122,185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$61,429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$-94,557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$270,070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$212,437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$45,540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$-89,996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$211,262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$139,262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$78,591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$-6,590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$-93,937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$44,322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$6,092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$38,230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$-14,169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$1,051,404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$573,803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$388,037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$89,565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$-498,359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890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859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1545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1044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$647K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$449K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$761K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$297K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$270K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$587K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$211K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$611K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$3.4M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$1,051,404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$573,803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87% of new business ($498,359)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79%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$573,803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$498,359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Southwest  |  State: CA  |  City: Encino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$901,361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$225,531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$260,234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$415,596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$-379,535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$3,442,404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$3,244,328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$1,402,600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$410,814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$120,916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$72,959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$47,957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$-18,384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$148,084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$70,541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$77,543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$-30,497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$260,980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$67,624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$37,799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$155,557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$-103,129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$209,576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$14,406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$135,102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$60,068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$-90,166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$161,805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$87,333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$74,472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$-137,358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$901,361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$225,531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$260,234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$415,596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$-379,535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22.7%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$261K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$308K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$210K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$229K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$233K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$901K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$901,361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$225,531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168% of new business ($379,535)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66 to 21 MoM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$225,531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$379,535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Point Roberts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$837,955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$281,982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$470,512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$85,461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$-137,060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$2,749,090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$2,145,074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$550,344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$639,413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$102,936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$81,485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$17,263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$4,188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$-24,269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$136,217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$37,968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$79,914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$18,335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$-31,367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$136,366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$34,579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$72,197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$29,591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$-68,437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$219,982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$62,684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$162,447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$-5,149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$167,392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$23,334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$105,562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$38,496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$-12,696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$75,061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$41,931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$33,130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$837,955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$281,982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$470,512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$85,461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$-137,060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824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$323K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$465K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$240K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$157K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$1.4M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$838K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$837,955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$281,982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49% of new business ($137,060)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55%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$281,982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$137,060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Irvine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$617,079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$567,496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$-118,660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$179,840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$796,918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286%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$161,385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$291,417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$97,407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$96,887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$-7,662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$45,371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$25,047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$20,324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$-19,103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$47,106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$-16,359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$207,730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$206,862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$-37,341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$219,465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$218,042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$1,423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$-38,196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$617,079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$567,496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$49,582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$-118,660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$208K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$219K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$617K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$617,079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$567,496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$567,496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$589,794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$264,235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$179,010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$146,549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$-61,968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$907,582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$956,089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$156,807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$429,794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$70,217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$66,897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$24,174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$-12,440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$231,006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$88,313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$67,405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$75,288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$80,905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$60,825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$29,406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$-9,327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$-31,757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$183,491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$48,200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$82,199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$53,093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$-17,771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$589,794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$264,235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$179,010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$146,549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$-61,968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14.6%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$231K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$333K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$183K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$541K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$590K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$589,794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$264,235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$264,235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$179,010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Lion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Glendale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$512,173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$220,653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$169,911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$121,609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$-108,371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$345,901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$836,731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$316,692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$78,474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$19,370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$57,631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$1,473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$43,258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$20,495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$-33,408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$127,755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$102,693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$19,083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$5,979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$-5,979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$166,671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$57,443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$56,536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$52,693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$-34,389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$96,016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$20,652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$36,662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$38,701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$-16,284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$512,173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$220,653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$169,911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$121,609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$-108,371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$128K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$512K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$512,173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$220,653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49% of new business ($108,371)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$220,653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$108,371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Jtc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City of Industry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$504,906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$135,406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$347,151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$-17,446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$631,747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$776,700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$318,335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$252,607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$26,433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$16,470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$16,470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$94,399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$73,822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$331,195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$330,680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$36,409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$35,487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$-17,446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$504,906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$135,406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$347,151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$22,350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$-17,446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$637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$237K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$331K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$360K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$505K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$504,906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$135,406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89% month-over-month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$135,406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$347,151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Power Commercial Insurance Brokers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Corona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$500,833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$148,640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$219,419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$132,774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$-121,673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$2,372,091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$1,068,161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$443,515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$122,134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$18,082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$63,144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$40,908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$-27,298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$55,693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$42,863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$121,320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$38,541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$54,148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$28,630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$-20,427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$97,253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$59,708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$37,545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$-73,947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$104,433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$59,264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$28,341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$500,833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$148,640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$219,419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$132,774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$-121,673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618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$396K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$506K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$552K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$217K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$97K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$501K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$500,833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$148,640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82% of new business ($121,673)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57 to 1 MoM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$148,640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$121,673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 Secure Insurance Services,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Santa Clarita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$432,743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$259,644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$173,099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$-280,828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$38,432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$471,174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938%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$216,357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$-9,983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$40,906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$40,906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$-10,665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$78,730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$40,738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$37,992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$-37,992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$272,003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$135,975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$136,028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$-151,635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$41,102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$42,024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$-922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$-70,553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$432,743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$259,644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$173,099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$-280,828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$272K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$433K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$432,743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$259,644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108% of new business ($280,828)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85%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$259,644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$280,828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Elizabeth'S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Moreno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$415,496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$290,352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$125,144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$-262,232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$319,292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$712,052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$83,803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$132,969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$158,059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$160,406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$-2,347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$-1,249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$114,529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$93,063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$21,466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$-95,007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$86,985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$86,985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$-86,985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$56,283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$-60,999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$-17,992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$415,496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$290,352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$125,144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$-262,232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$-359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$415K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$415,496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$290,352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90% of new business ($262,232)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$290,352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$262,232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Paramount Exclusive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Encino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$414,604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$169,896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$39,511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$-205,197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$165,365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$412,640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$599,790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$375,178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$205,197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$169,896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$-205,197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$11,250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$11,250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$29,059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$29,059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$414,604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$205,197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$169,896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$39,511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$-205,197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$-884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$375K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$-28,438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$-1,277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$-1,542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$415K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$414,604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$205,197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($205,197)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 to 2 MoM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$205,197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$205,197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Noel Cajinas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Huntington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$408,548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$257,486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$-105,235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$511,170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$560,257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$46,721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$239,674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$-11,139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$121,214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$102,846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$18,368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$-33,764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$164,539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$57,123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$68,023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$-30,932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$14,994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$12,049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$2,945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$86,893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$82,290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$4,603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$-29,401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$408,548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$257,486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$57,123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$93,939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$-105,235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16.4%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$165K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$359K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$409K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$408,548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$257,486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41% of new business ($105,235)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$257,486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$105,235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Western Truck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Inglewood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$361,459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$348,621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$12,838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$-206,178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$174,364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$417,304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173%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$255,717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$61,223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$-4,223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$41,288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$41,288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$79,410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$79,410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$195,344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$183,579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$11,765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$-183,579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$21,803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$1,073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$-18,375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$361,459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$348,621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$12,838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$-206,178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$361K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$361,459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$348,621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59% of new business ($206,178)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89%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$348,621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$206,178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Solutions Insurance Agency, L.l.c.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Moreno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$356,581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$334,059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$-51,673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$506,042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$751,220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$11,533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$392,347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$13,788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$-10,726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$65,839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$62,715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$-10,260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$77,758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$86,341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$-8,583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$-12,699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$121,868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$102,765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$10,374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$8,729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$-5,466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$73,191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$64,540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$8,651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$-12,522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$4,477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$356,581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$334,059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$10,374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$12,148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$-51,673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17.1%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$357K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$356,581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$334,059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94% month-over-month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$334,059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Empire Company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California  |  City: Rancho Cucamonga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$308,430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$219,453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$11,360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$-96,708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$355,551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$465,658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$164,154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$257,583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$50,035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$39,724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$-5,439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$31,402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$19,063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$12,339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$-11,461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$46,112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$46,795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$-683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$178,918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$158,768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$20,510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$-79,808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$308,430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$219,453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$77,616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$11,360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$-96,708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19.2%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$-5,367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$179K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$198K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$308K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$308,430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$219,453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44% of new business ($96,708)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$219,453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$96,708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Checkers Truck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California  |  City: Ontario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$278,492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$120,101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$157,818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$-8,497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$496,756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$447,501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$309,520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$121,645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$-7,380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$19,032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$-3,761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$1,096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$-4,736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$204,935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$47,117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$157,818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$32,388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$32,388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$278,492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$120,101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$157,818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$-8,497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$-7,380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$328K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$278K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$278,492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$120,101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84% month-over-month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$120,101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$157,818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Insuremart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$267,228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$190,314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$59,945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$-190,831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$825,532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$364,882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$199,364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$19,854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$19,854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$-26,444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$89,002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$74,249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$16,970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$-74,249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$36,761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$37,905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$-1,144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$78,170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$78,160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$-46,696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$43,442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$43,442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$-43,442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$267,228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$190,314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$16,970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$59,945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$-190,831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$303K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$214K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$728K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$267K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$267,228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$190,314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($190,831)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66 to 32 MoM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$190,314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$190,831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Alparslan Enterprise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$242,215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$242,527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$263,734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$505,949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$124,513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$117,631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$89,020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$28,611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$-36,771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$108,906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$116,574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$-7,668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$-17,397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$-17,397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$1,007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$32,069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$36,933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$-4,864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$-4,741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$242,215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$242,527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$-41,512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$-17,397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$242K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$242,215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$242,527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$242,527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Northdale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$223,978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$145,587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$78,392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$-153,029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$1,118,229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$1,076,684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$69,029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$235,037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$57,807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$57,807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$-64,445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$42,169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$14,717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$27,452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$-88,584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$15,035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$22,406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$108,967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$108,463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$223,978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$145,587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$78,392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$-153,029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$150K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$266K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$224K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$223,978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$145,587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105% of new business ($153,029)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$145,587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$153,029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Freedom Insurance Services Pc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$210,947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$130,097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$63,693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$-70,553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$467,093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$560,251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$131,547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$37,357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$36,761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$60,351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$17,157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$22,137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$-22,137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$60,187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$36,530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$23,657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$-19,788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$53,052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$35,748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$17,303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$-28,629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$210,947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$130,097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$17,157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$63,693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$-70,553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10.8%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$211K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$210,947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$130,097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54% of new business ($70,553)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$130,097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$70,553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Swan Insurance Sales,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California  |  City: San Diego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$194,187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$104,973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$-42,260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$919,466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$541,574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$467,018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$77,631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$49,438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$25,432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$10,312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$13,694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$53,366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$3,849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$19,779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$29,738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$-24,666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$43,611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$29,842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$-10,912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$53,580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$53,580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$-5,808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$-5,808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$-6,682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$194,187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$59,124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$30,091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$104,973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$-42,260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$-5,808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$309K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$572K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$194K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$194,187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$59,124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71% of new business ($42,260)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111%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$59,124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$42,260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Patriot Financial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Chino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$179,056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$149,332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$-12,576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$725,289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$429,292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$174,266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$47,154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$47,154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$-4,680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$43,759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$22,980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$53,545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$52,289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$2,061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$12,353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$20,183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$29,109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$17,258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$179,056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$149,332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$42,299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$-12,576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$-57,018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$475K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$179K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$179,056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$149,332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$149,332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$57,018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Tiwana Insurance Solutions,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Clovis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$171,994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$142,722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$29,273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$-6,209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$200,523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$293,005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$31,628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$121,070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$128,742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$113,743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$14,998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$13,838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$14,078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$17,834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$13,525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$10,205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$-5,692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$171,994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$142,722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$29,273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$-6,209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$129K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$-5,870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$-954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$172K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$171,994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$142,722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$142,722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DISCOVERY PRO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$160,446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$154,078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$6,369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$-147,203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$352,815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$260,169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$42,061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$153,528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$153,528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$-146,798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$6,571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$160,446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$154,078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$6,369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$-147,203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$154K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$253K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$160K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$160,446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$154,078 in renewals - strong retention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$154,078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Mohsen Ins.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$155,071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$161,275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$115,746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$270,817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$118,781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$46,217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$14,511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$31,706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$-13,636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$57,971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$58,604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$-632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$87,610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$87,610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$-36,727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$-37,277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$155,071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$161,275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$-6,204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$-13,636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9.6%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$-36,727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$155,071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$161,275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142% month-over-month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$161,275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Total Global Solutions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$148,004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$136,938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$11,067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$-18,584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$91,020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$161,627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$87,761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$103,831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$99,158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$4,673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$23,541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$18,999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$4,542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$-18,584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$20,576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$18,781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$148,004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$136,938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$11,067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$-18,584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$148,004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$136,938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14 to 5 MoM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$136,938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Saint George Insurance Brokerage,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Commerce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$145,832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$69,823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$-116,832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$1,098,550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$608,348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$250,926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$76,204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$6,994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$6,994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$54,426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$54,426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$-68,987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$30,247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$30,167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$-31,311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$53,372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$39,656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$13,715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$-16,534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$145,832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$69,823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$76,009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$-116,832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$793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$301K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$636K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$145,832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$69,823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167% of new business ($116,832)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$69,823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$116,832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3321 Group L.l.c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AZ  |  City: Scottsdale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$136,699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$71,205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$65,494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$-148,891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$2,228,376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$610,192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$74,112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$193,706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$34,967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$22,641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$-21,968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$22,843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$9,962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$12,881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$-19,695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$-31,582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$66,846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$48,916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$17,930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$-75,646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$136,699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$71,205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$65,494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$-148,891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779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$359K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$287K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$226K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$248K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$136,699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$71,205 in renewals - strong retention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$71,205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Strong Tie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Downey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$129,903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$129,430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$-58,866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$630,459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$434,289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$91,086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$64,792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$64,792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$77,299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$64,638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$12,661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$-3,153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$-12,471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$-43,241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$-11,676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$-11,676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$129,903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$129,430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$472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$-58,866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$-512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$-11,676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$326K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$130K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$129,903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$129,430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45% of new business ($58,866)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$129,430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$58,866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Ways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Camarillo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$123,479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$18,671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$-102,483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$599,280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$549,297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$32,737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$113,658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$61,298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$61,298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$-61,231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$58,050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$18,671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$39,379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$-38,640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$123,479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$18,671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$104,807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$-102,483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$-5,827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$985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$173K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$123,479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$18,671 in renewals - strong retention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California Heritage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California  |  City: Arroyo Grande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$115,862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$16,284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$-76,921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$1,016,247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$546,392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$217,287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$114,367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$20,063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$20,489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$-24,781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$12,825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$12,825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$36,110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$15,734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$20,376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$-9,454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$5,493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$5,493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$-42,686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$41,371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$36,602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$4,219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$115,862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$57,091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$16,284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$42,487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$-76,921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$198K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$586K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$115,862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$57,091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135% of new business ($76,921)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$57,091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$76,921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Jaikar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Corona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$98,460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$38,741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$42,933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$16,785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$805,169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$209,331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$72,932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$-30,169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$57,824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$38,741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$1,786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$1,786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$24,009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$-1,172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$-1,172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$98,460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$38,741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$42,933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$16,785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$-31,706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$-206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$-1,172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$694K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$98,460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$38,741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82% of new business ($31,706)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105%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$38,741 in new business. Ask what made those deals work and how you can help replicate that success with similar accounts in their pipeline.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$31,706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Beehive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Utah  |  City: Salt Lake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$96,353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$94,802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$1,064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$1,064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$2,058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$94,802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$94,802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$-1,570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$96,353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$94,802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$1,551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$-1,570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$-13,091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$223K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$96,353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$94,802 in renewals - strong retention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 submissions with zero binds - zero conversion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102%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Kaluga Premium Insurance Solutions,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$92,748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$35,709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$111,972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$62,050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$91,983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$51,536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$35,709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$4,738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$92,748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$51,536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$35,709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$5,503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$92,748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$51,536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$51,536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Insurabrite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$4,497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$-177,887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$1,177,487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$703,308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$38,769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$15,348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$-22,092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$56,586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$-139,247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$9,252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$9,252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$-16,549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$81,186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$4,497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$76,689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$-177,887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$150K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$240K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$555K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$81,186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$4,497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3956% of new business ($177,887)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84%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$4,497 in new business. Ask what made those deals work and how you can help replicate that success with similar accounts in their pipeline.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$177,887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Nextco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$78,950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$20,708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$65,820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$758,389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$484,063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$124,742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$-7,439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$20,708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$65,681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$65,820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$78,950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$20,708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$65,820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$-7,578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$-7,439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$-112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$108K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$353K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$78,950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$20,708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$20,708 in new business. Ask what made those deals work and how you can help replicate that success with similar accounts in their pipeline.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$65,820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Transtar Insurance Brokers,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AZ  |  City: Phoenix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$75,918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$106,293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$-30,374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$194,602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$190,016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$70,023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$100,541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$10,087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$10,087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$51,995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$106,293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$-54,298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$14,902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$14,902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$75,918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$106,293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$-30,374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269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$-5,342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$-750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$-157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$-16,230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$75,918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$106,293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$106,293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SBS Insurance Services Inc dba Smarter Truck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Riverside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$67,738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$57,755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$-4,719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$-50,518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$640,325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$418,198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$165,142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$8,774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$-14,192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$26,056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$14,701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$11,580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$-21,941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$17,257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$-5,970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$20,145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$-7,809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$-8,416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$67,738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$14,701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$57,755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$-4,719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$-50,518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$290K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$67,738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$14,701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344% of new business ($50,518)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65 to 27 MoM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$14,701 in new business. Ask what made those deals work and how you can help replicate that success with similar accounts in their pipeline.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$50,518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West Coast Truck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UT  |  City: Lancaster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$66,553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$17,437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$-60,086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$239,538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$264,405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$88,264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$32,009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$32,009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$-30,606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$-12,623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$-5,550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$3,440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$36,654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$17,437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$-16,857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$66,553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$51,226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$17,437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$-2,110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$-60,086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$-5,550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$66,553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$51,226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117% of new business ($60,086)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$51,226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$60,086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Infinite Risk Management And Insurance Solutions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$54,426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$34,526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$-17,416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$397,569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$383,069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$80,426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$14,262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$-17,416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$54,426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$19,900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$34,526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$-17,416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$387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$54,426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$19,900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88% of new business ($17,416)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$19,900 in new business. Ask what made those deals work and how you can help replicate that success with similar accounts in their pipeline.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$17,416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PCF Insurance Services of the West LLC DBA: Good's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Woodland Hills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$12,303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$236,689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$140,402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$-9,231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$31,909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$12,303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$19,606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$4,579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$4,579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$36,428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$12,303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$24,124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$-9,231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$-390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$-61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$149K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$36,428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$12,303 in renewals - strong retention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86% month-over-month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Professionals,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Pahrump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$191,089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$98,187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$7,001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$7,001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$-14,131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$-14,131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$11,304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submissions - highly active agency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Cornerstone Insurance Solutions Inc. Dba: Cornerstone Premier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Covina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$9,293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$9,293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$144,555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$28,305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$5,343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$-8,710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$4,995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$4,298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$4,298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$9,293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$9,293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$-8,710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$126K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$9,293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$9,293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94% of new business ($8,710)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$9,293 in new business. Ask what made those deals work and how you can help replicate that success with similar accounts in their pipeline.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$8,710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MV Destiny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$-15,471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$162,597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$-7,241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$72,087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$-15,471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$-15,471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$-19,994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$176K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$6,534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 hit ratio - above average conversion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Davis &amp; Associates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$-21,595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$340,383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$3,081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$-11,137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$-10,458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$-21,595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$253K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 submissions - highly active agency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($-821) - cancellations exceed production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1.0% hit ratio on 100 subs - needs coaching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(100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Century One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Studio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$-32,552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$169,362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$39,320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$21,996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$21,858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$20,817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$1,041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$-15,309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$-15,309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$-17,496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$-11,735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$20,817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$-32,552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$-18,560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$-18,462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$-16,543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$-15,309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$347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$-11,735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$20,817 in renewals - strong retention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5.3% hit ratio - above average conversion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($-11,735) - cancellations exceed production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