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$32,646,652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$17,333,121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$8,257,339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$7,056,192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$-11,570,641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$76,183,732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$15,945,782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$18,763,227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$4,503,943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$3,898,602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$2,418,714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$3,647,587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$3,118,067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$2,799,445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$1,858,096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$1,257,558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$19,896,019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$18,480,097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$20,068,641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4097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$18,231,850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$13,527,020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$2,986,626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3382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$32,646,652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$17,333,121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+38%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16952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16,952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6,339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$19,896,019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$18,480,097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$20,068,641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4,097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$18,231,850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$13,527,020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$2,986,626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$1,811,440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$-1,490,239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3,382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2,551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$90,203,627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$17,333,121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$8,257,339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$-11,570,641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20,031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14,651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2,124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$136,630,825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$18,385,780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$22,569,576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$27,394,704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$6,212,559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$8,260,209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$15,623,661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$8,745,166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$951,914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26.3%  ·  Declined: 802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Kenny Palmer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Transtar Insurance Brokers, In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$3,898,602  |  Subs 6339  |  Binds 116  |  HR 1.8%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$3,898,602 YTD GWP  |  116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$3,647,587  |  Subs 3003  |  Binds 158  |  HR 5.3%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$3,647,587 YTD GWP  |  158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$4,503,943  |  Subs 680  |  Binds 70  |  HR 10.3%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10.3% (portfolio avg: 5.7%)  |  $4,503,943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$2,799,445  |  Subs 1287  |  Binds 87  |  HR 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5.7%)  |  $2,799,445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$3,118,067  |  Subs 675  |  Binds 69  |  HR 10.2%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10.2% (portfolio avg: 5.7%)  |  $3,118,067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99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170  |  Binds 8  |  HR 4.7%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344% of new business ($50,518 vs $14,701)  |  Submissions dropped 60% MoM (65 -&gt; 26)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$902,116  |  Subs 141  |  Binds 30  |  HR 21.3%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68% MoM (66 -&gt; 21)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$12,050,132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Cornerstone Insuranc (33.3%), Vintage Insurance Ag (23.9%), Surefire Insurance A (21.3%)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18,130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(136 subs): Davis &amp; Associates I (99),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(1.8%), PCF Insurance Servic (2.5%)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30 agencies with cancellations &gt;40% of new biz: Safeline Insurance Agency, Reliance Partners, Llc, United Advantage Insuranc. $10,618,603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(1.8%), PCF Insurance Servic (2.5%).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Reliance Partners, L (6339s/116b), Limosa Insurance Ser (261s/12b), Lion Insurance Servi (247s/11b).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$8,257,339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1029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256837802809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SIROHI TRANZ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257218756224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RR SONS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Jake Campbell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254382433576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RIGS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$111,703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257816768660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AIR ROADLINE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255995840756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IDL TRUCKING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$322,639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253667657353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RAJA TRANSPORT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265679058572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CALI TRANSPORT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257764604596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PHOENIX FREIGHT &amp;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257485376329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Saint George Insurance Brokerage,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AGUILAR NATIONAL CARRIERS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$98,511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269806063079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Saint George Insurance Brokerage,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DENESSE GROUP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260284854194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HANUMAN LOGISTICS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$96,489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252131985268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SINGHANA TRANSPORT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262933952846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GORA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$75,200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268969918596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HIFO''S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Kenneth Cajina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266285175910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GURFATEH XPRESS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KAUR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$22,729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267274086782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VIRK FREIGHT XPRESS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KAUR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268406603998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GLOBE TRANSPORT CORP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$314,941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255219373799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SAMCO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269483676873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ZC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$38,590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268795197676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RUDER TRANSPORT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259522174229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LMS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$40,456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251568023229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KSN TRANS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$216,891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250744220029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VR CARGO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263064159421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DAIMOXK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$102,769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258692446610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SOUNTA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$30,952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$1,793,881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$7,989,062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259502146902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NOOR TRANSIT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257162855398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FKDG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250480741793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VOSS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258777740743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NAVDEEP SINGH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250849153543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BHINDER TRANS CARRIER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256806597572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US EXPRESS TRUCKING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253561442963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TRANSPORT CA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dba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251734290824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 THE RIGHT WAY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$15,209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251382710924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MC EXPRESS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257284047400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ABM LOGISTICS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254464366365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TS ROADLINES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$47,551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$168,638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$168,638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257185243238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LABELLA EXPRESS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250401279231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BIROS TRUCKING AND LOGISTICS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267423063888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GROOVE FOREVER TIRE CO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253677887588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NAVDIP PANNU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 Secure Insurance Serv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257257222182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FLORES TRANSPORT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250401279231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BIROS TRUCKING AND LOGISTICS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260468108126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ABC VISIONS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257185243238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LABELLA EXPRESS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257130503454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LIPELINE TRUCKING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253677887588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NAVDIP PANNU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 Secure Insurance Serv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268599772018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AURELIA RIVERA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Noel Cajinas Insurance Agen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260468108126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ABC VISIONS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267423063888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GROOVE FOREVER TIRE CO LTD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27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$4,503,943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$1,267,873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$-1,783,938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$8,353,430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$1,947,749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$1,376,106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$262,804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$-258,041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$4,503,943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$1,267,873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$-1,783,938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$4,503,943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74% of new business ($1,783,938)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$1,783,938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$3,898,602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$2,418,714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$773,618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$-1,704,675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$10,900,071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$2,508,828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$2,598,158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$688,835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$119,881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$-235,626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$3,898,602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$2,418,714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$773,618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$-1,704,675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$3,898,602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$2,418,714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6339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($1,704,675)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(6339 subs, only 116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$2,418,714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$3,647,587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$-1,138,276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$7,046,555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$760,676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$2,352,443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$664,763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$137,202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$3,647,587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$917,563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$-1,138,276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$3,647,587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($1,138,276)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$1,138,276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$3,118,067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$551,583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$4,757,284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$1,418,142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$1,303,682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$589,721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$3,118,067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$551,583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$3,118,067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$2,799,445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$491,834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$8,223,260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$3,124,651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$1,780,137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$668,552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$2,799,445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$491,834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$2,799,445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$1,858,096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$588,984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$3,712,803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$226,737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$56,141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$1,858,096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$588,984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$1,858,096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$1,257,558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$303,024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$1,866,512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$241,827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$235,162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$230,471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$1,257,558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$303,024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$1,257,558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$954,533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$-475,143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$3,794,556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$1,243,356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$-84,890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$-475,143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84% of new business ($475,143)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$475,143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$416,351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$3,478,250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$497,834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$162,560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$902,116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$416,351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$902,116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$2,202,190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$142,333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$60,403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$240,050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$1,058,513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$166,907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$504,906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$1,088,002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$59,264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$500,833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$496,091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$821,824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$496,091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$105,527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$496,091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$582,288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$412,587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$451,019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$412,587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$412,587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($280,828)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$280,828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$86,893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$-90,449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$90,449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$377,643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$27,585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($190,831)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$190,831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$-6,682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($42,260)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$98,460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344% of new business ($50,518)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$9,293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