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$32,380,887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$17,240,592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$8,198,075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$6,942,220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$-11,281,324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$75,917,967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$14,526,214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$18,556,617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$4,512,337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$3,828,775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$3,627,374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$3,131,952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$1,838,125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$1,258,382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$1,006,331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$853,605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$741,943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$570,621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$19,786,875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$18,471,442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$19,860,678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4102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$18,049,343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$11,730,375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$2,894,096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$32,380,887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$17,240,592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17877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41.0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16695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1006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3,985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2,969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16,695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6,256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1,271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-275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$19,786,875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$18,471,442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$19,860,678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$18,049,343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$-2,704,366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$11,730,375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$2,894,096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$1,752,176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$-1,200,922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3,080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$87,898,714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$17,240,592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$8,198,075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$-11,281,324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19,734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14,414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2,084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$796,297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3,783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$133,350,182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$18,095,445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$21,578,659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$26,939,379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$6,032,087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$7,782,618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$15,259,855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$8,685,557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$895,242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1761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26.2%  ·  Declined: 796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17877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24.4%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Muhammad Ali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$3,627,374  |  Subs 2995  |  Binds 159  |  HR 5.3%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$3,627,374 YTD GWP  |  159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$3,828,775  |  Subs 6256  |  Binds 109  |  HR 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$3,828,775 YTD GWP  |  109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$4,512,337  |  Subs 669  |  Binds 71  |  HR 10.6%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10.6% (portfolio avg: 5.7%)  |  $4,512,337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$2,776,533  |  Subs 1271  |  Binds 82  |  HR 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6.5% (portfolio avg: 5.7%)  |  $2,776,533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$3,131,952  |  Subs 657  |  Binds 69  |  HR 10.5%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10.5% (portfolio avg: 5.7%)  |  $3,131,952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93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93 submissions with 0 binds - zero conversion  |  Negative net written premium: $-821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37 submissions with 0 binds - zero conversion  |  Submissions dropped 62% MoM (8 -&gt; 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168  |  Binds 9  |  HR 5.4%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324% of new business ($47,679 vs $14,701)  |  Submissions dropped 63% MoM (65 -&gt; 24)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$853,605  |  Subs 140  |  Binds 34  |  HR 24.3%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157% of new business ($354,969 vs $225,531)  |  Submissions dropped 71% MoM (66 -&gt; 19)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0/9 appointed agencies have submitted (0%)  •  0/9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Nova Coverage LLC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$11,968,486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Swan Insurance Sales (25.8%), Surefire Insurance A (24.3%), Vintage Insurance Ag (23.9%)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17,877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(130 subs): Davis &amp; Associates I (93), Beehive Insurance Ag (37)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Reliance Partners, L (1.7%), PCF Insurance Servic (2.6%)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29 agencies with cancellations &gt;40% of new biz: Safeline Insurance Agency, Reliance Partners, Llc, United Advantage Insuranc. $10,344,447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Reliance Partners, L (1.7%), PCF Insurance Servic (2.6%).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Reliance Partners, L (6256s/109b), Limosa Insurance Ser (261s/12b), Patriot Financial Se (242s/9b).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$8,198,075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1012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263632738142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GSV FREIGHTWAY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$44,380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251787451647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GROW MORE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258922084200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GONGBAY GLOBAL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267580434723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YVIEN DEJAN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268077931542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Safiullah Noor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259963384391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LANE ENTERPRISES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Sean Jenouri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257034779205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GLOBE INTERNATIONAL LGTX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Nicholas Banks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$52,012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269746476736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RAHIMI TRUCKING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258556219117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JAMMU TRUCK 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269092238895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AGW AUTO TRANSPORT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Gonzalez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252699969564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EXPRESS TRANS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266218159565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JODY EXPRESS CORP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$53,766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256627963899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DESERT BIGHORN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$24,409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258661262625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N T DELIVERS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$137,761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262868034789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SASA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$35,208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266477088799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Empire Company Insurance Services,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CHAVARRIA TRANS LINES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Annette Taylor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$77,661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251007543177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BRAVE TRANS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$29,723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259400513736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BOMAR ENTERPRISES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$38,683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260714372232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SAR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250935457245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CARGOLOGIC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Emily Tompkins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262517643318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MILEFREIGHT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Brandon Richards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$230,680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265062144548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HAWGSHOTS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Steven Beckett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250153112353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ITRUCK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stan connally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$65,432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251067949048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California Heritage Insurance Serv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GRAND PRIX TRANSPORTATION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ZUNIGA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$41,869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263455867093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GENERAL TRANSPORTATION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$1,998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$1,121,663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$7,248,889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PCF Insurance Services of the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250102183313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DHATT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251224954126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BAGLA TRUCKING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254084723324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AFJ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255418119168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VELO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257210723678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JAYS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253463438465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GREENWAY TRANSIT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256832183275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MONTERROSO ENTERPRISES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259502146902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NOOR TRANSIT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257162855398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FKDG EXPRESS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$42,009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254743247756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SADAN LOGISTIC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$15,189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254708784506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EXPRESS GLOBAL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250480741793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VOSS TRANSPORT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258777740743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NAVDEEP SINGH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405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$4,512,337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$1,276,267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$-1,778,380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$8,361,825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$1,797,352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$1,393,259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$-301,767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$476,646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$271,198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$-252,484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$4,512,337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$1,276,267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$-1,778,380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$4,512,337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($1,778,380)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$2,424,917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$1,778,380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$3,828,775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$770,254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$10,830,245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$2,327,964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$2,424,079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$619,008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$409,941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$116,517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$-174,086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$3,828,775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$770,254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$3,828,775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6256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($1,643,135)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(6256 subs, only 109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$2,352,251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$3,627,374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$897,350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$7,026,341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$2,398,373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$644,550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$444,477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$83,085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$-147,122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$3,627,374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$897,350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$3,627,374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($1,100,014)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$2,316,113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$1,100,014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$3,131,952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$565,468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$4,771,169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$1,301,912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$603,605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$444,121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$3,131,952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$565,468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$3,131,952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($950,097)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$1,528,663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$950,097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$8,200,348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$2,238,313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$1,786,226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$645,640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($754,829)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$1,838,125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$569,013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$3,692,832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$413,907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$1,065,436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$206,765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$1,838,125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$569,013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$1,838,125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$554,806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$1,258,382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$380,434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$312,267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$235,986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$210,752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$1,258,382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$1,258,382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($393,568)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$934,815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$1,006,331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$-473,378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$3,793,805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$1,250,518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$-83,125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$1,006,331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$88,814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$-473,378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$1,006,331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83% of new business ($473,378)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$567,710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$473,378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$853,605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$367,840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$-354,969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$3,429,739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$1,034,973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$114,049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$-112,792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$853,605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$367,840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$-354,969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$853,605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($354,969)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19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$354,969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$741,943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$2,206,296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$495,999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$741,943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$741,943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($136,903)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$238,000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$136,903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$-38,196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80 to 38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$570,621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$1,055,925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$82,199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$570,621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$570,621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$179,010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$799,723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$35,457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$503,955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$63,599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$479,756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$1,028,738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$443,515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$414,604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$-50,172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$411,808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$239,488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109% of new business ($260,447)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$239,488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$614,912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$408,278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$57,123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$67,281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$324,842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$324,842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$178,918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$158,768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$308,430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$77,616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$32,069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$242,215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$242,527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$242,527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$370,058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$-27,585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$223,786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($174,974)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$174,974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$210,947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($59,867)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$59,867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$1,203,838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$201,522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$123,130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124%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$123,130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$353,518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($35,578)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$35,578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$171,994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$211,848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$115,862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$435,826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$65,737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324% of new business ($47,679)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$47,679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41 to 17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78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$4,995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93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