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$31,132,602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$16,485,118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$7,892,389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$6,755,095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$-10,978,985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$74,669,682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$14,967,096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$18,260,913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$4,326,352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$694,897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$3,698,958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$2,278,791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3954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$3,575,165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$2,288,670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$386,654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$2,849,761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$1,309,751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$1,016,562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$2,715,667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$845,078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$1,374,237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$1,780,809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$682,819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$1,108,449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$784,882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$987,921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$560,643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$339,381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$843,963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$738,293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$510,624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$19,847,390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$18,267,337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$19,872,692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$17,874,396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$10,071,082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$2,138,622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$31,132,602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$16,485,118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17461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792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40.7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16276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990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6.1%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3,005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4,015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16,276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6,110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$19,847,390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$18,267,337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$19,872,692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$17,874,396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$-2,672,897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$10,071,082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$2,138,622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$1,446,490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$-930,052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2,603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1,925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$85,932,896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$16,485,118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$7,892,389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$-10,978,985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19,257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14,032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$129,220,843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$17,616,845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$21,487,860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$25,529,173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$7,399,675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$15,060,207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$8,556,284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$839,960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26.1%  ·  Declined: 775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$3,575,165  |  Subs 2911  |  Binds 160  |  HR 5.5%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$3,575,165 YTD GWP  |  160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$3,698,958  |  Subs 6110  |  Binds 110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$3,698,958 YTD GWP  |  110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$4,326,352  |  Subs 655  |  Binds 68  |  HR 10.4%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10.4% (portfolio avg: 5.7%)  |  $4,326,352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$2,715,667  |  Subs 1246  |  Binds 85  |  HR 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5.7%)  |  $2,715,667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$2,849,761  |  Subs 646  |  Binds 72  |  HR 11.1%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11.1% (portfolio avg: 5.7%)  |  $2,849,761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92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92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($42,102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$843,963  |  Subs 140  |  Binds 31  |  HR 22.1%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151% of new business ($339,569 vs $225,531)  |  Submissions dropped 76% MoM (66 -&gt; 16)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$11,600,475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Vintage Insurance Ag (25.0%), Swan Insurance Sales (23.3%), Surefire Insurance A (22.1%)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17,461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(129 subs): Davis &amp; Associates I (92),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$10,101,020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 agencies with 20+ subs but &lt;3% HR: Reliance Partners, L (1.8%).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(6110s/110b), Limosa Insurance Ser (257s/12b), Patriot Financial Se (240s/9b).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$7,892,389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1001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268098408563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DEV &amp; KADE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Gilberto Castaneda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$27,577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268142859924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QUALITY TRANSPORT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258034391486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TK TRANSPORT SERVICES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268406603998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GLOBE TRANSPORT CORP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$326,737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251983072959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NDLM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254967868138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LETS HAUL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258150526732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DAYNIGHT CARRIER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$92,816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260907106946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BASSI LOGISTICS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$5,376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263789526761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AZ EXPRESS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256180800774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ARTDIESEL TRANSPORTATION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Hartnell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$101,349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255701299242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MT MEDICAL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241026124629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COMPASS TRANSPORT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257478229748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 TRANS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253373366134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KARAN TRANSPORT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$19,707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269765402181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SARAON TRANSPORT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266005122759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P RANDHAWA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250156912027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SBS Insurance Services Inc dba Sma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BEST YET TRANSPORTATION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Erick Corcuera Corcuera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253474804239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DEDICATE TRUCKS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$58,160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263788989588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NAI'S TRUCKING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Su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264649095541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VERGARA AG SERVICES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$84,430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269284363360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MISSION HAUL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$78,640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258489578842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MYX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$131,028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265180259284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G&amp;Z TRANSPORTATION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$43,913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251187197916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HUSKY 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252244371732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A&amp;A TRUCKLINE AND LOGISTICS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Jackson Brock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$1,452,365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$7,438,578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251990426945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HEAVENLY TRANSPORT LOGISTICS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257884129039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SAILOR FREIGHT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250653147212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WMK TRANSLINK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250047382626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DOUGLAS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258355452621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STAR FREIGHT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$45,811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251902237569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FRESH OUT PRODUCE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$13,533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254238460451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MATHANA TRANSPORT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250134896068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ALEXIS CASTANEDA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257308296576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JAAP CARRIER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257142554928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MASTER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258666162770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SUKHMANI ROADLINE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$91,220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256368742018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EAGLE TRANSIT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$104,500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255701299242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 MEDICAL TRANSPORTATION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399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$4,326,352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$694,897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$1,229,580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$8,175,840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$1,563,549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$1,307,144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$-270,298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$290,662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$4,326,352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$694,897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$1,229,580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$-1,712,163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$4,326,352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($1,712,163)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$2,401,876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$1,712,163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$3,698,958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$2,278,791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$688,050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$732,116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$-1,589,482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$10,700,427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$2,422,335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$2,415,718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$489,191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$336,481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$74,331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$78,379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$-120,433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$3,698,958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$2,278,791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$688,050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$732,116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$-1,589,482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$3,698,958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$2,278,791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6110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($1,589,482)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(6110 subs, only 110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$2,278,791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$3,575,165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$2,288,670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$386,654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$899,841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$-1,069,749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$6,974,132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$2,347,799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$592,341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$417,033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$55,828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$3,575,165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$2,288,670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$386,654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$899,841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$-1,069,749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$3,575,165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$2,288,670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($1,069,749)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$2,288,670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$1,069,749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$2,849,761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$1,309,751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$1,016,562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$-913,829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$4,488,978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$1,372,457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$321,415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$225,209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$125,014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$-52,016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$2,849,761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$1,309,751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$1,016,562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$-913,829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$2,849,761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$1,309,751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($913,829)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$1,309,751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$913,829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$2,715,667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$845,078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$1,374,237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$496,352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$8,139,482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$2,932,386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$1,775,719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$584,774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$478,683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$59,796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$-26,325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$2,715,667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$845,078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$1,374,237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$496,352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$-754,328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$2,715,667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$845,078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($754,328)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$845,078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$754,328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$1,780,809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$3,635,516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$324,641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$1,036,985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$-29,385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$1,780,809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$682,819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$1,780,809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($575,086)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$1,108,449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$1,717,403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$588,176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$1,108,449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$784,882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$1,108,449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$784,882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($393,568)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$784,882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$560,643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$-468,880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$3,775,394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$1,251,688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$192,101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$68,165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$-8,260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$-78,627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$560,643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$339,381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$87,896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$-468,880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$560,643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84% of new business ($468,880)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$560,643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$468,880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$843,963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$358,198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$3,420,096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$104,407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$-97,392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$843,963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$358,198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$843,963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151% of new business ($339,569)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$339,569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$738,293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$2,202,647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$472,807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$142,791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$-10,294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$738,293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$62,911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$738,293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($134,658)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$254,038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$-80,465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$510,624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$995,928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$356,192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$104,322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$5,137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$510,624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$98,593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$510,624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$147,797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$468,467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$99,918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$404,434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$187,773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$-259,668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$458,728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$250,771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$114,796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$-49,393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$420,296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$232,523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$187,773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$-259,668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$420,296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$232,523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($259,668)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$232,523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$259,668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$401,662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$399,698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$401,662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$393,882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$600,516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$72,227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$67,675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$393,882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$242,871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$93,888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$393,882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$242,871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$242,871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$75,834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$360,386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$360,386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$360,386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$300,129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$735,424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$41,352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$300,129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$-43,238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$300,129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$300,129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$99,471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$79,808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$228,982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$10,874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$228,982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$140,492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$-147,389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77% of new business ($147,389)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$147,389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$469,016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$205,282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$200,914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$206,469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$200,914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$200,914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$281,846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18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$693,480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$41,393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($42,102)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$42,102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$245,838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$47,336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188%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$32,009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