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Derek Janssen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22,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Derek Janssen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$31,954,684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$16,976,891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$8,150,754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$6,827,039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$-11,229,229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$74,968,705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$75,491,764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$89,962,446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$15,744,571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$18,666,327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$4,472,014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$2,401,876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$3,802,069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$2,352,251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$706,270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$3,610,716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$2,315,563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$397,802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2974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$2,990,260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$1,413,860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$2,776,533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$1,825,219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$1,258,382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$934,815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$1,000,089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$561,743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$840,383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23.6%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$741,146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$523,149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$147,797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$19,792,342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$18,444,241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$19,810,973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4102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$18,018,837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4338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$11,977,983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$2,630,396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$31,954,684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$16,976,891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17750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86.2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704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816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40.7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168%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5/18–5/22*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16567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1019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6.2%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-57.2%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3,443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3,001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3,164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4,147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4,006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4,203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2,812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4,040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16,567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18,794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-12%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6,207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-309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2,974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+994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1,267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-408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Cascade Insurance Services Inc Dba: Ca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-279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+259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+226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$19,792,342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$528,182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$-2,236,465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4,326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3,140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$18,444,241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$1,245,496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$-2,562,773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2,806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$19,810,973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$1,928,146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$-2,576,798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4,102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2,918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460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$18,018,837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$2,744,075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$-2,685,977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4,338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$11,977,983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$2,630,396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$1,704,855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$-1,167,216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2,926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$88,044,375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$16,976,891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$8,150,754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$-11,229,229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19,580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14,275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2,071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$796,297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$96,590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$11,691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$57,066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NV, PA, TX, 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$132,697,973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1,313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$17,919,937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$26,939,379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$21,578,659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$6,032,087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$7,670,365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$15,259,855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$8,685,557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29.1%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$895,242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1336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635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26.3%  ·  Declined: 793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17750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ARUNDEEP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Solutions Insurance Agency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Gayane Yeghiazaryan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Murphy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Tigran Vardanyan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Morgan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Ryan Johnson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Hakim Kabir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Marie Borja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Harmeet Singh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Northdale Insurance Agency, In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Leichner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Spencer DuBose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Malkhasyan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 Secure Insurance Service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23.7%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Clifton Waterbury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Harman Tiwana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Tiwana Insurance Solutions, In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Elizabeth Rodriguez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Elizabeth'S Insurance Services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Luiza Ter-Abramyan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Zimunya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GUINN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Seaton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Hinson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Muhammad Ali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Daniel Tarquini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Saint George Insurance Brokera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$3,610,716  |  Subs 2974  |  Binds 162  |  HR 5.4%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$3,610,716 YTD GWP  |  162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$3,802,069  |  Subs 6207  |  Binds 113  |  HR 1.8%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$3,802,069 YTD GWP  |  113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$4,472,014  |  Subs 668  |  Binds 72  |  HR 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10.8% (portfolio avg: 5.8%)  |  $4,472,014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$2,776,533  |  Subs 1267  |  Binds 85  |  HR 6.7%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6.7% (portfolio avg: 5.8%)  |  $2,776,533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$2,990,260  |  Subs 655  |  Binds 69  |  HR 10.5%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10.5% (portfolio avg: 5.8%)  |  $2,990,260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$81,186  |  Subs 22  |  Binds 2  |  HR 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3956% of new business ($177,887 vs $4,497)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$-821  |  Subs 93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93 submissions with 0 binds - zero conversion  |  Negative net written premium: $-821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$96,353  |  Subs 37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37 submissions with 0 binds - zero conversion  |  Submissions dropped 62% MoM (8 -&gt; 3)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$67,738  |  Subs 168  |  Binds 9  |  HR 5.4%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324% of new business ($47,679 vs $14,701)  |  Submissions dropped 63% MoM (65 -&gt; 24)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$840,383  |  Subs 140  |  Binds 33  |  HR 23.6%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151% of new business ($339,569 vs $225,531)  |  Submissions dropped 73% MoM (66 -&gt; 18)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0/9 appointed agencies have submitted (0%)  •  0/9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Melara Insurance Services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Tec Equipment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Mcdonald &amp; Assoc Ins Agcy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Coremark Insurance Services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509320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0" y="50932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5488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23560" y="509320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0372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5367527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540410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Nova Coverage LLC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0" y="54041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23560" y="540410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0372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724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(Safeline Insurance Agency, Reliance Partners, Llc, United Advantage Insuranc) drive $11,884,799 (37%)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Swan Insurance Sales (25.8%), Vintage Insurance Ag (25.3%), Surefire Insurance A (23.6%)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17,750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(130 subs): Davis &amp; Associates I (93), Beehive Insurance Ag (37)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Reliance Partners, L (1.8%)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29 agencies with cancellations &gt;40% of new biz: Safeline Insurance Agency, Reliance Partners, Llc, United Advantage Insuranc. $10,292,352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 agencies with 20+ subs but &lt;3% HR: Reliance Partners, L (1.8%). Conduct submission quality training to lift conversion 2-3 points.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Reliance Partners, L (6207s/113b), Limosa Insurance Ser (259s/12b), Patriot Financial Se (242s/9b). Small HR improvements on large volume = significant premium lift.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Safeline Insurance Agency, United Advantage Insuranc, Cascade Insurance Service. Increase submission volume 20% through marketing support and referral incentives.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$8,150,754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Last 25 Bound Submissions  |  1026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258922084200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GONGBAY GLOBAL TRANSPORT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259400513736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BOMAR ENTERPRISES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$38,683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262327554750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TORQUELINE FREIGHT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250935457245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CARGOLOGIC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Emily Tompkins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262517643318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MILEFREIGHT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Brandon Richards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$230,680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265062144548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HAWGSHOTS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Steven Beckett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250153112353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ITRUCK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stan connally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$65,432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251067949048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California Heritage Insurance Serv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GRAND PRIX TRANSPORTATION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ZUNIGA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$41,869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255981000700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IDHA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Gonzalez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262580838994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Empire Company Insurance Services,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WHITE ROOSTER TRANSPORT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Reimers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$45,444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266147415618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TOPGEAR TRANSPORTATION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$129,273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269168935012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IBIJOKE HAULING AND LOGISTICS LL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$19,160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256422001417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Freedom Insurance Services Pc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MM DELIVERIES SERVICES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Karl Kalantaryan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$84,569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254315484308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D4U TRANSPORTATION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$76,995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267580434723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YVIEN DEJAN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268340686057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TRIPLE M TRANS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Jake Campbell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$19,502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258150526732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DAYNIGHT CARRIER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$92,816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251743052538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MAZAR TRUCKING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$52,127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265470757837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California Heritage Insurance Serv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BLUE LION CARRIERS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Nick Hartnell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$25,249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269956221419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FLEET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$90,799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266135676855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Solutions Insurance Agency, L.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R&amp;T TRUCKLINES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$10,430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268142859924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Tiwana Insurance Solutions,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QUALITY TRANSPORT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Harman Tiwana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$23,081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258355452621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STAR FREIGHT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$14,980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253609647028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Freedom Insurance Services Pc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GVS TRUCKING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Karl Kalantaryan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$65,715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260600506879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 Secure Insurance Services, I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ERS TRUCKING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Michelle Malkhasyan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$22,195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$1,281,414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Active in-force policies expiring through Aug 20,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$7,299,180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255701299242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 MEDICAL TRANSPORTATION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257308296576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JAAP CARRIER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256368742018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EAGLE TRANSIT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258666162770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SUKHMANI ROADLINE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$91,220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250134896068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ALEXIS CASTANEDA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$29,932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257142554928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MASTER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253379340019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SM LOGISTICA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$3,384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251082226481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BALAGAN ROADLINE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$36,631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256014682969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3JS AUTO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$29,403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Tiwana Insurance Solutions, In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258599080131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CHEEMA FGS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257049624137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TAAK BROS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$37,811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PCF Insurance Services of the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250102183313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DHATT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254084723324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AFJ TRANSPORT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$10,612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398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Policies with cancellation_date on or before Aug 20,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$36,556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$36,556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261678013505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CR7 EXPRESS INC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261678013505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CR7 EXPRESS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262491996913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FATEH CA INC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261678013505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CR7 EXPRESS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269595128690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COOL MILE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Limosa Insurance Services 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261678013505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CR7 EXPRESS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262491996913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FATEH CA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259167804398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TRUCKING USA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$14,973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266346301342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WE HAUL IT ALL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 Internal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269595128690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COOL MILE LLC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Limosa Insurance Services I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$16,886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266346301342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WE HAUL IT ALL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 Internal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5760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8680" y="60899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78308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255121394398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88920" y="608990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AULAKH ROADLINE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94960" y="608990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523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095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08990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$1,445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41832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12 of 12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Burbank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$4,472,014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$2,401,876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$1,258,987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$-1,742,710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$5,475,695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$8,321,502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$2,251,740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$1,367,684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$2,056,544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$1,581,567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$474,977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$-602,525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$728,018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$409,602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$134,041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$184,375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$-326,252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$564,631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$176,137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$240,289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$-295,352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$686,498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$214,611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$366,458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$105,429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$-283,378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$436,324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$47,891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$134,515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$253,917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$-235,203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$4,472,014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$2,401,876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$1,258,987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$-1,742,710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$4,472,014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$2,401,876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($1,742,710)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$2,401,876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$1,742,710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TN  |  City: Chattanooga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$3,802,069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$2,352,251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$706,270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$743,549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$-1,643,135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$11,296,746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$10,803,539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$2,393,852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$2,407,939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$447,696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$148,058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$270,417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$-318,333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$315,091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$154,282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$-236,871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$882,650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$744,194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$73,436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$-437,887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$1,322,951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$734,967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$432,382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$155,602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$-475,958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$592,302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$409,941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$89,812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$-174,086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$3,802,069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$2,352,251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$706,270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$743,549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$-1,643,135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1186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$592K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$3,802,069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$2,352,251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6207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($1,643,135)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(6207 subs, only 113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$2,352,251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Fountain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$3,610,716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$2,315,563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$397,802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$897,350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$-1,100,014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$5,313,122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$7,009,683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$793,305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$2,419,245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$619,222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$547,989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$16,681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$54,552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$-177,485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$544,314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$336,280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$58,445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$149,589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$-240,020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$843,770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$483,530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$301,757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$-272,683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$975,519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$503,838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$197,217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$274,464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$-262,704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$627,891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$443,927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$66,976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$116,988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$-147,122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$3,610,716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$2,315,563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$397,802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$897,350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$-1,100,014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2974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$976K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$3,610,716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$2,315,563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($1,100,014)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$2,315,563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$1,100,014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Cascade Insurance Services Inc Dba: Cascade Mutual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$2,990,260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$1,413,860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$538,579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$1,687,026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$4,629,477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$1,229,645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$627,994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$521,605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$106,390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$-131,010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$322,340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$74,899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$-231,953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$830,466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$296,058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$394,147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$140,261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$-217,631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$747,546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$211,464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$305,376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$230,707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$-281,220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$461,913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$329,317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$146,273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$2,990,260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$1,413,860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$538,579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$2,990,260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$1,413,860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($950,097)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$1,413,860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$950,097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$2,776,533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$468,922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$12,058,763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$8,200,348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$2,535,788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$1,822,906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$54,912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$113,899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$531,294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$164,666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$-164,691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$620,357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$82,482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$473,942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$63,933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$-151,086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$546,436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$112,699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$339,678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$94,059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$-144,553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$645,640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$528,252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$32,367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$-26,826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$2,776,533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$468,922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$2.6M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$2,776,533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85% of new business ($754,829)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$883,804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$754,829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$1,825,219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$556,107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$3,326,706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$3,679,926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$324,641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$1,099,389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$335,743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$102,876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$174,683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$-86,035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$449,702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$255,825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$132,066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$-162,772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$389,615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$58,208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$167,077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$164,330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$-162,968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$44,916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$162,866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$248,519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$-133,926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$193,860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$77,615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$-29,823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$1,825,219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$556,107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$1,825,219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($575,525)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$554,806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$575,525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$1,258,382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$934,815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$323,566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$608,954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$1,867,336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$717,449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$270,200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$329,058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$235,804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$93,254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$-47,714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$51,526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$281,165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$220,351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$60,814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$-243,003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$313,298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$220,560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$92,738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$235,986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$210,752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$1,258,382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$934,815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$323,566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$1,258,382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$934,815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42% of new business ($393,568)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$934,815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$393,568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$1,000,089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$561,743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$-472,353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$5,582,230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$3,787,562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$218,690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$1,302,936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$157,976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$82,684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$-173,320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$-32,380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$296,715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$113,101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$122,185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$61,429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$-94,557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$270,070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$-89,996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$204,269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$133,295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$78,591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$-82,101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$1,000,089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$561,743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$88,539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$-472,353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$1,000,089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$561,743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84% of new business ($472,353)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$561,743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$472,353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$840,383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$354,618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$-339,569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$3,442,404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$3,416,516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$1,034,973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$540,160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$72,959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$-18,384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$148,084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$77,543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$-30,497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$260,980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$155,557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$-103,129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$209,576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$135,102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$-90,166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$100,827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$13,494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$-97,392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$840,383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$354,618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$-339,569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$840,383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151% of new business ($339,569)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$225,531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$339,569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Point Roberts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$741,146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$238,000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$-136,903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$2,749,090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$2,205,500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$571,336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$495,999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$136,217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$79,914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$-31,367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$136,366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$72,197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$-68,437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$162,447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$145,644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$105,562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$-12,539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$741,146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$238,000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$65,764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$-136,903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$741,146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$238,000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($136,903)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$238,000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$136,903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$796,918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$97,407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$96,887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$45,371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$-19,103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$207,730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$206,862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$219,465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$218,042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$-38,196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80 to 36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$523,149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$147,797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$111,118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$907,582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$1,008,453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$66,897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$231,006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$88,313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$67,405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$75,288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$80,905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$60,825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$-31,757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$116,847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$50,986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$523,149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$147,797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$111,118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$523,149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$264,235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$147,797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Jtc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$503,955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$799,723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$318,335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$94,399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$73,822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$331,195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$330,680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$35,457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$35,487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$503,955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$503,955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$347,151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$479,756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$248,854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$78,474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$57,631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$127,755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$102,693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$166,671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$52,693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$-34,389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$63,599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$-16,284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$479,756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$89,192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$479,756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($108,371)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$220,653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$108,371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$441,569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$2,372,091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$1,028,738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$424,170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$122,134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$-27,298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$42,863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$-73,947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$28,341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$441,569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$160,155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$441,569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$148,640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($121,673)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$148,640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$121,673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Elizabeth'S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$319,292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$97,010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$158,059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$160,406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$114,529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$93,063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$-95,007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$-86,985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$56,283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$-60,999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$415,496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$290,352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($262,232)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$290,352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$262,232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Paramount Exclusive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$412,640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$599,790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$375,178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$-28,438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$-1,277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$-1,542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$414,604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$205,197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($205,197)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$205,197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$205,197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 Secure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Santa Clarita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$411,808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$239,488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$172,320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$78,730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$40,738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$272,003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$135,975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$136,028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$-151,635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$-50,172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$411,808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$239,488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$172,320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$-260,447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$411,808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$239,488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109% of new business ($260,447)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$239,488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$260,447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Noel Cajinas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Huntington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$614,912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$121,214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$102,846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$164,539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$68,023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$-30,932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$86,623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$408,278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$93,669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$-75,834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$408,278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$257,486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$257,486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$57,123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Inglewood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$440,465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$195,344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$183,579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$-183,579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$361,459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$348,621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($206,178)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$348,621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$206,178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$343,089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$321,397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$757,909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$-10,260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$77,758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$86,341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$102,765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$7,480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$343,089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$321,397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$321,397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$321,397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Checkers Truck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$496,756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$204,935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$246,104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$87,714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$157,818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Empire Company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$228,622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$355,551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$453,854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$-5,439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$99,111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$79,808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$228,622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$140,492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$10,513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$228,622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$140,492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$140,492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$77,616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$-174,974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$825,532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$370,058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$-26,444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$89,002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$74,249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$-74,249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$-46,696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$-27,585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$223,786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$-174,974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$223,786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$190,314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92% of new business ($174,974)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$190,314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$174,974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Freedom Insurance Services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$647,471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$60,351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$22,137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$210,947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$130,097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($59,867)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$130,097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$59,867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Alparslan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$469,016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$87,580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$117,631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$89,020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$-36,771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$116,574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$205,282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$205,594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$205,282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583%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$205,594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Northdale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$1,118,229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$1,203,838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$212,581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$-64,445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$42,169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$86,007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$201,522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$123,130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124% of new business ($153,029)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$123,130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$153,029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Swan Insurance Sales,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$919,466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$850,381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$353,518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$29,738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$-24,666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$-35,578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$194,187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($35,578)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$35,578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Chino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$725,289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$22,980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$149,332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$57,018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Tiwana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Clovis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$121,070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$128,742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$113,743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$13,838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$171,994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$142,722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DISCOVERY PRO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$-146,798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$160,446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$154,078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$154,078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Mohsen Ins.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$31,706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$57,971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$155,071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142%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$161,275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Global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$99,158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$148,004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$136,938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$1,098,550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$251,489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$-68,987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$30,167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$69,823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167% of new business ($116,832)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$69,823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$116,832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AZ  |  City: Scottsdale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$2,228,376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$823,368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$-19,695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$-31,582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$66,846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$-75,646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$136,699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$71,205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$71,205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Strong Tie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$630,459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$-12,471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$-43,241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$129,430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($58,866)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$129,430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$58,866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Ways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$-38,640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$-5,827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$123,479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$18,671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California Heritage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Arroyo Grande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$1,016,247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$694,574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$211,848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$-24,781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$15,734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$-42,686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$115,862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($76,921)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$57,091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$76,921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Jaikar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$435,826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$99,632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$99,632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($31,706)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$38,741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$31,706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Utah  |  City: Salt Lake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$94,802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Kaluga Premium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$91,983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$4,738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$51,536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$51,536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$1,177,487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$943,121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$-139,247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3956% of new business ($177,887)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$4,497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$177,887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Nextco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$758,389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$583,462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$65,737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$79,006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$79,006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$20,708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$20,708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$65,820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Riverside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$640,325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$186,169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$20,145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$-5,577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$-47,679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$67,738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$14,701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324% of new business ($47,679)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65 to 24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$14,701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$47,679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Coast Truck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$265,055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$51,226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117% of new business ($60,086)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$51,226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$60,086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Transtar Insurance Brokers,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$-54,298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$-16,230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41 to 15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$106,293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Infinite Risk Management And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$397,569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$383,069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$54,426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$19,900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($17,416)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$19,900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$17,416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PCF Insurance Services of the West LLC DBA: Good's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$172,857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$31,909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$31,849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$12,303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Pahrump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$11,304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MV Destiny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$162,597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$-19,994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Solutions Inc. Dba: Cornerstone Premier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$144,555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$70,936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$4,995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174% of new business ($8,710)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$4,995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$340,383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($-821)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93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Century One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Studio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$169,362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$21,858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$-16,543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$20,817 in renewals - strong retention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($-11,735)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